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ink/ink1.xml" ContentType="application/inkml+xml"/>
  <Override PartName="/ppt/ink/ink2.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handoutMasterIdLst>
    <p:handoutMasterId r:id="rId79"/>
  </p:handoutMasterIdLst>
  <p:sldIdLst>
    <p:sldId id="256" r:id="rId2"/>
    <p:sldId id="353" r:id="rId3"/>
    <p:sldId id="347" r:id="rId4"/>
    <p:sldId id="354" r:id="rId5"/>
    <p:sldId id="355" r:id="rId6"/>
    <p:sldId id="257" r:id="rId7"/>
    <p:sldId id="348" r:id="rId8"/>
    <p:sldId id="297" r:id="rId9"/>
    <p:sldId id="296" r:id="rId10"/>
    <p:sldId id="298" r:id="rId11"/>
    <p:sldId id="299" r:id="rId12"/>
    <p:sldId id="300" r:id="rId13"/>
    <p:sldId id="301" r:id="rId14"/>
    <p:sldId id="302" r:id="rId15"/>
    <p:sldId id="303" r:id="rId16"/>
    <p:sldId id="305" r:id="rId17"/>
    <p:sldId id="304" r:id="rId18"/>
    <p:sldId id="349"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50" r:id="rId41"/>
    <p:sldId id="327" r:id="rId42"/>
    <p:sldId id="328" r:id="rId43"/>
    <p:sldId id="329" r:id="rId44"/>
    <p:sldId id="330" r:id="rId45"/>
    <p:sldId id="331" r:id="rId46"/>
    <p:sldId id="333" r:id="rId47"/>
    <p:sldId id="334" r:id="rId48"/>
    <p:sldId id="332" r:id="rId49"/>
    <p:sldId id="335" r:id="rId50"/>
    <p:sldId id="336" r:id="rId51"/>
    <p:sldId id="337" r:id="rId52"/>
    <p:sldId id="338" r:id="rId53"/>
    <p:sldId id="371" r:id="rId54"/>
    <p:sldId id="339" r:id="rId55"/>
    <p:sldId id="340" r:id="rId56"/>
    <p:sldId id="351" r:id="rId57"/>
    <p:sldId id="341" r:id="rId58"/>
    <p:sldId id="358" r:id="rId59"/>
    <p:sldId id="343" r:id="rId60"/>
    <p:sldId id="344" r:id="rId61"/>
    <p:sldId id="345" r:id="rId62"/>
    <p:sldId id="359" r:id="rId63"/>
    <p:sldId id="356" r:id="rId64"/>
    <p:sldId id="357" r:id="rId65"/>
    <p:sldId id="360" r:id="rId66"/>
    <p:sldId id="361" r:id="rId67"/>
    <p:sldId id="362" r:id="rId68"/>
    <p:sldId id="363" r:id="rId69"/>
    <p:sldId id="364" r:id="rId70"/>
    <p:sldId id="365" r:id="rId71"/>
    <p:sldId id="366" r:id="rId72"/>
    <p:sldId id="367" r:id="rId73"/>
    <p:sldId id="368" r:id="rId74"/>
    <p:sldId id="369" r:id="rId75"/>
    <p:sldId id="370" r:id="rId76"/>
    <p:sldId id="352" r:id="rId77"/>
  </p:sldIdLst>
  <p:sldSz cx="12192000" cy="6858000"/>
  <p:notesSz cx="6858000" cy="9144000"/>
  <p:custDataLst>
    <p:tags r:id="rId8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1318"/>
    <a:srgbClr val="8C1515"/>
    <a:srgbClr val="3608B8"/>
    <a:srgbClr val="0B47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789" autoAdjust="0"/>
  </p:normalViewPr>
  <p:slideViewPr>
    <p:cSldViewPr snapToGrid="0">
      <p:cViewPr varScale="1">
        <p:scale>
          <a:sx n="73" d="100"/>
          <a:sy n="73" d="100"/>
        </p:scale>
        <p:origin x="60"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AE1026-D2A0-47C2-8B3D-C6B0156D358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F2DD335F-F4ED-427B-9143-27BE63843845}">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知识</a:t>
          </a:r>
        </a:p>
      </dgm:t>
    </dgm:pt>
    <dgm:pt modelId="{8889FCFF-0902-4D6E-9951-6CD429DB888B}" type="parTrans" cxnId="{4839C0D2-6618-439C-B7B2-186067D6EEB7}">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447E591A-B8DE-4930-BE32-F339B98FD4F3}" type="sibTrans" cxnId="{4839C0D2-6618-439C-B7B2-186067D6EEB7}">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F8A913BF-FF20-4BE3-AB5E-0F7AA51F32B6}">
      <dgm:prSet custT="1"/>
      <dgm:spPr/>
      <dgm:t>
        <a:bodyPr/>
        <a:lstStyle/>
        <a:p>
          <a:pPr rtl="0">
            <a:lnSpc>
              <a:spcPct val="100000"/>
            </a:lnSpc>
            <a:spcBef>
              <a:spcPts val="0"/>
            </a:spcBef>
            <a:spcAft>
              <a:spcPts val="0"/>
            </a:spcAft>
          </a:pPr>
          <a:r>
            <a:rPr lang="zh-CN" sz="1400" b="1" dirty="0">
              <a:latin typeface="微软雅黑" panose="020B0503020204020204" pitchFamily="34" charset="-122"/>
              <a:ea typeface="微软雅黑" panose="020B0503020204020204" pitchFamily="34" charset="-122"/>
            </a:rPr>
            <a:t>知道</a:t>
          </a:r>
          <a:endParaRPr lang="en-US" altLang="zh-CN" sz="1400" b="1" dirty="0">
            <a:latin typeface="微软雅黑" panose="020B0503020204020204" pitchFamily="34" charset="-122"/>
            <a:ea typeface="微软雅黑" panose="020B0503020204020204" pitchFamily="34" charset="-122"/>
          </a:endParaRPr>
        </a:p>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怎么做</a:t>
          </a:r>
          <a:endParaRPr lang="zh-CN" sz="1400" b="1" dirty="0">
            <a:latin typeface="微软雅黑" panose="020B0503020204020204" pitchFamily="34" charset="-122"/>
            <a:ea typeface="微软雅黑" panose="020B0503020204020204" pitchFamily="34" charset="-122"/>
          </a:endParaRPr>
        </a:p>
      </dgm:t>
    </dgm:pt>
    <dgm:pt modelId="{B94A8C1F-8663-48DC-AFE0-ED9153CDDB04}" type="parTrans" cxnId="{EED8D562-C4D2-45BB-817E-227067307736}">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60D3BD74-18BE-4E7C-B4DB-328BDD094F37}" type="sibTrans" cxnId="{EED8D562-C4D2-45BB-817E-227067307736}">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FA135B7F-2613-4B80-BDFC-5E6ED5D1C14D}">
      <dgm:prSet custT="1"/>
      <dgm:spPr/>
      <dgm:t>
        <a:bodyPr/>
        <a:lstStyle/>
        <a:p>
          <a:pPr rtl="0">
            <a:lnSpc>
              <a:spcPct val="100000"/>
            </a:lnSpc>
            <a:spcBef>
              <a:spcPts val="0"/>
            </a:spcBef>
            <a:spcAft>
              <a:spcPts val="0"/>
            </a:spcAft>
          </a:pPr>
          <a:r>
            <a:rPr lang="zh-CN" sz="1400" b="1" dirty="0">
              <a:latin typeface="微软雅黑" panose="020B0503020204020204" pitchFamily="34" charset="-122"/>
              <a:ea typeface="微软雅黑" panose="020B0503020204020204" pitchFamily="34" charset="-122"/>
            </a:rPr>
            <a:t>不知道</a:t>
          </a:r>
          <a:endParaRPr lang="en-US" altLang="zh-CN" sz="1400" b="1" dirty="0">
            <a:latin typeface="微软雅黑" panose="020B0503020204020204" pitchFamily="34" charset="-122"/>
            <a:ea typeface="微软雅黑" panose="020B0503020204020204" pitchFamily="34" charset="-122"/>
          </a:endParaRPr>
        </a:p>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怎么做</a:t>
          </a:r>
          <a:endParaRPr lang="zh-CN" sz="1400" b="1" dirty="0">
            <a:latin typeface="微软雅黑" panose="020B0503020204020204" pitchFamily="34" charset="-122"/>
            <a:ea typeface="微软雅黑" panose="020B0503020204020204" pitchFamily="34" charset="-122"/>
          </a:endParaRPr>
        </a:p>
      </dgm:t>
    </dgm:pt>
    <dgm:pt modelId="{9C6E211D-B358-45C5-95D3-C96B3D66FDB2}" type="parTrans" cxnId="{86FEB9FD-0E4A-4361-838D-55E96663BF06}">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14C1B338-1697-457F-B7F9-3F005F6B8871}" type="sibTrans" cxnId="{86FEB9FD-0E4A-4361-838D-55E96663BF06}">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CB36CA1F-DC00-49FC-9F39-3899387403F7}">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专家系统</a:t>
          </a:r>
        </a:p>
      </dgm:t>
    </dgm:pt>
    <dgm:pt modelId="{777E2D03-330E-43C8-A439-09671C3F191F}" type="parTrans" cxnId="{ECF7D460-D68D-4656-BD12-BCC421A71B10}">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55354CDE-24BF-4D27-8286-AC0B44E5E01F}" type="sibTrans" cxnId="{ECF7D460-D68D-4656-BD12-BCC421A71B10}">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2E56F678-C1CE-4892-BC9F-D88898E69FD5}">
      <dgm:prSet custT="1"/>
      <dgm:spPr>
        <a:solidFill>
          <a:srgbClr val="FF0000"/>
        </a:solidFill>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机器学习</a:t>
          </a:r>
        </a:p>
      </dgm:t>
    </dgm:pt>
    <dgm:pt modelId="{D66DAC0E-D6F2-470E-A02F-6C7E94390031}" type="parTrans" cxnId="{BBE05118-6A51-4EE2-ADC1-45AABD8CC483}">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F74E17AE-50A3-4D9E-B990-4B9831EAECD6}" type="sibTrans" cxnId="{BBE05118-6A51-4EE2-ADC1-45AABD8CC483}">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70EB503F-3A9B-46F0-8303-EF97445EEC83}">
      <dgm:prSet custT="1"/>
      <dgm:spPr/>
      <dgm:t>
        <a:bodyPr/>
        <a:lstStyle/>
        <a:p>
          <a:pPr rtl="0">
            <a:lnSpc>
              <a:spcPct val="100000"/>
            </a:lnSpc>
            <a:spcBef>
              <a:spcPts val="0"/>
            </a:spcBef>
            <a:spcAft>
              <a:spcPts val="0"/>
            </a:spcAft>
          </a:pPr>
          <a:r>
            <a:rPr lang="en-US" altLang="zh-CN" sz="1400" b="1" dirty="0">
              <a:latin typeface="微软雅黑" panose="020B0503020204020204" pitchFamily="34" charset="-122"/>
              <a:ea typeface="微软雅黑" panose="020B0503020204020204" pitchFamily="34" charset="-122"/>
            </a:rPr>
            <a:t>…</a:t>
          </a:r>
          <a:endParaRPr lang="zh-CN" sz="1400" b="1" dirty="0">
            <a:latin typeface="微软雅黑" panose="020B0503020204020204" pitchFamily="34" charset="-122"/>
            <a:ea typeface="微软雅黑" panose="020B0503020204020204" pitchFamily="34" charset="-122"/>
          </a:endParaRPr>
        </a:p>
      </dgm:t>
    </dgm:pt>
    <dgm:pt modelId="{FF3DB6AF-A4DE-4E13-AE14-D96D5C0A1A8B}" type="parTrans" cxnId="{76E6D0E2-CAA0-47F4-8F29-FEC4AD627595}">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C09D8828-D1EC-4445-AC28-913742F85FBF}" type="sibTrans" cxnId="{76E6D0E2-CAA0-47F4-8F29-FEC4AD627595}">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9F41907F-BB90-49A4-8E97-05E5E602AA08}">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图像识别</a:t>
          </a:r>
        </a:p>
      </dgm:t>
    </dgm:pt>
    <dgm:pt modelId="{0A9FB55B-D1A7-4307-8A08-CC8062B73331}" type="parTrans" cxnId="{3DD80F62-62FF-4793-8A1C-C01B9DBCAAD9}">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CA45A301-B28A-4F99-A0E1-05C0281E7D20}" type="sibTrans" cxnId="{3DD80F62-62FF-4793-8A1C-C01B9DBCAAD9}">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05CD4DBB-775F-4F64-B7B3-2A8FB6878FB6}">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自然语言处理</a:t>
          </a:r>
        </a:p>
      </dgm:t>
    </dgm:pt>
    <dgm:pt modelId="{7E301767-8ADB-4167-BA15-EC4ED536CDF3}" type="parTrans" cxnId="{92A0EDDC-2ADD-4592-9705-18201C0D7A77}">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BA73F853-FE33-4BBC-8D45-84658BD94781}" type="sibTrans" cxnId="{92A0EDDC-2ADD-4592-9705-18201C0D7A77}">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AB428304-461C-4EF2-8AB5-72E61F1D457B}">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语音识别</a:t>
          </a:r>
        </a:p>
      </dgm:t>
    </dgm:pt>
    <dgm:pt modelId="{151543BC-AEBE-4068-BE93-39163CC15B0C}" type="parTrans" cxnId="{C0C9B3D1-A740-4616-A98F-5A4A0EC01948}">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3A0F74E7-D9A7-4A57-8BC0-85238CF5478F}" type="sibTrans" cxnId="{C0C9B3D1-A740-4616-A98F-5A4A0EC01948}">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0417665F-05DB-447F-B5CF-5767FCC0E66D}">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不容易做</a:t>
          </a:r>
        </a:p>
      </dgm:t>
    </dgm:pt>
    <dgm:pt modelId="{11F84FE5-D2A8-4928-A291-B5915D3D9955}" type="parTrans" cxnId="{89C2492B-4899-4876-8F13-F2FD8936FB46}">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BF6BB68F-2C69-49CC-A414-9F5F03650CF8}" type="sibTrans" cxnId="{89C2492B-4899-4876-8F13-F2FD8936FB46}">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0520DB01-5CDA-4B89-ABBB-14C2DA83042A}">
      <dgm:prSet custT="1"/>
      <dgm:spPr>
        <a:solidFill>
          <a:schemeClr val="accent1"/>
        </a:solidFill>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容易做</a:t>
          </a:r>
        </a:p>
      </dgm:t>
    </dgm:pt>
    <dgm:pt modelId="{7AA7E7C8-28F5-4795-AD69-71F96663B848}" type="parTrans" cxnId="{798E3BF1-89A4-4EAC-BF19-C5E5A968BEE3}">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9965978E-C79C-411E-9C9B-DD5223ACF6B8}" type="sibTrans" cxnId="{798E3BF1-89A4-4EAC-BF19-C5E5A968BEE3}">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20A65034-31C8-4FB9-B35A-01908CBDDB35}">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强化学习</a:t>
          </a:r>
        </a:p>
      </dgm:t>
    </dgm:pt>
    <dgm:pt modelId="{36061C26-038C-48A2-8176-FC82F637E77E}" type="parTrans" cxnId="{C0486979-4AA4-4DD0-BE83-89FBB6E59BAD}">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82371B03-B973-4BE5-8950-B7F0D1CAA83F}" type="sibTrans" cxnId="{C0486979-4AA4-4DD0-BE83-89FBB6E59BAD}">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F77BAF7A-175C-4003-A6AA-24E76EF32702}">
      <dgm:prSet custT="1"/>
      <dgm:spPr/>
      <dgm:t>
        <a:bodyPr/>
        <a:lstStyle/>
        <a:p>
          <a:pPr rtl="0">
            <a:lnSpc>
              <a:spcPct val="100000"/>
            </a:lnSpc>
            <a:spcBef>
              <a:spcPts val="0"/>
            </a:spcBef>
            <a:spcAft>
              <a:spcPts val="0"/>
            </a:spcAft>
          </a:pPr>
          <a:r>
            <a:rPr lang="zh-CN" altLang="en-US" sz="1400" b="1" dirty="0">
              <a:latin typeface="微软雅黑" panose="020B0503020204020204" pitchFamily="34" charset="-122"/>
              <a:ea typeface="微软雅黑" panose="020B0503020204020204" pitchFamily="34" charset="-122"/>
            </a:rPr>
            <a:t>围棋</a:t>
          </a:r>
        </a:p>
      </dgm:t>
    </dgm:pt>
    <dgm:pt modelId="{06E1B8E6-917A-4BFE-B4CD-67A90C88741F}" type="parTrans" cxnId="{E76AA94C-DDC6-46E9-9B32-37C5F5299BC9}">
      <dgm:prSet custT="1"/>
      <dgm:spPr/>
      <dgm:t>
        <a:bodyPr/>
        <a:lstStyle/>
        <a:p>
          <a:pPr>
            <a:lnSpc>
              <a:spcPct val="100000"/>
            </a:lnSpc>
            <a:spcBef>
              <a:spcPts val="0"/>
            </a:spcBef>
            <a:spcAft>
              <a:spcPts val="0"/>
            </a:spcAft>
          </a:pPr>
          <a:endParaRPr lang="zh-CN" altLang="en-US" sz="500" b="1">
            <a:latin typeface="微软雅黑" panose="020B0503020204020204" pitchFamily="34" charset="-122"/>
            <a:ea typeface="微软雅黑" panose="020B0503020204020204" pitchFamily="34" charset="-122"/>
          </a:endParaRPr>
        </a:p>
      </dgm:t>
    </dgm:pt>
    <dgm:pt modelId="{5418DC28-54AB-4167-B8C4-10240D4FCB1D}" type="sibTrans" cxnId="{E76AA94C-DDC6-46E9-9B32-37C5F5299BC9}">
      <dgm:prSet/>
      <dgm:spPr/>
      <dgm:t>
        <a:bodyPr/>
        <a:lstStyle/>
        <a:p>
          <a:pPr>
            <a:lnSpc>
              <a:spcPct val="100000"/>
            </a:lnSpc>
            <a:spcBef>
              <a:spcPts val="0"/>
            </a:spcBef>
            <a:spcAft>
              <a:spcPts val="0"/>
            </a:spcAft>
          </a:pPr>
          <a:endParaRPr lang="zh-CN" altLang="en-US" sz="1800" b="1">
            <a:latin typeface="微软雅黑" panose="020B0503020204020204" pitchFamily="34" charset="-122"/>
            <a:ea typeface="微软雅黑" panose="020B0503020204020204" pitchFamily="34" charset="-122"/>
          </a:endParaRPr>
        </a:p>
      </dgm:t>
    </dgm:pt>
    <dgm:pt modelId="{6CDEF2D0-E275-4921-BA3B-84ABC851091F}" type="pres">
      <dgm:prSet presAssocID="{B1AE1026-D2A0-47C2-8B3D-C6B0156D358B}" presName="diagram" presStyleCnt="0">
        <dgm:presLayoutVars>
          <dgm:chPref val="1"/>
          <dgm:dir/>
          <dgm:animOne val="branch"/>
          <dgm:animLvl val="lvl"/>
          <dgm:resizeHandles val="exact"/>
        </dgm:presLayoutVars>
      </dgm:prSet>
      <dgm:spPr/>
    </dgm:pt>
    <dgm:pt modelId="{6BD5A947-8166-447A-B304-C2F64D6C456A}" type="pres">
      <dgm:prSet presAssocID="{F2DD335F-F4ED-427B-9143-27BE63843845}" presName="root1" presStyleCnt="0"/>
      <dgm:spPr/>
    </dgm:pt>
    <dgm:pt modelId="{398C20A5-A9D8-4D3E-B587-799A3BB16507}" type="pres">
      <dgm:prSet presAssocID="{F2DD335F-F4ED-427B-9143-27BE63843845}" presName="LevelOneTextNode" presStyleLbl="node0" presStyleIdx="0" presStyleCnt="1">
        <dgm:presLayoutVars>
          <dgm:chPref val="3"/>
        </dgm:presLayoutVars>
      </dgm:prSet>
      <dgm:spPr/>
    </dgm:pt>
    <dgm:pt modelId="{E5EECC48-296F-4977-9549-5478D27AA71E}" type="pres">
      <dgm:prSet presAssocID="{F2DD335F-F4ED-427B-9143-27BE63843845}" presName="level2hierChild" presStyleCnt="0"/>
      <dgm:spPr/>
    </dgm:pt>
    <dgm:pt modelId="{E701DB57-D095-4995-BA9F-3DC318F851BB}" type="pres">
      <dgm:prSet presAssocID="{B94A8C1F-8663-48DC-AFE0-ED9153CDDB04}" presName="conn2-1" presStyleLbl="parChTrans1D2" presStyleIdx="0" presStyleCnt="2"/>
      <dgm:spPr/>
    </dgm:pt>
    <dgm:pt modelId="{8532DA87-15CF-41DC-A6ED-D536B73B26D5}" type="pres">
      <dgm:prSet presAssocID="{B94A8C1F-8663-48DC-AFE0-ED9153CDDB04}" presName="connTx" presStyleLbl="parChTrans1D2" presStyleIdx="0" presStyleCnt="2"/>
      <dgm:spPr/>
    </dgm:pt>
    <dgm:pt modelId="{66E6AE2D-E424-401E-BE98-13D9C7C8E64F}" type="pres">
      <dgm:prSet presAssocID="{F8A913BF-FF20-4BE3-AB5E-0F7AA51F32B6}" presName="root2" presStyleCnt="0"/>
      <dgm:spPr/>
    </dgm:pt>
    <dgm:pt modelId="{037CC688-649A-434F-9080-67500DD1A79D}" type="pres">
      <dgm:prSet presAssocID="{F8A913BF-FF20-4BE3-AB5E-0F7AA51F32B6}" presName="LevelTwoTextNode" presStyleLbl="node2" presStyleIdx="0" presStyleCnt="2">
        <dgm:presLayoutVars>
          <dgm:chPref val="3"/>
        </dgm:presLayoutVars>
      </dgm:prSet>
      <dgm:spPr/>
    </dgm:pt>
    <dgm:pt modelId="{C0952350-77B3-4279-8F92-FF05E01C1691}" type="pres">
      <dgm:prSet presAssocID="{F8A913BF-FF20-4BE3-AB5E-0F7AA51F32B6}" presName="level3hierChild" presStyleCnt="0"/>
      <dgm:spPr/>
    </dgm:pt>
    <dgm:pt modelId="{33B9F075-4423-4B3D-A2BD-A73956F1955D}" type="pres">
      <dgm:prSet presAssocID="{777E2D03-330E-43C8-A439-09671C3F191F}" presName="conn2-1" presStyleLbl="parChTrans1D3" presStyleIdx="0" presStyleCnt="3"/>
      <dgm:spPr/>
    </dgm:pt>
    <dgm:pt modelId="{D409D1B5-8445-4A64-8086-7FE53A8B3E24}" type="pres">
      <dgm:prSet presAssocID="{777E2D03-330E-43C8-A439-09671C3F191F}" presName="connTx" presStyleLbl="parChTrans1D3" presStyleIdx="0" presStyleCnt="3"/>
      <dgm:spPr/>
    </dgm:pt>
    <dgm:pt modelId="{C7214047-2809-48BC-9810-4DD98B40D464}" type="pres">
      <dgm:prSet presAssocID="{CB36CA1F-DC00-49FC-9F39-3899387403F7}" presName="root2" presStyleCnt="0"/>
      <dgm:spPr/>
    </dgm:pt>
    <dgm:pt modelId="{66091779-FD2E-4FDC-86F2-2AC227D5816C}" type="pres">
      <dgm:prSet presAssocID="{CB36CA1F-DC00-49FC-9F39-3899387403F7}" presName="LevelTwoTextNode" presStyleLbl="node3" presStyleIdx="0" presStyleCnt="3">
        <dgm:presLayoutVars>
          <dgm:chPref val="3"/>
        </dgm:presLayoutVars>
      </dgm:prSet>
      <dgm:spPr/>
    </dgm:pt>
    <dgm:pt modelId="{6E3562EA-6D04-4E9B-A3D1-A1F6DC869A7B}" type="pres">
      <dgm:prSet presAssocID="{CB36CA1F-DC00-49FC-9F39-3899387403F7}" presName="level3hierChild" presStyleCnt="0"/>
      <dgm:spPr/>
    </dgm:pt>
    <dgm:pt modelId="{69ABC5AB-FD09-427D-B12C-5C8B1CBD2726}" type="pres">
      <dgm:prSet presAssocID="{FF3DB6AF-A4DE-4E13-AE14-D96D5C0A1A8B}" presName="conn2-1" presStyleLbl="parChTrans1D4" presStyleIdx="0" presStyleCnt="7"/>
      <dgm:spPr/>
    </dgm:pt>
    <dgm:pt modelId="{5156EE79-8EF5-461E-AB61-DF6007AD0779}" type="pres">
      <dgm:prSet presAssocID="{FF3DB6AF-A4DE-4E13-AE14-D96D5C0A1A8B}" presName="connTx" presStyleLbl="parChTrans1D4" presStyleIdx="0" presStyleCnt="7"/>
      <dgm:spPr/>
    </dgm:pt>
    <dgm:pt modelId="{C27DD1E1-701E-4C8F-8174-E6B8B2DC4D15}" type="pres">
      <dgm:prSet presAssocID="{70EB503F-3A9B-46F0-8303-EF97445EEC83}" presName="root2" presStyleCnt="0"/>
      <dgm:spPr/>
    </dgm:pt>
    <dgm:pt modelId="{5B8380FE-0DCB-4F6C-B2BC-0BBB10FD4D3D}" type="pres">
      <dgm:prSet presAssocID="{70EB503F-3A9B-46F0-8303-EF97445EEC83}" presName="LevelTwoTextNode" presStyleLbl="node4" presStyleIdx="0" presStyleCnt="7">
        <dgm:presLayoutVars>
          <dgm:chPref val="3"/>
        </dgm:presLayoutVars>
      </dgm:prSet>
      <dgm:spPr/>
    </dgm:pt>
    <dgm:pt modelId="{364F520D-3FEF-4E8D-A45A-CCC229C7AAAB}" type="pres">
      <dgm:prSet presAssocID="{70EB503F-3A9B-46F0-8303-EF97445EEC83}" presName="level3hierChild" presStyleCnt="0"/>
      <dgm:spPr/>
    </dgm:pt>
    <dgm:pt modelId="{42EAD14C-C4CD-43F4-BBC5-79864427DD73}" type="pres">
      <dgm:prSet presAssocID="{9C6E211D-B358-45C5-95D3-C96B3D66FDB2}" presName="conn2-1" presStyleLbl="parChTrans1D2" presStyleIdx="1" presStyleCnt="2"/>
      <dgm:spPr/>
    </dgm:pt>
    <dgm:pt modelId="{2D5F6FEF-BACB-4FE7-B689-8A9CFA42D76E}" type="pres">
      <dgm:prSet presAssocID="{9C6E211D-B358-45C5-95D3-C96B3D66FDB2}" presName="connTx" presStyleLbl="parChTrans1D2" presStyleIdx="1" presStyleCnt="2"/>
      <dgm:spPr/>
    </dgm:pt>
    <dgm:pt modelId="{81B8013D-90D5-45A9-8B4B-BF7D3BD54942}" type="pres">
      <dgm:prSet presAssocID="{FA135B7F-2613-4B80-BDFC-5E6ED5D1C14D}" presName="root2" presStyleCnt="0"/>
      <dgm:spPr/>
    </dgm:pt>
    <dgm:pt modelId="{78FFD0A5-EFF7-4D75-9190-24A2A39A0A14}" type="pres">
      <dgm:prSet presAssocID="{FA135B7F-2613-4B80-BDFC-5E6ED5D1C14D}" presName="LevelTwoTextNode" presStyleLbl="node2" presStyleIdx="1" presStyleCnt="2">
        <dgm:presLayoutVars>
          <dgm:chPref val="3"/>
        </dgm:presLayoutVars>
      </dgm:prSet>
      <dgm:spPr/>
    </dgm:pt>
    <dgm:pt modelId="{2B786ED4-C331-4CCB-A219-049FDEC12BC1}" type="pres">
      <dgm:prSet presAssocID="{FA135B7F-2613-4B80-BDFC-5E6ED5D1C14D}" presName="level3hierChild" presStyleCnt="0"/>
      <dgm:spPr/>
    </dgm:pt>
    <dgm:pt modelId="{E8CC1104-E240-42BE-900E-835E00B649B3}" type="pres">
      <dgm:prSet presAssocID="{7AA7E7C8-28F5-4795-AD69-71F96663B848}" presName="conn2-1" presStyleLbl="parChTrans1D3" presStyleIdx="1" presStyleCnt="3"/>
      <dgm:spPr/>
    </dgm:pt>
    <dgm:pt modelId="{DB6F332D-DB1E-42F9-B0F5-86DE58B9A006}" type="pres">
      <dgm:prSet presAssocID="{7AA7E7C8-28F5-4795-AD69-71F96663B848}" presName="connTx" presStyleLbl="parChTrans1D3" presStyleIdx="1" presStyleCnt="3"/>
      <dgm:spPr/>
    </dgm:pt>
    <dgm:pt modelId="{12A24013-BD94-4075-B65C-E72D4CC5DA9F}" type="pres">
      <dgm:prSet presAssocID="{0520DB01-5CDA-4B89-ABBB-14C2DA83042A}" presName="root2" presStyleCnt="0"/>
      <dgm:spPr/>
    </dgm:pt>
    <dgm:pt modelId="{B8B76B01-ABE5-4B2A-967E-5B81E7EB1BEB}" type="pres">
      <dgm:prSet presAssocID="{0520DB01-5CDA-4B89-ABBB-14C2DA83042A}" presName="LevelTwoTextNode" presStyleLbl="node3" presStyleIdx="1" presStyleCnt="3">
        <dgm:presLayoutVars>
          <dgm:chPref val="3"/>
        </dgm:presLayoutVars>
      </dgm:prSet>
      <dgm:spPr/>
    </dgm:pt>
    <dgm:pt modelId="{153D918C-2E6B-4614-A103-50E828FE18BA}" type="pres">
      <dgm:prSet presAssocID="{0520DB01-5CDA-4B89-ABBB-14C2DA83042A}" presName="level3hierChild" presStyleCnt="0"/>
      <dgm:spPr/>
    </dgm:pt>
    <dgm:pt modelId="{5F5B8F60-B6E3-4D33-8006-A534B5219659}" type="pres">
      <dgm:prSet presAssocID="{D66DAC0E-D6F2-470E-A02F-6C7E94390031}" presName="conn2-1" presStyleLbl="parChTrans1D4" presStyleIdx="1" presStyleCnt="7"/>
      <dgm:spPr/>
    </dgm:pt>
    <dgm:pt modelId="{974EA6F0-7E42-4CD5-BFEE-3A3BF1F9DA7E}" type="pres">
      <dgm:prSet presAssocID="{D66DAC0E-D6F2-470E-A02F-6C7E94390031}" presName="connTx" presStyleLbl="parChTrans1D4" presStyleIdx="1" presStyleCnt="7"/>
      <dgm:spPr/>
    </dgm:pt>
    <dgm:pt modelId="{538F3372-CE0D-4542-85F9-3B6CD7763FB3}" type="pres">
      <dgm:prSet presAssocID="{2E56F678-C1CE-4892-BC9F-D88898E69FD5}" presName="root2" presStyleCnt="0"/>
      <dgm:spPr/>
    </dgm:pt>
    <dgm:pt modelId="{484FF441-C91D-4E7A-BC24-9D042BC822F3}" type="pres">
      <dgm:prSet presAssocID="{2E56F678-C1CE-4892-BC9F-D88898E69FD5}" presName="LevelTwoTextNode" presStyleLbl="node4" presStyleIdx="1" presStyleCnt="7">
        <dgm:presLayoutVars>
          <dgm:chPref val="3"/>
        </dgm:presLayoutVars>
      </dgm:prSet>
      <dgm:spPr/>
    </dgm:pt>
    <dgm:pt modelId="{9ECE1F91-50F5-4017-B313-AE0D00533061}" type="pres">
      <dgm:prSet presAssocID="{2E56F678-C1CE-4892-BC9F-D88898E69FD5}" presName="level3hierChild" presStyleCnt="0"/>
      <dgm:spPr/>
    </dgm:pt>
    <dgm:pt modelId="{52C33EA9-1F67-42E9-95A3-083353CEDF6A}" type="pres">
      <dgm:prSet presAssocID="{0A9FB55B-D1A7-4307-8A08-CC8062B73331}" presName="conn2-1" presStyleLbl="parChTrans1D4" presStyleIdx="2" presStyleCnt="7"/>
      <dgm:spPr/>
    </dgm:pt>
    <dgm:pt modelId="{A8E92269-108D-40EB-979D-DA3CEFA1FF1C}" type="pres">
      <dgm:prSet presAssocID="{0A9FB55B-D1A7-4307-8A08-CC8062B73331}" presName="connTx" presStyleLbl="parChTrans1D4" presStyleIdx="2" presStyleCnt="7"/>
      <dgm:spPr/>
    </dgm:pt>
    <dgm:pt modelId="{C8753729-E2B8-450F-9128-731EC0602952}" type="pres">
      <dgm:prSet presAssocID="{9F41907F-BB90-49A4-8E97-05E5E602AA08}" presName="root2" presStyleCnt="0"/>
      <dgm:spPr/>
    </dgm:pt>
    <dgm:pt modelId="{2456E607-9E9A-461B-9DA8-D9F7AFDF1055}" type="pres">
      <dgm:prSet presAssocID="{9F41907F-BB90-49A4-8E97-05E5E602AA08}" presName="LevelTwoTextNode" presStyleLbl="node4" presStyleIdx="2" presStyleCnt="7">
        <dgm:presLayoutVars>
          <dgm:chPref val="3"/>
        </dgm:presLayoutVars>
      </dgm:prSet>
      <dgm:spPr/>
    </dgm:pt>
    <dgm:pt modelId="{F581CF7D-63D0-46D6-BD41-50B5A9048593}" type="pres">
      <dgm:prSet presAssocID="{9F41907F-BB90-49A4-8E97-05E5E602AA08}" presName="level3hierChild" presStyleCnt="0"/>
      <dgm:spPr/>
    </dgm:pt>
    <dgm:pt modelId="{E11CDAD6-EF43-4F94-BA41-40CBC44693B1}" type="pres">
      <dgm:prSet presAssocID="{7E301767-8ADB-4167-BA15-EC4ED536CDF3}" presName="conn2-1" presStyleLbl="parChTrans1D4" presStyleIdx="3" presStyleCnt="7"/>
      <dgm:spPr/>
    </dgm:pt>
    <dgm:pt modelId="{068C6179-719E-4B47-9EBE-F32060C437F0}" type="pres">
      <dgm:prSet presAssocID="{7E301767-8ADB-4167-BA15-EC4ED536CDF3}" presName="connTx" presStyleLbl="parChTrans1D4" presStyleIdx="3" presStyleCnt="7"/>
      <dgm:spPr/>
    </dgm:pt>
    <dgm:pt modelId="{74CBADCE-7DBB-49C9-AB2B-4F4E54499CFA}" type="pres">
      <dgm:prSet presAssocID="{05CD4DBB-775F-4F64-B7B3-2A8FB6878FB6}" presName="root2" presStyleCnt="0"/>
      <dgm:spPr/>
    </dgm:pt>
    <dgm:pt modelId="{FE57452C-E001-4B6F-B3D9-B5C2BCE6A1ED}" type="pres">
      <dgm:prSet presAssocID="{05CD4DBB-775F-4F64-B7B3-2A8FB6878FB6}" presName="LevelTwoTextNode" presStyleLbl="node4" presStyleIdx="3" presStyleCnt="7">
        <dgm:presLayoutVars>
          <dgm:chPref val="3"/>
        </dgm:presLayoutVars>
      </dgm:prSet>
      <dgm:spPr/>
    </dgm:pt>
    <dgm:pt modelId="{B0A9A8DF-F323-4D69-9E2D-187487BA5A16}" type="pres">
      <dgm:prSet presAssocID="{05CD4DBB-775F-4F64-B7B3-2A8FB6878FB6}" presName="level3hierChild" presStyleCnt="0"/>
      <dgm:spPr/>
    </dgm:pt>
    <dgm:pt modelId="{68A85DED-C01F-403C-9517-F2C92D2E1D99}" type="pres">
      <dgm:prSet presAssocID="{151543BC-AEBE-4068-BE93-39163CC15B0C}" presName="conn2-1" presStyleLbl="parChTrans1D4" presStyleIdx="4" presStyleCnt="7"/>
      <dgm:spPr/>
    </dgm:pt>
    <dgm:pt modelId="{67A478BE-7EDA-4AC0-9240-BEECD2C1B112}" type="pres">
      <dgm:prSet presAssocID="{151543BC-AEBE-4068-BE93-39163CC15B0C}" presName="connTx" presStyleLbl="parChTrans1D4" presStyleIdx="4" presStyleCnt="7"/>
      <dgm:spPr/>
    </dgm:pt>
    <dgm:pt modelId="{ECB87CAF-2DB1-4330-A83A-E171394034A5}" type="pres">
      <dgm:prSet presAssocID="{AB428304-461C-4EF2-8AB5-72E61F1D457B}" presName="root2" presStyleCnt="0"/>
      <dgm:spPr/>
    </dgm:pt>
    <dgm:pt modelId="{E5B3CEF5-212B-4333-BDA5-5231AF422114}" type="pres">
      <dgm:prSet presAssocID="{AB428304-461C-4EF2-8AB5-72E61F1D457B}" presName="LevelTwoTextNode" presStyleLbl="node4" presStyleIdx="4" presStyleCnt="7">
        <dgm:presLayoutVars>
          <dgm:chPref val="3"/>
        </dgm:presLayoutVars>
      </dgm:prSet>
      <dgm:spPr/>
    </dgm:pt>
    <dgm:pt modelId="{21C1B8C2-43C8-48BF-9746-CB1D67DECABF}" type="pres">
      <dgm:prSet presAssocID="{AB428304-461C-4EF2-8AB5-72E61F1D457B}" presName="level3hierChild" presStyleCnt="0"/>
      <dgm:spPr/>
    </dgm:pt>
    <dgm:pt modelId="{AC917292-0880-4240-9CF8-AB0D0F2B0832}" type="pres">
      <dgm:prSet presAssocID="{11F84FE5-D2A8-4928-A291-B5915D3D9955}" presName="conn2-1" presStyleLbl="parChTrans1D3" presStyleIdx="2" presStyleCnt="3"/>
      <dgm:spPr/>
    </dgm:pt>
    <dgm:pt modelId="{E4BF694D-E775-4639-8D69-EA549226CA94}" type="pres">
      <dgm:prSet presAssocID="{11F84FE5-D2A8-4928-A291-B5915D3D9955}" presName="connTx" presStyleLbl="parChTrans1D3" presStyleIdx="2" presStyleCnt="3"/>
      <dgm:spPr/>
    </dgm:pt>
    <dgm:pt modelId="{37B81F9F-4D8B-4846-8416-F2DF3B678FAA}" type="pres">
      <dgm:prSet presAssocID="{0417665F-05DB-447F-B5CF-5767FCC0E66D}" presName="root2" presStyleCnt="0"/>
      <dgm:spPr/>
    </dgm:pt>
    <dgm:pt modelId="{3D4DFC46-14FD-44CF-889B-312D881097D2}" type="pres">
      <dgm:prSet presAssocID="{0417665F-05DB-447F-B5CF-5767FCC0E66D}" presName="LevelTwoTextNode" presStyleLbl="node3" presStyleIdx="2" presStyleCnt="3">
        <dgm:presLayoutVars>
          <dgm:chPref val="3"/>
        </dgm:presLayoutVars>
      </dgm:prSet>
      <dgm:spPr/>
    </dgm:pt>
    <dgm:pt modelId="{917D5023-7B29-411C-A5D9-8EC5EA9E9182}" type="pres">
      <dgm:prSet presAssocID="{0417665F-05DB-447F-B5CF-5767FCC0E66D}" presName="level3hierChild" presStyleCnt="0"/>
      <dgm:spPr/>
    </dgm:pt>
    <dgm:pt modelId="{4D5C558E-2E7D-4D1A-ABA2-D5D2DD86206F}" type="pres">
      <dgm:prSet presAssocID="{36061C26-038C-48A2-8176-FC82F637E77E}" presName="conn2-1" presStyleLbl="parChTrans1D4" presStyleIdx="5" presStyleCnt="7"/>
      <dgm:spPr/>
    </dgm:pt>
    <dgm:pt modelId="{EC993B32-D076-4951-AEE7-4200E341C468}" type="pres">
      <dgm:prSet presAssocID="{36061C26-038C-48A2-8176-FC82F637E77E}" presName="connTx" presStyleLbl="parChTrans1D4" presStyleIdx="5" presStyleCnt="7"/>
      <dgm:spPr/>
    </dgm:pt>
    <dgm:pt modelId="{2E1CE949-7538-4875-A596-272E93252598}" type="pres">
      <dgm:prSet presAssocID="{20A65034-31C8-4FB9-B35A-01908CBDDB35}" presName="root2" presStyleCnt="0"/>
      <dgm:spPr/>
    </dgm:pt>
    <dgm:pt modelId="{7CFDB172-E668-43FE-B146-64584C675B7A}" type="pres">
      <dgm:prSet presAssocID="{20A65034-31C8-4FB9-B35A-01908CBDDB35}" presName="LevelTwoTextNode" presStyleLbl="node4" presStyleIdx="5" presStyleCnt="7">
        <dgm:presLayoutVars>
          <dgm:chPref val="3"/>
        </dgm:presLayoutVars>
      </dgm:prSet>
      <dgm:spPr/>
    </dgm:pt>
    <dgm:pt modelId="{36379834-7B61-43DE-BE71-A16800DF47B8}" type="pres">
      <dgm:prSet presAssocID="{20A65034-31C8-4FB9-B35A-01908CBDDB35}" presName="level3hierChild" presStyleCnt="0"/>
      <dgm:spPr/>
    </dgm:pt>
    <dgm:pt modelId="{AF3A758F-4CD4-4A21-B44A-EE5D60432290}" type="pres">
      <dgm:prSet presAssocID="{06E1B8E6-917A-4BFE-B4CD-67A90C88741F}" presName="conn2-1" presStyleLbl="parChTrans1D4" presStyleIdx="6" presStyleCnt="7"/>
      <dgm:spPr/>
    </dgm:pt>
    <dgm:pt modelId="{938E7890-3687-42DC-855E-CB4ABC65476D}" type="pres">
      <dgm:prSet presAssocID="{06E1B8E6-917A-4BFE-B4CD-67A90C88741F}" presName="connTx" presStyleLbl="parChTrans1D4" presStyleIdx="6" presStyleCnt="7"/>
      <dgm:spPr/>
    </dgm:pt>
    <dgm:pt modelId="{4B7B71BA-84E6-4924-AA79-3886DCAFA119}" type="pres">
      <dgm:prSet presAssocID="{F77BAF7A-175C-4003-A6AA-24E76EF32702}" presName="root2" presStyleCnt="0"/>
      <dgm:spPr/>
    </dgm:pt>
    <dgm:pt modelId="{EAD3BB15-FD98-48A1-AE91-B49E6520FB73}" type="pres">
      <dgm:prSet presAssocID="{F77BAF7A-175C-4003-A6AA-24E76EF32702}" presName="LevelTwoTextNode" presStyleLbl="node4" presStyleIdx="6" presStyleCnt="7">
        <dgm:presLayoutVars>
          <dgm:chPref val="3"/>
        </dgm:presLayoutVars>
      </dgm:prSet>
      <dgm:spPr/>
    </dgm:pt>
    <dgm:pt modelId="{18D337E8-52AE-4734-9779-0B4151CCD775}" type="pres">
      <dgm:prSet presAssocID="{F77BAF7A-175C-4003-A6AA-24E76EF32702}" presName="level3hierChild" presStyleCnt="0"/>
      <dgm:spPr/>
    </dgm:pt>
  </dgm:ptLst>
  <dgm:cxnLst>
    <dgm:cxn modelId="{E49B5004-6E21-4811-9C1F-6002F0B93B1C}" type="presOf" srcId="{7E301767-8ADB-4167-BA15-EC4ED536CDF3}" destId="{E11CDAD6-EF43-4F94-BA41-40CBC44693B1}" srcOrd="0" destOrd="0" presId="urn:microsoft.com/office/officeart/2005/8/layout/hierarchy2"/>
    <dgm:cxn modelId="{D874D105-8E31-46CE-ABE4-3795E22DCD84}" type="presOf" srcId="{B94A8C1F-8663-48DC-AFE0-ED9153CDDB04}" destId="{8532DA87-15CF-41DC-A6ED-D536B73B26D5}" srcOrd="1" destOrd="0" presId="urn:microsoft.com/office/officeart/2005/8/layout/hierarchy2"/>
    <dgm:cxn modelId="{6B5EC607-BA16-4CDF-BDDC-B61BD01B912F}" type="presOf" srcId="{F77BAF7A-175C-4003-A6AA-24E76EF32702}" destId="{EAD3BB15-FD98-48A1-AE91-B49E6520FB73}" srcOrd="0" destOrd="0" presId="urn:microsoft.com/office/officeart/2005/8/layout/hierarchy2"/>
    <dgm:cxn modelId="{442DED0C-569A-4E1E-8F81-7CF88C6CE1F9}" type="presOf" srcId="{AB428304-461C-4EF2-8AB5-72E61F1D457B}" destId="{E5B3CEF5-212B-4333-BDA5-5231AF422114}" srcOrd="0" destOrd="0" presId="urn:microsoft.com/office/officeart/2005/8/layout/hierarchy2"/>
    <dgm:cxn modelId="{B891380F-DEBE-485B-8244-C62FE7DF23BE}" type="presOf" srcId="{7AA7E7C8-28F5-4795-AD69-71F96663B848}" destId="{DB6F332D-DB1E-42F9-B0F5-86DE58B9A006}" srcOrd="1" destOrd="0" presId="urn:microsoft.com/office/officeart/2005/8/layout/hierarchy2"/>
    <dgm:cxn modelId="{BBE05118-6A51-4EE2-ADC1-45AABD8CC483}" srcId="{0520DB01-5CDA-4B89-ABBB-14C2DA83042A}" destId="{2E56F678-C1CE-4892-BC9F-D88898E69FD5}" srcOrd="0" destOrd="0" parTransId="{D66DAC0E-D6F2-470E-A02F-6C7E94390031}" sibTransId="{F74E17AE-50A3-4D9E-B990-4B9831EAECD6}"/>
    <dgm:cxn modelId="{E7B9AF1B-80F3-4E70-B8E8-51CC335CDF38}" type="presOf" srcId="{06E1B8E6-917A-4BFE-B4CD-67A90C88741F}" destId="{AF3A758F-4CD4-4A21-B44A-EE5D60432290}" srcOrd="0" destOrd="0" presId="urn:microsoft.com/office/officeart/2005/8/layout/hierarchy2"/>
    <dgm:cxn modelId="{C6838324-6AB8-4BE3-8AF2-1A2AA95B126A}" type="presOf" srcId="{FF3DB6AF-A4DE-4E13-AE14-D96D5C0A1A8B}" destId="{69ABC5AB-FD09-427D-B12C-5C8B1CBD2726}" srcOrd="0" destOrd="0" presId="urn:microsoft.com/office/officeart/2005/8/layout/hierarchy2"/>
    <dgm:cxn modelId="{62A27227-BCC3-4930-A1FE-25552AF40EF4}" type="presOf" srcId="{70EB503F-3A9B-46F0-8303-EF97445EEC83}" destId="{5B8380FE-0DCB-4F6C-B2BC-0BBB10FD4D3D}" srcOrd="0" destOrd="0" presId="urn:microsoft.com/office/officeart/2005/8/layout/hierarchy2"/>
    <dgm:cxn modelId="{89C2492B-4899-4876-8F13-F2FD8936FB46}" srcId="{FA135B7F-2613-4B80-BDFC-5E6ED5D1C14D}" destId="{0417665F-05DB-447F-B5CF-5767FCC0E66D}" srcOrd="1" destOrd="0" parTransId="{11F84FE5-D2A8-4928-A291-B5915D3D9955}" sibTransId="{BF6BB68F-2C69-49CC-A414-9F5F03650CF8}"/>
    <dgm:cxn modelId="{4951DE2F-7B5C-47D3-97D4-87C840D88F5D}" type="presOf" srcId="{7AA7E7C8-28F5-4795-AD69-71F96663B848}" destId="{E8CC1104-E240-42BE-900E-835E00B649B3}" srcOrd="0" destOrd="0" presId="urn:microsoft.com/office/officeart/2005/8/layout/hierarchy2"/>
    <dgm:cxn modelId="{0071CB30-8F8B-4323-94C3-31468A5CCB34}" type="presOf" srcId="{CB36CA1F-DC00-49FC-9F39-3899387403F7}" destId="{66091779-FD2E-4FDC-86F2-2AC227D5816C}" srcOrd="0" destOrd="0" presId="urn:microsoft.com/office/officeart/2005/8/layout/hierarchy2"/>
    <dgm:cxn modelId="{9DEBA337-6500-45B2-A1BB-7BE2240A9182}" type="presOf" srcId="{0520DB01-5CDA-4B89-ABBB-14C2DA83042A}" destId="{B8B76B01-ABE5-4B2A-967E-5B81E7EB1BEB}" srcOrd="0" destOrd="0" presId="urn:microsoft.com/office/officeart/2005/8/layout/hierarchy2"/>
    <dgm:cxn modelId="{69265C3C-0E1C-4EDF-B6C6-E5587E1DA0BE}" type="presOf" srcId="{36061C26-038C-48A2-8176-FC82F637E77E}" destId="{EC993B32-D076-4951-AEE7-4200E341C468}" srcOrd="1" destOrd="0" presId="urn:microsoft.com/office/officeart/2005/8/layout/hierarchy2"/>
    <dgm:cxn modelId="{6EE5873E-84C1-4CBA-9377-9B5716D1C74C}" type="presOf" srcId="{0A9FB55B-D1A7-4307-8A08-CC8062B73331}" destId="{52C33EA9-1F67-42E9-95A3-083353CEDF6A}" srcOrd="0" destOrd="0" presId="urn:microsoft.com/office/officeart/2005/8/layout/hierarchy2"/>
    <dgm:cxn modelId="{0824DD5B-4720-4B73-8247-DA516509E796}" type="presOf" srcId="{777E2D03-330E-43C8-A439-09671C3F191F}" destId="{D409D1B5-8445-4A64-8086-7FE53A8B3E24}" srcOrd="1" destOrd="0" presId="urn:microsoft.com/office/officeart/2005/8/layout/hierarchy2"/>
    <dgm:cxn modelId="{3C98985D-827E-4418-813D-FC835F920BE3}" type="presOf" srcId="{11F84FE5-D2A8-4928-A291-B5915D3D9955}" destId="{E4BF694D-E775-4639-8D69-EA549226CA94}" srcOrd="1" destOrd="0" presId="urn:microsoft.com/office/officeart/2005/8/layout/hierarchy2"/>
    <dgm:cxn modelId="{ECF7D460-D68D-4656-BD12-BCC421A71B10}" srcId="{F8A913BF-FF20-4BE3-AB5E-0F7AA51F32B6}" destId="{CB36CA1F-DC00-49FC-9F39-3899387403F7}" srcOrd="0" destOrd="0" parTransId="{777E2D03-330E-43C8-A439-09671C3F191F}" sibTransId="{55354CDE-24BF-4D27-8286-AC0B44E5E01F}"/>
    <dgm:cxn modelId="{3DD80F62-62FF-4793-8A1C-C01B9DBCAAD9}" srcId="{2E56F678-C1CE-4892-BC9F-D88898E69FD5}" destId="{9F41907F-BB90-49A4-8E97-05E5E602AA08}" srcOrd="0" destOrd="0" parTransId="{0A9FB55B-D1A7-4307-8A08-CC8062B73331}" sibTransId="{CA45A301-B28A-4F99-A0E1-05C0281E7D20}"/>
    <dgm:cxn modelId="{EED8D562-C4D2-45BB-817E-227067307736}" srcId="{F2DD335F-F4ED-427B-9143-27BE63843845}" destId="{F8A913BF-FF20-4BE3-AB5E-0F7AA51F32B6}" srcOrd="0" destOrd="0" parTransId="{B94A8C1F-8663-48DC-AFE0-ED9153CDDB04}" sibTransId="{60D3BD74-18BE-4E7C-B4DB-328BDD094F37}"/>
    <dgm:cxn modelId="{329FA446-1FDD-4A0E-9441-6914A3904DB3}" type="presOf" srcId="{151543BC-AEBE-4068-BE93-39163CC15B0C}" destId="{67A478BE-7EDA-4AC0-9240-BEECD2C1B112}" srcOrd="1" destOrd="0" presId="urn:microsoft.com/office/officeart/2005/8/layout/hierarchy2"/>
    <dgm:cxn modelId="{D47E3F49-94AB-465C-AACE-F945EB1F9BA4}" type="presOf" srcId="{FF3DB6AF-A4DE-4E13-AE14-D96D5C0A1A8B}" destId="{5156EE79-8EF5-461E-AB61-DF6007AD0779}" srcOrd="1" destOrd="0" presId="urn:microsoft.com/office/officeart/2005/8/layout/hierarchy2"/>
    <dgm:cxn modelId="{0082456A-71B1-4BF0-8C7C-3119CEEC6AAE}" type="presOf" srcId="{F8A913BF-FF20-4BE3-AB5E-0F7AA51F32B6}" destId="{037CC688-649A-434F-9080-67500DD1A79D}" srcOrd="0" destOrd="0" presId="urn:microsoft.com/office/officeart/2005/8/layout/hierarchy2"/>
    <dgm:cxn modelId="{E76AA94C-DDC6-46E9-9B32-37C5F5299BC9}" srcId="{20A65034-31C8-4FB9-B35A-01908CBDDB35}" destId="{F77BAF7A-175C-4003-A6AA-24E76EF32702}" srcOrd="0" destOrd="0" parTransId="{06E1B8E6-917A-4BFE-B4CD-67A90C88741F}" sibTransId="{5418DC28-54AB-4167-B8C4-10240D4FCB1D}"/>
    <dgm:cxn modelId="{070B5E4F-8062-42BA-BBB0-464E50DCDB9D}" type="presOf" srcId="{20A65034-31C8-4FB9-B35A-01908CBDDB35}" destId="{7CFDB172-E668-43FE-B146-64584C675B7A}" srcOrd="0" destOrd="0" presId="urn:microsoft.com/office/officeart/2005/8/layout/hierarchy2"/>
    <dgm:cxn modelId="{913EA752-AAC5-4DC3-8396-33E249EBEBA0}" type="presOf" srcId="{36061C26-038C-48A2-8176-FC82F637E77E}" destId="{4D5C558E-2E7D-4D1A-ABA2-D5D2DD86206F}" srcOrd="0" destOrd="0" presId="urn:microsoft.com/office/officeart/2005/8/layout/hierarchy2"/>
    <dgm:cxn modelId="{36FDD673-AD85-4573-BB5A-6232ED1BE70C}" type="presOf" srcId="{7E301767-8ADB-4167-BA15-EC4ED536CDF3}" destId="{068C6179-719E-4B47-9EBE-F32060C437F0}" srcOrd="1" destOrd="0" presId="urn:microsoft.com/office/officeart/2005/8/layout/hierarchy2"/>
    <dgm:cxn modelId="{A30AB156-21A4-4740-ABBE-DD7998798B1F}" type="presOf" srcId="{FA135B7F-2613-4B80-BDFC-5E6ED5D1C14D}" destId="{78FFD0A5-EFF7-4D75-9190-24A2A39A0A14}" srcOrd="0" destOrd="0" presId="urn:microsoft.com/office/officeart/2005/8/layout/hierarchy2"/>
    <dgm:cxn modelId="{005F5477-816A-4C77-91D3-EE85041AFD2F}" type="presOf" srcId="{151543BC-AEBE-4068-BE93-39163CC15B0C}" destId="{68A85DED-C01F-403C-9517-F2C92D2E1D99}" srcOrd="0" destOrd="0" presId="urn:microsoft.com/office/officeart/2005/8/layout/hierarchy2"/>
    <dgm:cxn modelId="{C0486979-4AA4-4DD0-BE83-89FBB6E59BAD}" srcId="{0417665F-05DB-447F-B5CF-5767FCC0E66D}" destId="{20A65034-31C8-4FB9-B35A-01908CBDDB35}" srcOrd="0" destOrd="0" parTransId="{36061C26-038C-48A2-8176-FC82F637E77E}" sibTransId="{82371B03-B973-4BE5-8950-B7F0D1CAA83F}"/>
    <dgm:cxn modelId="{D34CAC80-206F-497F-970B-A39B06FADD2C}" type="presOf" srcId="{B1AE1026-D2A0-47C2-8B3D-C6B0156D358B}" destId="{6CDEF2D0-E275-4921-BA3B-84ABC851091F}" srcOrd="0" destOrd="0" presId="urn:microsoft.com/office/officeart/2005/8/layout/hierarchy2"/>
    <dgm:cxn modelId="{00AB788A-792D-4147-8436-4B06D89FCD1B}" type="presOf" srcId="{0417665F-05DB-447F-B5CF-5767FCC0E66D}" destId="{3D4DFC46-14FD-44CF-889B-312D881097D2}" srcOrd="0" destOrd="0" presId="urn:microsoft.com/office/officeart/2005/8/layout/hierarchy2"/>
    <dgm:cxn modelId="{AED34FA7-357A-4736-AAFC-70A1B66A8925}" type="presOf" srcId="{06E1B8E6-917A-4BFE-B4CD-67A90C88741F}" destId="{938E7890-3687-42DC-855E-CB4ABC65476D}" srcOrd="1" destOrd="0" presId="urn:microsoft.com/office/officeart/2005/8/layout/hierarchy2"/>
    <dgm:cxn modelId="{29F6EEB2-A122-4A98-AFBD-83511EBF5CD3}" type="presOf" srcId="{2E56F678-C1CE-4892-BC9F-D88898E69FD5}" destId="{484FF441-C91D-4E7A-BC24-9D042BC822F3}" srcOrd="0" destOrd="0" presId="urn:microsoft.com/office/officeart/2005/8/layout/hierarchy2"/>
    <dgm:cxn modelId="{E18B8FB4-B860-4E74-A870-F6554E301CD2}" type="presOf" srcId="{9C6E211D-B358-45C5-95D3-C96B3D66FDB2}" destId="{42EAD14C-C4CD-43F4-BBC5-79864427DD73}" srcOrd="0" destOrd="0" presId="urn:microsoft.com/office/officeart/2005/8/layout/hierarchy2"/>
    <dgm:cxn modelId="{F6280BC0-E4AE-4BFC-938A-510262354F90}" type="presOf" srcId="{0A9FB55B-D1A7-4307-8A08-CC8062B73331}" destId="{A8E92269-108D-40EB-979D-DA3CEFA1FF1C}" srcOrd="1" destOrd="0" presId="urn:microsoft.com/office/officeart/2005/8/layout/hierarchy2"/>
    <dgm:cxn modelId="{D19D93C6-86D4-443D-9CA0-6490B1D18616}" type="presOf" srcId="{F2DD335F-F4ED-427B-9143-27BE63843845}" destId="{398C20A5-A9D8-4D3E-B587-799A3BB16507}" srcOrd="0" destOrd="0" presId="urn:microsoft.com/office/officeart/2005/8/layout/hierarchy2"/>
    <dgm:cxn modelId="{C0C9B3D1-A740-4616-A98F-5A4A0EC01948}" srcId="{2E56F678-C1CE-4892-BC9F-D88898E69FD5}" destId="{AB428304-461C-4EF2-8AB5-72E61F1D457B}" srcOrd="2" destOrd="0" parTransId="{151543BC-AEBE-4068-BE93-39163CC15B0C}" sibTransId="{3A0F74E7-D9A7-4A57-8BC0-85238CF5478F}"/>
    <dgm:cxn modelId="{C14EDBD1-A735-4FED-AE92-495AC30A48E4}" type="presOf" srcId="{9F41907F-BB90-49A4-8E97-05E5E602AA08}" destId="{2456E607-9E9A-461B-9DA8-D9F7AFDF1055}" srcOrd="0" destOrd="0" presId="urn:microsoft.com/office/officeart/2005/8/layout/hierarchy2"/>
    <dgm:cxn modelId="{4839C0D2-6618-439C-B7B2-186067D6EEB7}" srcId="{B1AE1026-D2A0-47C2-8B3D-C6B0156D358B}" destId="{F2DD335F-F4ED-427B-9143-27BE63843845}" srcOrd="0" destOrd="0" parTransId="{8889FCFF-0902-4D6E-9951-6CD429DB888B}" sibTransId="{447E591A-B8DE-4930-BE32-F339B98FD4F3}"/>
    <dgm:cxn modelId="{6BBD61D8-73FE-4E58-93BF-FDFEF4B836AD}" type="presOf" srcId="{B94A8C1F-8663-48DC-AFE0-ED9153CDDB04}" destId="{E701DB57-D095-4995-BA9F-3DC318F851BB}" srcOrd="0" destOrd="0" presId="urn:microsoft.com/office/officeart/2005/8/layout/hierarchy2"/>
    <dgm:cxn modelId="{2C152BD9-AB8F-4DA3-970C-6B9B48702F8B}" type="presOf" srcId="{777E2D03-330E-43C8-A439-09671C3F191F}" destId="{33B9F075-4423-4B3D-A2BD-A73956F1955D}" srcOrd="0" destOrd="0" presId="urn:microsoft.com/office/officeart/2005/8/layout/hierarchy2"/>
    <dgm:cxn modelId="{92A0EDDC-2ADD-4592-9705-18201C0D7A77}" srcId="{2E56F678-C1CE-4892-BC9F-D88898E69FD5}" destId="{05CD4DBB-775F-4F64-B7B3-2A8FB6878FB6}" srcOrd="1" destOrd="0" parTransId="{7E301767-8ADB-4167-BA15-EC4ED536CDF3}" sibTransId="{BA73F853-FE33-4BBC-8D45-84658BD94781}"/>
    <dgm:cxn modelId="{9C1AEADF-F50B-4331-9D25-19AEDF04AC92}" type="presOf" srcId="{9C6E211D-B358-45C5-95D3-C96B3D66FDB2}" destId="{2D5F6FEF-BACB-4FE7-B689-8A9CFA42D76E}" srcOrd="1" destOrd="0" presId="urn:microsoft.com/office/officeart/2005/8/layout/hierarchy2"/>
    <dgm:cxn modelId="{76E6D0E2-CAA0-47F4-8F29-FEC4AD627595}" srcId="{CB36CA1F-DC00-49FC-9F39-3899387403F7}" destId="{70EB503F-3A9B-46F0-8303-EF97445EEC83}" srcOrd="0" destOrd="0" parTransId="{FF3DB6AF-A4DE-4E13-AE14-D96D5C0A1A8B}" sibTransId="{C09D8828-D1EC-4445-AC28-913742F85FBF}"/>
    <dgm:cxn modelId="{5CE56FE7-CD00-4654-A079-0F55D64818D8}" type="presOf" srcId="{05CD4DBB-775F-4F64-B7B3-2A8FB6878FB6}" destId="{FE57452C-E001-4B6F-B3D9-B5C2BCE6A1ED}" srcOrd="0" destOrd="0" presId="urn:microsoft.com/office/officeart/2005/8/layout/hierarchy2"/>
    <dgm:cxn modelId="{9168C7F0-18A0-4503-B77D-2800B629C312}" type="presOf" srcId="{11F84FE5-D2A8-4928-A291-B5915D3D9955}" destId="{AC917292-0880-4240-9CF8-AB0D0F2B0832}" srcOrd="0" destOrd="0" presId="urn:microsoft.com/office/officeart/2005/8/layout/hierarchy2"/>
    <dgm:cxn modelId="{B6D60DF1-8A9D-43A8-9226-172F5D18A382}" type="presOf" srcId="{D66DAC0E-D6F2-470E-A02F-6C7E94390031}" destId="{5F5B8F60-B6E3-4D33-8006-A534B5219659}" srcOrd="0" destOrd="0" presId="urn:microsoft.com/office/officeart/2005/8/layout/hierarchy2"/>
    <dgm:cxn modelId="{798E3BF1-89A4-4EAC-BF19-C5E5A968BEE3}" srcId="{FA135B7F-2613-4B80-BDFC-5E6ED5D1C14D}" destId="{0520DB01-5CDA-4B89-ABBB-14C2DA83042A}" srcOrd="0" destOrd="0" parTransId="{7AA7E7C8-28F5-4795-AD69-71F96663B848}" sibTransId="{9965978E-C79C-411E-9C9B-DD5223ACF6B8}"/>
    <dgm:cxn modelId="{A3FC66FD-7842-41C6-B8BF-E836BD8387BD}" type="presOf" srcId="{D66DAC0E-D6F2-470E-A02F-6C7E94390031}" destId="{974EA6F0-7E42-4CD5-BFEE-3A3BF1F9DA7E}" srcOrd="1" destOrd="0" presId="urn:microsoft.com/office/officeart/2005/8/layout/hierarchy2"/>
    <dgm:cxn modelId="{86FEB9FD-0E4A-4361-838D-55E96663BF06}" srcId="{F2DD335F-F4ED-427B-9143-27BE63843845}" destId="{FA135B7F-2613-4B80-BDFC-5E6ED5D1C14D}" srcOrd="1" destOrd="0" parTransId="{9C6E211D-B358-45C5-95D3-C96B3D66FDB2}" sibTransId="{14C1B338-1697-457F-B7F9-3F005F6B8871}"/>
    <dgm:cxn modelId="{94345929-E09C-4CE6-BAAC-97005FC6C0EC}" type="presParOf" srcId="{6CDEF2D0-E275-4921-BA3B-84ABC851091F}" destId="{6BD5A947-8166-447A-B304-C2F64D6C456A}" srcOrd="0" destOrd="0" presId="urn:microsoft.com/office/officeart/2005/8/layout/hierarchy2"/>
    <dgm:cxn modelId="{4085F9ED-E667-4405-9042-6389E75FE004}" type="presParOf" srcId="{6BD5A947-8166-447A-B304-C2F64D6C456A}" destId="{398C20A5-A9D8-4D3E-B587-799A3BB16507}" srcOrd="0" destOrd="0" presId="urn:microsoft.com/office/officeart/2005/8/layout/hierarchy2"/>
    <dgm:cxn modelId="{DA17A97C-BDF5-4E07-8018-53217C28773C}" type="presParOf" srcId="{6BD5A947-8166-447A-B304-C2F64D6C456A}" destId="{E5EECC48-296F-4977-9549-5478D27AA71E}" srcOrd="1" destOrd="0" presId="urn:microsoft.com/office/officeart/2005/8/layout/hierarchy2"/>
    <dgm:cxn modelId="{0195C1B1-0219-4B5B-B4E4-1A3B8751F3C4}" type="presParOf" srcId="{E5EECC48-296F-4977-9549-5478D27AA71E}" destId="{E701DB57-D095-4995-BA9F-3DC318F851BB}" srcOrd="0" destOrd="0" presId="urn:microsoft.com/office/officeart/2005/8/layout/hierarchy2"/>
    <dgm:cxn modelId="{AC0439F0-117C-4308-A075-53F8CE8DF46D}" type="presParOf" srcId="{E701DB57-D095-4995-BA9F-3DC318F851BB}" destId="{8532DA87-15CF-41DC-A6ED-D536B73B26D5}" srcOrd="0" destOrd="0" presId="urn:microsoft.com/office/officeart/2005/8/layout/hierarchy2"/>
    <dgm:cxn modelId="{DE0254E8-7F61-4109-AE1C-3CBC6807241F}" type="presParOf" srcId="{E5EECC48-296F-4977-9549-5478D27AA71E}" destId="{66E6AE2D-E424-401E-BE98-13D9C7C8E64F}" srcOrd="1" destOrd="0" presId="urn:microsoft.com/office/officeart/2005/8/layout/hierarchy2"/>
    <dgm:cxn modelId="{585288A0-A643-41BE-B799-F2CB911AB827}" type="presParOf" srcId="{66E6AE2D-E424-401E-BE98-13D9C7C8E64F}" destId="{037CC688-649A-434F-9080-67500DD1A79D}" srcOrd="0" destOrd="0" presId="urn:microsoft.com/office/officeart/2005/8/layout/hierarchy2"/>
    <dgm:cxn modelId="{867B5E5F-12F2-4BA5-8DA4-B6BCC6372FA8}" type="presParOf" srcId="{66E6AE2D-E424-401E-BE98-13D9C7C8E64F}" destId="{C0952350-77B3-4279-8F92-FF05E01C1691}" srcOrd="1" destOrd="0" presId="urn:microsoft.com/office/officeart/2005/8/layout/hierarchy2"/>
    <dgm:cxn modelId="{01729D0F-9200-48B8-904B-C498C80D63D6}" type="presParOf" srcId="{C0952350-77B3-4279-8F92-FF05E01C1691}" destId="{33B9F075-4423-4B3D-A2BD-A73956F1955D}" srcOrd="0" destOrd="0" presId="urn:microsoft.com/office/officeart/2005/8/layout/hierarchy2"/>
    <dgm:cxn modelId="{381DC385-54FB-4CEB-84B4-8595A2526F86}" type="presParOf" srcId="{33B9F075-4423-4B3D-A2BD-A73956F1955D}" destId="{D409D1B5-8445-4A64-8086-7FE53A8B3E24}" srcOrd="0" destOrd="0" presId="urn:microsoft.com/office/officeart/2005/8/layout/hierarchy2"/>
    <dgm:cxn modelId="{1F36CB35-5DB4-4AAD-ADC6-7C8E24AE4AC9}" type="presParOf" srcId="{C0952350-77B3-4279-8F92-FF05E01C1691}" destId="{C7214047-2809-48BC-9810-4DD98B40D464}" srcOrd="1" destOrd="0" presId="urn:microsoft.com/office/officeart/2005/8/layout/hierarchy2"/>
    <dgm:cxn modelId="{AD65D5B5-DB60-452A-8225-9DC02DFF7A81}" type="presParOf" srcId="{C7214047-2809-48BC-9810-4DD98B40D464}" destId="{66091779-FD2E-4FDC-86F2-2AC227D5816C}" srcOrd="0" destOrd="0" presId="urn:microsoft.com/office/officeart/2005/8/layout/hierarchy2"/>
    <dgm:cxn modelId="{F16E90AE-9DEA-4CC7-808E-5069158CA875}" type="presParOf" srcId="{C7214047-2809-48BC-9810-4DD98B40D464}" destId="{6E3562EA-6D04-4E9B-A3D1-A1F6DC869A7B}" srcOrd="1" destOrd="0" presId="urn:microsoft.com/office/officeart/2005/8/layout/hierarchy2"/>
    <dgm:cxn modelId="{4ED22EFB-0374-46DB-8A4A-2A90BFDE466E}" type="presParOf" srcId="{6E3562EA-6D04-4E9B-A3D1-A1F6DC869A7B}" destId="{69ABC5AB-FD09-427D-B12C-5C8B1CBD2726}" srcOrd="0" destOrd="0" presId="urn:microsoft.com/office/officeart/2005/8/layout/hierarchy2"/>
    <dgm:cxn modelId="{6956D341-34C9-4D58-9C76-570300407915}" type="presParOf" srcId="{69ABC5AB-FD09-427D-B12C-5C8B1CBD2726}" destId="{5156EE79-8EF5-461E-AB61-DF6007AD0779}" srcOrd="0" destOrd="0" presId="urn:microsoft.com/office/officeart/2005/8/layout/hierarchy2"/>
    <dgm:cxn modelId="{12A5BBBC-C885-4416-8E2B-1E88C0BE4531}" type="presParOf" srcId="{6E3562EA-6D04-4E9B-A3D1-A1F6DC869A7B}" destId="{C27DD1E1-701E-4C8F-8174-E6B8B2DC4D15}" srcOrd="1" destOrd="0" presId="urn:microsoft.com/office/officeart/2005/8/layout/hierarchy2"/>
    <dgm:cxn modelId="{72CFA053-BEEA-45F2-ABAB-90F244519195}" type="presParOf" srcId="{C27DD1E1-701E-4C8F-8174-E6B8B2DC4D15}" destId="{5B8380FE-0DCB-4F6C-B2BC-0BBB10FD4D3D}" srcOrd="0" destOrd="0" presId="urn:microsoft.com/office/officeart/2005/8/layout/hierarchy2"/>
    <dgm:cxn modelId="{99BF444A-8715-4CC5-A9FA-0AF4C57DF362}" type="presParOf" srcId="{C27DD1E1-701E-4C8F-8174-E6B8B2DC4D15}" destId="{364F520D-3FEF-4E8D-A45A-CCC229C7AAAB}" srcOrd="1" destOrd="0" presId="urn:microsoft.com/office/officeart/2005/8/layout/hierarchy2"/>
    <dgm:cxn modelId="{16511238-1BC2-45A1-BC67-5954B2F02753}" type="presParOf" srcId="{E5EECC48-296F-4977-9549-5478D27AA71E}" destId="{42EAD14C-C4CD-43F4-BBC5-79864427DD73}" srcOrd="2" destOrd="0" presId="urn:microsoft.com/office/officeart/2005/8/layout/hierarchy2"/>
    <dgm:cxn modelId="{FF6DEB0A-39A3-4001-9636-16F36B109237}" type="presParOf" srcId="{42EAD14C-C4CD-43F4-BBC5-79864427DD73}" destId="{2D5F6FEF-BACB-4FE7-B689-8A9CFA42D76E}" srcOrd="0" destOrd="0" presId="urn:microsoft.com/office/officeart/2005/8/layout/hierarchy2"/>
    <dgm:cxn modelId="{F9152E3C-CA4E-4B34-BCA1-0AFFBB2AFA61}" type="presParOf" srcId="{E5EECC48-296F-4977-9549-5478D27AA71E}" destId="{81B8013D-90D5-45A9-8B4B-BF7D3BD54942}" srcOrd="3" destOrd="0" presId="urn:microsoft.com/office/officeart/2005/8/layout/hierarchy2"/>
    <dgm:cxn modelId="{D46B5314-1213-4C84-96C2-E5C6F13E5B97}" type="presParOf" srcId="{81B8013D-90D5-45A9-8B4B-BF7D3BD54942}" destId="{78FFD0A5-EFF7-4D75-9190-24A2A39A0A14}" srcOrd="0" destOrd="0" presId="urn:microsoft.com/office/officeart/2005/8/layout/hierarchy2"/>
    <dgm:cxn modelId="{63230BD2-996B-492A-B97C-CF3E30F53A86}" type="presParOf" srcId="{81B8013D-90D5-45A9-8B4B-BF7D3BD54942}" destId="{2B786ED4-C331-4CCB-A219-049FDEC12BC1}" srcOrd="1" destOrd="0" presId="urn:microsoft.com/office/officeart/2005/8/layout/hierarchy2"/>
    <dgm:cxn modelId="{DC21766B-7C6F-44FA-A01E-1CE05AEDF45B}" type="presParOf" srcId="{2B786ED4-C331-4CCB-A219-049FDEC12BC1}" destId="{E8CC1104-E240-42BE-900E-835E00B649B3}" srcOrd="0" destOrd="0" presId="urn:microsoft.com/office/officeart/2005/8/layout/hierarchy2"/>
    <dgm:cxn modelId="{00631ABA-BF8D-40B6-825E-3B98EE092C17}" type="presParOf" srcId="{E8CC1104-E240-42BE-900E-835E00B649B3}" destId="{DB6F332D-DB1E-42F9-B0F5-86DE58B9A006}" srcOrd="0" destOrd="0" presId="urn:microsoft.com/office/officeart/2005/8/layout/hierarchy2"/>
    <dgm:cxn modelId="{66BE95FD-C832-468A-A123-32BA56620E2A}" type="presParOf" srcId="{2B786ED4-C331-4CCB-A219-049FDEC12BC1}" destId="{12A24013-BD94-4075-B65C-E72D4CC5DA9F}" srcOrd="1" destOrd="0" presId="urn:microsoft.com/office/officeart/2005/8/layout/hierarchy2"/>
    <dgm:cxn modelId="{83E96A93-E61E-41CE-AEED-68CD3D3E9554}" type="presParOf" srcId="{12A24013-BD94-4075-B65C-E72D4CC5DA9F}" destId="{B8B76B01-ABE5-4B2A-967E-5B81E7EB1BEB}" srcOrd="0" destOrd="0" presId="urn:microsoft.com/office/officeart/2005/8/layout/hierarchy2"/>
    <dgm:cxn modelId="{2390B178-E5BA-4797-A869-D894E18B8BE7}" type="presParOf" srcId="{12A24013-BD94-4075-B65C-E72D4CC5DA9F}" destId="{153D918C-2E6B-4614-A103-50E828FE18BA}" srcOrd="1" destOrd="0" presId="urn:microsoft.com/office/officeart/2005/8/layout/hierarchy2"/>
    <dgm:cxn modelId="{605C0DCD-8014-4532-9B25-C8589352B6DA}" type="presParOf" srcId="{153D918C-2E6B-4614-A103-50E828FE18BA}" destId="{5F5B8F60-B6E3-4D33-8006-A534B5219659}" srcOrd="0" destOrd="0" presId="urn:microsoft.com/office/officeart/2005/8/layout/hierarchy2"/>
    <dgm:cxn modelId="{32B72603-58ED-402C-82CA-7DBAE3263DC3}" type="presParOf" srcId="{5F5B8F60-B6E3-4D33-8006-A534B5219659}" destId="{974EA6F0-7E42-4CD5-BFEE-3A3BF1F9DA7E}" srcOrd="0" destOrd="0" presId="urn:microsoft.com/office/officeart/2005/8/layout/hierarchy2"/>
    <dgm:cxn modelId="{01351134-5B24-4C71-9E4F-7D0015D260F4}" type="presParOf" srcId="{153D918C-2E6B-4614-A103-50E828FE18BA}" destId="{538F3372-CE0D-4542-85F9-3B6CD7763FB3}" srcOrd="1" destOrd="0" presId="urn:microsoft.com/office/officeart/2005/8/layout/hierarchy2"/>
    <dgm:cxn modelId="{5E2BA61E-42E8-431A-998D-2749655B87C7}" type="presParOf" srcId="{538F3372-CE0D-4542-85F9-3B6CD7763FB3}" destId="{484FF441-C91D-4E7A-BC24-9D042BC822F3}" srcOrd="0" destOrd="0" presId="urn:microsoft.com/office/officeart/2005/8/layout/hierarchy2"/>
    <dgm:cxn modelId="{B9CF5182-36AF-4349-9D1F-8B01B7960D15}" type="presParOf" srcId="{538F3372-CE0D-4542-85F9-3B6CD7763FB3}" destId="{9ECE1F91-50F5-4017-B313-AE0D00533061}" srcOrd="1" destOrd="0" presId="urn:microsoft.com/office/officeart/2005/8/layout/hierarchy2"/>
    <dgm:cxn modelId="{0AA600A8-52E3-4D0E-8106-0501B7712F59}" type="presParOf" srcId="{9ECE1F91-50F5-4017-B313-AE0D00533061}" destId="{52C33EA9-1F67-42E9-95A3-083353CEDF6A}" srcOrd="0" destOrd="0" presId="urn:microsoft.com/office/officeart/2005/8/layout/hierarchy2"/>
    <dgm:cxn modelId="{2C645C70-E028-4CA0-86BE-36BA59BA2405}" type="presParOf" srcId="{52C33EA9-1F67-42E9-95A3-083353CEDF6A}" destId="{A8E92269-108D-40EB-979D-DA3CEFA1FF1C}" srcOrd="0" destOrd="0" presId="urn:microsoft.com/office/officeart/2005/8/layout/hierarchy2"/>
    <dgm:cxn modelId="{A722CF5E-7E1B-4098-B32E-F44EA7AAEF50}" type="presParOf" srcId="{9ECE1F91-50F5-4017-B313-AE0D00533061}" destId="{C8753729-E2B8-450F-9128-731EC0602952}" srcOrd="1" destOrd="0" presId="urn:microsoft.com/office/officeart/2005/8/layout/hierarchy2"/>
    <dgm:cxn modelId="{95748031-3B4E-462E-8977-F850698C7B79}" type="presParOf" srcId="{C8753729-E2B8-450F-9128-731EC0602952}" destId="{2456E607-9E9A-461B-9DA8-D9F7AFDF1055}" srcOrd="0" destOrd="0" presId="urn:microsoft.com/office/officeart/2005/8/layout/hierarchy2"/>
    <dgm:cxn modelId="{1AEDFA4B-6557-40E7-B021-84C879955C06}" type="presParOf" srcId="{C8753729-E2B8-450F-9128-731EC0602952}" destId="{F581CF7D-63D0-46D6-BD41-50B5A9048593}" srcOrd="1" destOrd="0" presId="urn:microsoft.com/office/officeart/2005/8/layout/hierarchy2"/>
    <dgm:cxn modelId="{73EAF567-377F-44EF-82B1-118431D16B49}" type="presParOf" srcId="{9ECE1F91-50F5-4017-B313-AE0D00533061}" destId="{E11CDAD6-EF43-4F94-BA41-40CBC44693B1}" srcOrd="2" destOrd="0" presId="urn:microsoft.com/office/officeart/2005/8/layout/hierarchy2"/>
    <dgm:cxn modelId="{CCA282B7-BAA7-4F58-BF63-4364441181D5}" type="presParOf" srcId="{E11CDAD6-EF43-4F94-BA41-40CBC44693B1}" destId="{068C6179-719E-4B47-9EBE-F32060C437F0}" srcOrd="0" destOrd="0" presId="urn:microsoft.com/office/officeart/2005/8/layout/hierarchy2"/>
    <dgm:cxn modelId="{A7EECB15-BB89-4218-9B6A-828BDE785D62}" type="presParOf" srcId="{9ECE1F91-50F5-4017-B313-AE0D00533061}" destId="{74CBADCE-7DBB-49C9-AB2B-4F4E54499CFA}" srcOrd="3" destOrd="0" presId="urn:microsoft.com/office/officeart/2005/8/layout/hierarchy2"/>
    <dgm:cxn modelId="{71991261-68CD-4052-9C02-2FA96EF86DB2}" type="presParOf" srcId="{74CBADCE-7DBB-49C9-AB2B-4F4E54499CFA}" destId="{FE57452C-E001-4B6F-B3D9-B5C2BCE6A1ED}" srcOrd="0" destOrd="0" presId="urn:microsoft.com/office/officeart/2005/8/layout/hierarchy2"/>
    <dgm:cxn modelId="{8322BC54-59BF-4F92-8A38-31B5C1777708}" type="presParOf" srcId="{74CBADCE-7DBB-49C9-AB2B-4F4E54499CFA}" destId="{B0A9A8DF-F323-4D69-9E2D-187487BA5A16}" srcOrd="1" destOrd="0" presId="urn:microsoft.com/office/officeart/2005/8/layout/hierarchy2"/>
    <dgm:cxn modelId="{AC5E3E87-99DF-410B-884D-5387BE8BF27E}" type="presParOf" srcId="{9ECE1F91-50F5-4017-B313-AE0D00533061}" destId="{68A85DED-C01F-403C-9517-F2C92D2E1D99}" srcOrd="4" destOrd="0" presId="urn:microsoft.com/office/officeart/2005/8/layout/hierarchy2"/>
    <dgm:cxn modelId="{0F428C0F-4F49-45B7-8B90-52606DFE37E3}" type="presParOf" srcId="{68A85DED-C01F-403C-9517-F2C92D2E1D99}" destId="{67A478BE-7EDA-4AC0-9240-BEECD2C1B112}" srcOrd="0" destOrd="0" presId="urn:microsoft.com/office/officeart/2005/8/layout/hierarchy2"/>
    <dgm:cxn modelId="{0CCC9EC5-D980-48B3-85C4-E6417302E502}" type="presParOf" srcId="{9ECE1F91-50F5-4017-B313-AE0D00533061}" destId="{ECB87CAF-2DB1-4330-A83A-E171394034A5}" srcOrd="5" destOrd="0" presId="urn:microsoft.com/office/officeart/2005/8/layout/hierarchy2"/>
    <dgm:cxn modelId="{5F08FF8A-1363-4ADC-ADAA-BBE814FD38D8}" type="presParOf" srcId="{ECB87CAF-2DB1-4330-A83A-E171394034A5}" destId="{E5B3CEF5-212B-4333-BDA5-5231AF422114}" srcOrd="0" destOrd="0" presId="urn:microsoft.com/office/officeart/2005/8/layout/hierarchy2"/>
    <dgm:cxn modelId="{C44E6BA1-4CE2-4FA4-97BB-2CFB7DFB8A5C}" type="presParOf" srcId="{ECB87CAF-2DB1-4330-A83A-E171394034A5}" destId="{21C1B8C2-43C8-48BF-9746-CB1D67DECABF}" srcOrd="1" destOrd="0" presId="urn:microsoft.com/office/officeart/2005/8/layout/hierarchy2"/>
    <dgm:cxn modelId="{EC60D6AA-F813-467B-8D4A-3037889785DB}" type="presParOf" srcId="{2B786ED4-C331-4CCB-A219-049FDEC12BC1}" destId="{AC917292-0880-4240-9CF8-AB0D0F2B0832}" srcOrd="2" destOrd="0" presId="urn:microsoft.com/office/officeart/2005/8/layout/hierarchy2"/>
    <dgm:cxn modelId="{0EA3C7E5-B3D8-42B3-AD8C-9AC35B3D296A}" type="presParOf" srcId="{AC917292-0880-4240-9CF8-AB0D0F2B0832}" destId="{E4BF694D-E775-4639-8D69-EA549226CA94}" srcOrd="0" destOrd="0" presId="urn:microsoft.com/office/officeart/2005/8/layout/hierarchy2"/>
    <dgm:cxn modelId="{05244670-F56F-4E14-BE19-4FB9BAA68C65}" type="presParOf" srcId="{2B786ED4-C331-4CCB-A219-049FDEC12BC1}" destId="{37B81F9F-4D8B-4846-8416-F2DF3B678FAA}" srcOrd="3" destOrd="0" presId="urn:microsoft.com/office/officeart/2005/8/layout/hierarchy2"/>
    <dgm:cxn modelId="{6871B613-A784-4D7E-8341-4C29CB3B6D3C}" type="presParOf" srcId="{37B81F9F-4D8B-4846-8416-F2DF3B678FAA}" destId="{3D4DFC46-14FD-44CF-889B-312D881097D2}" srcOrd="0" destOrd="0" presId="urn:microsoft.com/office/officeart/2005/8/layout/hierarchy2"/>
    <dgm:cxn modelId="{7BE0AD6A-2439-429A-89BE-E274F9205FA6}" type="presParOf" srcId="{37B81F9F-4D8B-4846-8416-F2DF3B678FAA}" destId="{917D5023-7B29-411C-A5D9-8EC5EA9E9182}" srcOrd="1" destOrd="0" presId="urn:microsoft.com/office/officeart/2005/8/layout/hierarchy2"/>
    <dgm:cxn modelId="{18867677-60D4-489B-80B4-09B88776CA1C}" type="presParOf" srcId="{917D5023-7B29-411C-A5D9-8EC5EA9E9182}" destId="{4D5C558E-2E7D-4D1A-ABA2-D5D2DD86206F}" srcOrd="0" destOrd="0" presId="urn:microsoft.com/office/officeart/2005/8/layout/hierarchy2"/>
    <dgm:cxn modelId="{0F018217-FC4B-48D8-923D-74FFB846A6CA}" type="presParOf" srcId="{4D5C558E-2E7D-4D1A-ABA2-D5D2DD86206F}" destId="{EC993B32-D076-4951-AEE7-4200E341C468}" srcOrd="0" destOrd="0" presId="urn:microsoft.com/office/officeart/2005/8/layout/hierarchy2"/>
    <dgm:cxn modelId="{433ACF3E-B545-468A-95C7-3C51573E235F}" type="presParOf" srcId="{917D5023-7B29-411C-A5D9-8EC5EA9E9182}" destId="{2E1CE949-7538-4875-A596-272E93252598}" srcOrd="1" destOrd="0" presId="urn:microsoft.com/office/officeart/2005/8/layout/hierarchy2"/>
    <dgm:cxn modelId="{F573143D-9F2C-48C3-9388-9D27E0A1FB8D}" type="presParOf" srcId="{2E1CE949-7538-4875-A596-272E93252598}" destId="{7CFDB172-E668-43FE-B146-64584C675B7A}" srcOrd="0" destOrd="0" presId="urn:microsoft.com/office/officeart/2005/8/layout/hierarchy2"/>
    <dgm:cxn modelId="{A44D3BE0-99B3-4DA8-8A96-B11F499B4E6A}" type="presParOf" srcId="{2E1CE949-7538-4875-A596-272E93252598}" destId="{36379834-7B61-43DE-BE71-A16800DF47B8}" srcOrd="1" destOrd="0" presId="urn:microsoft.com/office/officeart/2005/8/layout/hierarchy2"/>
    <dgm:cxn modelId="{C22CF9F5-3B3B-4356-9E41-E51636FF4BDE}" type="presParOf" srcId="{36379834-7B61-43DE-BE71-A16800DF47B8}" destId="{AF3A758F-4CD4-4A21-B44A-EE5D60432290}" srcOrd="0" destOrd="0" presId="urn:microsoft.com/office/officeart/2005/8/layout/hierarchy2"/>
    <dgm:cxn modelId="{6388CF2F-1C64-4081-B4FD-D7C2DB2D9176}" type="presParOf" srcId="{AF3A758F-4CD4-4A21-B44A-EE5D60432290}" destId="{938E7890-3687-42DC-855E-CB4ABC65476D}" srcOrd="0" destOrd="0" presId="urn:microsoft.com/office/officeart/2005/8/layout/hierarchy2"/>
    <dgm:cxn modelId="{10AC88F1-5734-4DE8-A33E-CB28E2F446F0}" type="presParOf" srcId="{36379834-7B61-43DE-BE71-A16800DF47B8}" destId="{4B7B71BA-84E6-4924-AA79-3886DCAFA119}" srcOrd="1" destOrd="0" presId="urn:microsoft.com/office/officeart/2005/8/layout/hierarchy2"/>
    <dgm:cxn modelId="{02EFD368-6530-4D81-8DEC-A3BB0861EB60}" type="presParOf" srcId="{4B7B71BA-84E6-4924-AA79-3886DCAFA119}" destId="{EAD3BB15-FD98-48A1-AE91-B49E6520FB73}" srcOrd="0" destOrd="0" presId="urn:microsoft.com/office/officeart/2005/8/layout/hierarchy2"/>
    <dgm:cxn modelId="{5FDE2925-7A17-4087-AB7C-8D2589A7EFA3}" type="presParOf" srcId="{4B7B71BA-84E6-4924-AA79-3886DCAFA119}" destId="{18D337E8-52AE-4734-9779-0B4151CCD77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FB202F-FB08-4046-B511-8154FB49289C}" type="doc">
      <dgm:prSet loTypeId="urn:microsoft.com/office/officeart/2005/8/layout/orgChart1" loCatId="hierarchy" qsTypeId="urn:microsoft.com/office/officeart/2005/8/quickstyle/simple1" qsCatId="simple" csTypeId="urn:microsoft.com/office/officeart/2005/8/colors/accent3_1" csCatId="accent3" phldr="1"/>
      <dgm:spPr/>
      <dgm:t>
        <a:bodyPr/>
        <a:lstStyle/>
        <a:p>
          <a:endParaRPr lang="zh-CN" altLang="en-US"/>
        </a:p>
      </dgm:t>
    </dgm:pt>
    <dgm:pt modelId="{5B2E383B-9F26-4DA9-983E-E153C7FFFA10}">
      <dgm:prSet custT="1"/>
      <dgm:spPr/>
      <dgm:t>
        <a:bodyPr/>
        <a:lstStyle/>
        <a:p>
          <a:pPr rtl="0"/>
          <a:r>
            <a:rPr lang="zh-CN" altLang="en-US" sz="2400" dirty="0"/>
            <a:t>所有损害优化的方法都是正则化。</a:t>
          </a:r>
        </a:p>
      </dgm:t>
    </dgm:pt>
    <dgm:pt modelId="{1C7A80F1-86C4-424F-9840-90BCB07D654B}" type="sibTrans" cxnId="{C81B5CC3-E7EF-4012-9950-B3EC99F54573}">
      <dgm:prSet/>
      <dgm:spPr/>
      <dgm:t>
        <a:bodyPr/>
        <a:lstStyle/>
        <a:p>
          <a:endParaRPr lang="zh-CN" altLang="en-US" sz="1000"/>
        </a:p>
      </dgm:t>
    </dgm:pt>
    <dgm:pt modelId="{0BDF28E4-3DD2-49C4-ADA0-8A4D042CDCAA}" type="parTrans" cxnId="{C81B5CC3-E7EF-4012-9950-B3EC99F54573}">
      <dgm:prSet/>
      <dgm:spPr/>
      <dgm:t>
        <a:bodyPr/>
        <a:lstStyle/>
        <a:p>
          <a:endParaRPr lang="zh-CN" altLang="en-US" sz="1000"/>
        </a:p>
      </dgm:t>
    </dgm:pt>
    <dgm:pt modelId="{DB307B8E-5B07-4FB9-927C-FCB1686BA255}">
      <dgm:prSet custT="1"/>
      <dgm:spPr/>
      <dgm:t>
        <a:bodyPr/>
        <a:lstStyle/>
        <a:p>
          <a:pPr rtl="0"/>
          <a:r>
            <a:rPr lang="zh-CN" altLang="en-US" sz="2000" dirty="0"/>
            <a:t>增加优化约束</a:t>
          </a:r>
          <a:endParaRPr lang="en-US" altLang="zh-CN" sz="2000" dirty="0"/>
        </a:p>
      </dgm:t>
    </dgm:pt>
    <dgm:pt modelId="{A9229453-57E9-4A0C-9186-0D49225E969E}" type="sibTrans" cxnId="{DA53CB38-9F6B-4C21-BD28-D1F63551230E}">
      <dgm:prSet/>
      <dgm:spPr/>
      <dgm:t>
        <a:bodyPr/>
        <a:lstStyle/>
        <a:p>
          <a:endParaRPr lang="zh-CN" altLang="en-US" sz="1000"/>
        </a:p>
      </dgm:t>
    </dgm:pt>
    <dgm:pt modelId="{40A169F2-70EE-4009-97A2-C1E2CA251AE8}" type="parTrans" cxnId="{DA53CB38-9F6B-4C21-BD28-D1F63551230E}">
      <dgm:prSet/>
      <dgm:spPr/>
      <dgm:t>
        <a:bodyPr/>
        <a:lstStyle/>
        <a:p>
          <a:endParaRPr lang="zh-CN" altLang="en-US" sz="1000"/>
        </a:p>
      </dgm:t>
    </dgm:pt>
    <dgm:pt modelId="{3A66B05C-C306-4566-ADB4-BD58EF99E13F}">
      <dgm:prSet custT="1"/>
      <dgm:spPr/>
      <dgm:t>
        <a:bodyPr/>
        <a:lstStyle/>
        <a:p>
          <a:pPr rtl="0"/>
          <a:r>
            <a:rPr lang="zh-CN" altLang="en-US" sz="2000" dirty="0"/>
            <a:t>干扰优化过程</a:t>
          </a:r>
        </a:p>
      </dgm:t>
    </dgm:pt>
    <dgm:pt modelId="{C0EB23F3-E30C-4600-81D9-825401C2251F}" type="sibTrans" cxnId="{B37680F7-BA20-4DD0-BBFC-22FFC6988DAB}">
      <dgm:prSet/>
      <dgm:spPr/>
      <dgm:t>
        <a:bodyPr/>
        <a:lstStyle/>
        <a:p>
          <a:endParaRPr lang="zh-CN" altLang="en-US" sz="1000"/>
        </a:p>
      </dgm:t>
    </dgm:pt>
    <dgm:pt modelId="{013B59AA-A8DF-4C7C-9DB4-7BB8FC4371C0}" type="parTrans" cxnId="{B37680F7-BA20-4DD0-BBFC-22FFC6988DAB}">
      <dgm:prSet/>
      <dgm:spPr/>
      <dgm:t>
        <a:bodyPr/>
        <a:lstStyle/>
        <a:p>
          <a:endParaRPr lang="zh-CN" altLang="en-US" sz="1000"/>
        </a:p>
      </dgm:t>
    </dgm:pt>
    <dgm:pt modelId="{674A3CB7-FDA9-44AE-915F-54F6508BD0EE}" type="pres">
      <dgm:prSet presAssocID="{F6FB202F-FB08-4046-B511-8154FB49289C}" presName="hierChild1" presStyleCnt="0">
        <dgm:presLayoutVars>
          <dgm:orgChart val="1"/>
          <dgm:chPref val="1"/>
          <dgm:dir/>
          <dgm:animOne val="branch"/>
          <dgm:animLvl val="lvl"/>
          <dgm:resizeHandles/>
        </dgm:presLayoutVars>
      </dgm:prSet>
      <dgm:spPr/>
    </dgm:pt>
    <dgm:pt modelId="{D8A5553F-946F-42F6-B0C2-579C504334D7}" type="pres">
      <dgm:prSet presAssocID="{5B2E383B-9F26-4DA9-983E-E153C7FFFA10}" presName="hierRoot1" presStyleCnt="0">
        <dgm:presLayoutVars>
          <dgm:hierBranch val="init"/>
        </dgm:presLayoutVars>
      </dgm:prSet>
      <dgm:spPr/>
    </dgm:pt>
    <dgm:pt modelId="{D50CC31B-43F6-4201-B273-994815EA301A}" type="pres">
      <dgm:prSet presAssocID="{5B2E383B-9F26-4DA9-983E-E153C7FFFA10}" presName="rootComposite1" presStyleCnt="0"/>
      <dgm:spPr/>
    </dgm:pt>
    <dgm:pt modelId="{D05EC9E0-8F5D-45CB-A733-A5612A87189B}" type="pres">
      <dgm:prSet presAssocID="{5B2E383B-9F26-4DA9-983E-E153C7FFFA10}" presName="rootText1" presStyleLbl="node0" presStyleIdx="0" presStyleCnt="1" custScaleX="150755" custScaleY="34804">
        <dgm:presLayoutVars>
          <dgm:chPref val="3"/>
        </dgm:presLayoutVars>
      </dgm:prSet>
      <dgm:spPr/>
    </dgm:pt>
    <dgm:pt modelId="{0A43440D-1F09-40F2-B6E7-0FC9C4298197}" type="pres">
      <dgm:prSet presAssocID="{5B2E383B-9F26-4DA9-983E-E153C7FFFA10}" presName="rootConnector1" presStyleLbl="node1" presStyleIdx="0" presStyleCnt="0"/>
      <dgm:spPr/>
    </dgm:pt>
    <dgm:pt modelId="{5D01162B-4530-4E40-A0F9-1F982BE9578B}" type="pres">
      <dgm:prSet presAssocID="{5B2E383B-9F26-4DA9-983E-E153C7FFFA10}" presName="hierChild2" presStyleCnt="0"/>
      <dgm:spPr/>
    </dgm:pt>
    <dgm:pt modelId="{AF461715-315F-4B67-AE64-A74F48E9AF89}" type="pres">
      <dgm:prSet presAssocID="{40A169F2-70EE-4009-97A2-C1E2CA251AE8}" presName="Name37" presStyleLbl="parChTrans1D2" presStyleIdx="0" presStyleCnt="2"/>
      <dgm:spPr/>
    </dgm:pt>
    <dgm:pt modelId="{10C067CD-E0A3-4180-9A83-FAE111F9A168}" type="pres">
      <dgm:prSet presAssocID="{DB307B8E-5B07-4FB9-927C-FCB1686BA255}" presName="hierRoot2" presStyleCnt="0">
        <dgm:presLayoutVars>
          <dgm:hierBranch val="init"/>
        </dgm:presLayoutVars>
      </dgm:prSet>
      <dgm:spPr/>
    </dgm:pt>
    <dgm:pt modelId="{5AB19431-C5EF-439D-8E18-25FA79D57CB7}" type="pres">
      <dgm:prSet presAssocID="{DB307B8E-5B07-4FB9-927C-FCB1686BA255}" presName="rootComposite" presStyleCnt="0"/>
      <dgm:spPr/>
    </dgm:pt>
    <dgm:pt modelId="{D2B477F3-791F-46FC-A50D-FA3601860E25}" type="pres">
      <dgm:prSet presAssocID="{DB307B8E-5B07-4FB9-927C-FCB1686BA255}" presName="rootText" presStyleLbl="node2" presStyleIdx="0" presStyleCnt="2" custScaleY="34615">
        <dgm:presLayoutVars>
          <dgm:chPref val="3"/>
        </dgm:presLayoutVars>
      </dgm:prSet>
      <dgm:spPr/>
    </dgm:pt>
    <dgm:pt modelId="{3E20DBAE-BE56-4FE8-B27C-7A331CE5D7F0}" type="pres">
      <dgm:prSet presAssocID="{DB307B8E-5B07-4FB9-927C-FCB1686BA255}" presName="rootConnector" presStyleLbl="node2" presStyleIdx="0" presStyleCnt="2"/>
      <dgm:spPr/>
    </dgm:pt>
    <dgm:pt modelId="{65DB62D2-7EC5-482F-AC65-C0B9E2943960}" type="pres">
      <dgm:prSet presAssocID="{DB307B8E-5B07-4FB9-927C-FCB1686BA255}" presName="hierChild4" presStyleCnt="0"/>
      <dgm:spPr/>
    </dgm:pt>
    <dgm:pt modelId="{229FEED3-1781-4CCD-9286-7FD2B3B2E358}" type="pres">
      <dgm:prSet presAssocID="{DB307B8E-5B07-4FB9-927C-FCB1686BA255}" presName="hierChild5" presStyleCnt="0"/>
      <dgm:spPr/>
    </dgm:pt>
    <dgm:pt modelId="{E5BF9C94-5509-4F79-AC82-D0991D6614CC}" type="pres">
      <dgm:prSet presAssocID="{013B59AA-A8DF-4C7C-9DB4-7BB8FC4371C0}" presName="Name37" presStyleLbl="parChTrans1D2" presStyleIdx="1" presStyleCnt="2"/>
      <dgm:spPr/>
    </dgm:pt>
    <dgm:pt modelId="{1C1CF193-258F-4481-B8DE-A7777F3305D8}" type="pres">
      <dgm:prSet presAssocID="{3A66B05C-C306-4566-ADB4-BD58EF99E13F}" presName="hierRoot2" presStyleCnt="0">
        <dgm:presLayoutVars>
          <dgm:hierBranch val="init"/>
        </dgm:presLayoutVars>
      </dgm:prSet>
      <dgm:spPr/>
    </dgm:pt>
    <dgm:pt modelId="{9E3C3702-DC4A-43B6-A3E2-DADBF31B21CF}" type="pres">
      <dgm:prSet presAssocID="{3A66B05C-C306-4566-ADB4-BD58EF99E13F}" presName="rootComposite" presStyleCnt="0"/>
      <dgm:spPr/>
    </dgm:pt>
    <dgm:pt modelId="{7509D6B6-898D-4FC7-8441-00720BF18D07}" type="pres">
      <dgm:prSet presAssocID="{3A66B05C-C306-4566-ADB4-BD58EF99E13F}" presName="rootText" presStyleLbl="node2" presStyleIdx="1" presStyleCnt="2" custScaleY="33749">
        <dgm:presLayoutVars>
          <dgm:chPref val="3"/>
        </dgm:presLayoutVars>
      </dgm:prSet>
      <dgm:spPr/>
    </dgm:pt>
    <dgm:pt modelId="{9A3819C4-B074-4F09-9908-28A73234B65F}" type="pres">
      <dgm:prSet presAssocID="{3A66B05C-C306-4566-ADB4-BD58EF99E13F}" presName="rootConnector" presStyleLbl="node2" presStyleIdx="1" presStyleCnt="2"/>
      <dgm:spPr/>
    </dgm:pt>
    <dgm:pt modelId="{137C4903-F1AB-4060-9A22-B1B7A38EE454}" type="pres">
      <dgm:prSet presAssocID="{3A66B05C-C306-4566-ADB4-BD58EF99E13F}" presName="hierChild4" presStyleCnt="0"/>
      <dgm:spPr/>
    </dgm:pt>
    <dgm:pt modelId="{B497FEF9-BFC3-4C64-82D5-9CA965BE9AEE}" type="pres">
      <dgm:prSet presAssocID="{3A66B05C-C306-4566-ADB4-BD58EF99E13F}" presName="hierChild5" presStyleCnt="0"/>
      <dgm:spPr/>
    </dgm:pt>
    <dgm:pt modelId="{F596C27B-3FC2-44CD-99BD-6CB3BDC98BE1}" type="pres">
      <dgm:prSet presAssocID="{5B2E383B-9F26-4DA9-983E-E153C7FFFA10}" presName="hierChild3" presStyleCnt="0"/>
      <dgm:spPr/>
    </dgm:pt>
  </dgm:ptLst>
  <dgm:cxnLst>
    <dgm:cxn modelId="{36FB4D0B-6E75-4594-9473-CB7A73DE5504}" type="presOf" srcId="{3A66B05C-C306-4566-ADB4-BD58EF99E13F}" destId="{7509D6B6-898D-4FC7-8441-00720BF18D07}" srcOrd="0" destOrd="0" presId="urn:microsoft.com/office/officeart/2005/8/layout/orgChart1"/>
    <dgm:cxn modelId="{6654731C-A0C1-47C8-838A-15E501E44BA8}" type="presOf" srcId="{DB307B8E-5B07-4FB9-927C-FCB1686BA255}" destId="{3E20DBAE-BE56-4FE8-B27C-7A331CE5D7F0}" srcOrd="1" destOrd="0" presId="urn:microsoft.com/office/officeart/2005/8/layout/orgChart1"/>
    <dgm:cxn modelId="{427C0627-9AAC-4073-AE52-5F3B8739AC38}" type="presOf" srcId="{40A169F2-70EE-4009-97A2-C1E2CA251AE8}" destId="{AF461715-315F-4B67-AE64-A74F48E9AF89}" srcOrd="0" destOrd="0" presId="urn:microsoft.com/office/officeart/2005/8/layout/orgChart1"/>
    <dgm:cxn modelId="{C368E529-D3E7-482C-9A8D-1C3C5958F504}" type="presOf" srcId="{5B2E383B-9F26-4DA9-983E-E153C7FFFA10}" destId="{D05EC9E0-8F5D-45CB-A733-A5612A87189B}" srcOrd="0" destOrd="0" presId="urn:microsoft.com/office/officeart/2005/8/layout/orgChart1"/>
    <dgm:cxn modelId="{7195E82B-8D5F-4392-B8BE-4E0E1FF07FAB}" type="presOf" srcId="{3A66B05C-C306-4566-ADB4-BD58EF99E13F}" destId="{9A3819C4-B074-4F09-9908-28A73234B65F}" srcOrd="1" destOrd="0" presId="urn:microsoft.com/office/officeart/2005/8/layout/orgChart1"/>
    <dgm:cxn modelId="{DA53CB38-9F6B-4C21-BD28-D1F63551230E}" srcId="{5B2E383B-9F26-4DA9-983E-E153C7FFFA10}" destId="{DB307B8E-5B07-4FB9-927C-FCB1686BA255}" srcOrd="0" destOrd="0" parTransId="{40A169F2-70EE-4009-97A2-C1E2CA251AE8}" sibTransId="{A9229453-57E9-4A0C-9186-0D49225E969E}"/>
    <dgm:cxn modelId="{95258471-3EC3-4E26-A09A-7D644341A566}" type="presOf" srcId="{DB307B8E-5B07-4FB9-927C-FCB1686BA255}" destId="{D2B477F3-791F-46FC-A50D-FA3601860E25}" srcOrd="0" destOrd="0" presId="urn:microsoft.com/office/officeart/2005/8/layout/orgChart1"/>
    <dgm:cxn modelId="{31C936BC-FB27-4336-980E-9471750D1238}" type="presOf" srcId="{5B2E383B-9F26-4DA9-983E-E153C7FFFA10}" destId="{0A43440D-1F09-40F2-B6E7-0FC9C4298197}" srcOrd="1" destOrd="0" presId="urn:microsoft.com/office/officeart/2005/8/layout/orgChart1"/>
    <dgm:cxn modelId="{C81B5CC3-E7EF-4012-9950-B3EC99F54573}" srcId="{F6FB202F-FB08-4046-B511-8154FB49289C}" destId="{5B2E383B-9F26-4DA9-983E-E153C7FFFA10}" srcOrd="0" destOrd="0" parTransId="{0BDF28E4-3DD2-49C4-ADA0-8A4D042CDCAA}" sibTransId="{1C7A80F1-86C4-424F-9840-90BCB07D654B}"/>
    <dgm:cxn modelId="{F98C9DC3-DA36-491B-BE8A-49718298771D}" type="presOf" srcId="{013B59AA-A8DF-4C7C-9DB4-7BB8FC4371C0}" destId="{E5BF9C94-5509-4F79-AC82-D0991D6614CC}" srcOrd="0" destOrd="0" presId="urn:microsoft.com/office/officeart/2005/8/layout/orgChart1"/>
    <dgm:cxn modelId="{E85F0AE4-1E42-488C-8540-8269B15AB553}" type="presOf" srcId="{F6FB202F-FB08-4046-B511-8154FB49289C}" destId="{674A3CB7-FDA9-44AE-915F-54F6508BD0EE}" srcOrd="0" destOrd="0" presId="urn:microsoft.com/office/officeart/2005/8/layout/orgChart1"/>
    <dgm:cxn modelId="{B37680F7-BA20-4DD0-BBFC-22FFC6988DAB}" srcId="{5B2E383B-9F26-4DA9-983E-E153C7FFFA10}" destId="{3A66B05C-C306-4566-ADB4-BD58EF99E13F}" srcOrd="1" destOrd="0" parTransId="{013B59AA-A8DF-4C7C-9DB4-7BB8FC4371C0}" sibTransId="{C0EB23F3-E30C-4600-81D9-825401C2251F}"/>
    <dgm:cxn modelId="{2FA9753B-29B0-493D-92E5-557749249353}" type="presParOf" srcId="{674A3CB7-FDA9-44AE-915F-54F6508BD0EE}" destId="{D8A5553F-946F-42F6-B0C2-579C504334D7}" srcOrd="0" destOrd="0" presId="urn:microsoft.com/office/officeart/2005/8/layout/orgChart1"/>
    <dgm:cxn modelId="{B0DF0D19-AFBB-43CD-A198-CC1DE0405EFE}" type="presParOf" srcId="{D8A5553F-946F-42F6-B0C2-579C504334D7}" destId="{D50CC31B-43F6-4201-B273-994815EA301A}" srcOrd="0" destOrd="0" presId="urn:microsoft.com/office/officeart/2005/8/layout/orgChart1"/>
    <dgm:cxn modelId="{F9AE60C6-B311-4649-8FD4-D97CB622E98D}" type="presParOf" srcId="{D50CC31B-43F6-4201-B273-994815EA301A}" destId="{D05EC9E0-8F5D-45CB-A733-A5612A87189B}" srcOrd="0" destOrd="0" presId="urn:microsoft.com/office/officeart/2005/8/layout/orgChart1"/>
    <dgm:cxn modelId="{2A1159F2-69D0-4472-B3F6-FD3CB5B31A09}" type="presParOf" srcId="{D50CC31B-43F6-4201-B273-994815EA301A}" destId="{0A43440D-1F09-40F2-B6E7-0FC9C4298197}" srcOrd="1" destOrd="0" presId="urn:microsoft.com/office/officeart/2005/8/layout/orgChart1"/>
    <dgm:cxn modelId="{DE206A20-A518-43CC-9817-EFFB038FF251}" type="presParOf" srcId="{D8A5553F-946F-42F6-B0C2-579C504334D7}" destId="{5D01162B-4530-4E40-A0F9-1F982BE9578B}" srcOrd="1" destOrd="0" presId="urn:microsoft.com/office/officeart/2005/8/layout/orgChart1"/>
    <dgm:cxn modelId="{7C6170A1-2253-4E72-A60A-DB42E1E8F2BF}" type="presParOf" srcId="{5D01162B-4530-4E40-A0F9-1F982BE9578B}" destId="{AF461715-315F-4B67-AE64-A74F48E9AF89}" srcOrd="0" destOrd="0" presId="urn:microsoft.com/office/officeart/2005/8/layout/orgChart1"/>
    <dgm:cxn modelId="{702D16E9-AA5D-4D8A-8C72-C4EAB4DA237B}" type="presParOf" srcId="{5D01162B-4530-4E40-A0F9-1F982BE9578B}" destId="{10C067CD-E0A3-4180-9A83-FAE111F9A168}" srcOrd="1" destOrd="0" presId="urn:microsoft.com/office/officeart/2005/8/layout/orgChart1"/>
    <dgm:cxn modelId="{264DADD9-AB17-444E-AA59-4B97A37BFAB9}" type="presParOf" srcId="{10C067CD-E0A3-4180-9A83-FAE111F9A168}" destId="{5AB19431-C5EF-439D-8E18-25FA79D57CB7}" srcOrd="0" destOrd="0" presId="urn:microsoft.com/office/officeart/2005/8/layout/orgChart1"/>
    <dgm:cxn modelId="{9C8D79CE-B2AF-42B8-B3B5-2BA1D5ED5728}" type="presParOf" srcId="{5AB19431-C5EF-439D-8E18-25FA79D57CB7}" destId="{D2B477F3-791F-46FC-A50D-FA3601860E25}" srcOrd="0" destOrd="0" presId="urn:microsoft.com/office/officeart/2005/8/layout/orgChart1"/>
    <dgm:cxn modelId="{DF2538B9-2F08-4098-870B-6FDD59738EE1}" type="presParOf" srcId="{5AB19431-C5EF-439D-8E18-25FA79D57CB7}" destId="{3E20DBAE-BE56-4FE8-B27C-7A331CE5D7F0}" srcOrd="1" destOrd="0" presId="urn:microsoft.com/office/officeart/2005/8/layout/orgChart1"/>
    <dgm:cxn modelId="{3EAF8DF3-B37E-4D34-97B7-D793BD1B4DEC}" type="presParOf" srcId="{10C067CD-E0A3-4180-9A83-FAE111F9A168}" destId="{65DB62D2-7EC5-482F-AC65-C0B9E2943960}" srcOrd="1" destOrd="0" presId="urn:microsoft.com/office/officeart/2005/8/layout/orgChart1"/>
    <dgm:cxn modelId="{942B9EB6-D729-425B-A48C-522FB928DE7F}" type="presParOf" srcId="{10C067CD-E0A3-4180-9A83-FAE111F9A168}" destId="{229FEED3-1781-4CCD-9286-7FD2B3B2E358}" srcOrd="2" destOrd="0" presId="urn:microsoft.com/office/officeart/2005/8/layout/orgChart1"/>
    <dgm:cxn modelId="{C15837D0-87A5-4814-8019-BBD69AA18396}" type="presParOf" srcId="{5D01162B-4530-4E40-A0F9-1F982BE9578B}" destId="{E5BF9C94-5509-4F79-AC82-D0991D6614CC}" srcOrd="2" destOrd="0" presId="urn:microsoft.com/office/officeart/2005/8/layout/orgChart1"/>
    <dgm:cxn modelId="{26CD19A9-B004-478C-93C1-5EE801E2E7B1}" type="presParOf" srcId="{5D01162B-4530-4E40-A0F9-1F982BE9578B}" destId="{1C1CF193-258F-4481-B8DE-A7777F3305D8}" srcOrd="3" destOrd="0" presId="urn:microsoft.com/office/officeart/2005/8/layout/orgChart1"/>
    <dgm:cxn modelId="{0AE45914-BAF4-453A-82EC-10105A8ADC9B}" type="presParOf" srcId="{1C1CF193-258F-4481-B8DE-A7777F3305D8}" destId="{9E3C3702-DC4A-43B6-A3E2-DADBF31B21CF}" srcOrd="0" destOrd="0" presId="urn:microsoft.com/office/officeart/2005/8/layout/orgChart1"/>
    <dgm:cxn modelId="{DC0029A2-C535-4CFF-A665-233F8DBD5ACF}" type="presParOf" srcId="{9E3C3702-DC4A-43B6-A3E2-DADBF31B21CF}" destId="{7509D6B6-898D-4FC7-8441-00720BF18D07}" srcOrd="0" destOrd="0" presId="urn:microsoft.com/office/officeart/2005/8/layout/orgChart1"/>
    <dgm:cxn modelId="{1F1173CE-FDC9-4581-9E88-FB21D25F15FF}" type="presParOf" srcId="{9E3C3702-DC4A-43B6-A3E2-DADBF31B21CF}" destId="{9A3819C4-B074-4F09-9908-28A73234B65F}" srcOrd="1" destOrd="0" presId="urn:microsoft.com/office/officeart/2005/8/layout/orgChart1"/>
    <dgm:cxn modelId="{F2E6235A-13DC-4F25-B4D4-2CDE0545C9ED}" type="presParOf" srcId="{1C1CF193-258F-4481-B8DE-A7777F3305D8}" destId="{137C4903-F1AB-4060-9A22-B1B7A38EE454}" srcOrd="1" destOrd="0" presId="urn:microsoft.com/office/officeart/2005/8/layout/orgChart1"/>
    <dgm:cxn modelId="{7C6DACA4-5D8D-4D73-88A6-1865A2CDB89F}" type="presParOf" srcId="{1C1CF193-258F-4481-B8DE-A7777F3305D8}" destId="{B497FEF9-BFC3-4C64-82D5-9CA965BE9AEE}" srcOrd="2" destOrd="0" presId="urn:microsoft.com/office/officeart/2005/8/layout/orgChart1"/>
    <dgm:cxn modelId="{AB3A4BE4-8473-4E95-B6D5-CFED9DAD8462}" type="presParOf" srcId="{D8A5553F-946F-42F6-B0C2-579C504334D7}" destId="{F596C27B-3FC2-44CD-99BD-6CB3BDC98BE1}"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C20A5-A9D8-4D3E-B587-799A3BB16507}">
      <dsp:nvSpPr>
        <dsp:cNvPr id="0" name=""/>
        <dsp:cNvSpPr/>
      </dsp:nvSpPr>
      <dsp:spPr>
        <a:xfrm>
          <a:off x="5911" y="1799311"/>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知识</a:t>
          </a:r>
        </a:p>
      </dsp:txBody>
      <dsp:txXfrm>
        <a:off x="24145" y="1817545"/>
        <a:ext cx="1208649" cy="586090"/>
      </dsp:txXfrm>
    </dsp:sp>
    <dsp:sp modelId="{E701DB57-D095-4995-BA9F-3DC318F851BB}">
      <dsp:nvSpPr>
        <dsp:cNvPr id="0" name=""/>
        <dsp:cNvSpPr/>
      </dsp:nvSpPr>
      <dsp:spPr>
        <a:xfrm rot="17692822">
          <a:off x="908161" y="1562285"/>
          <a:ext cx="1183782" cy="22697"/>
        </a:xfrm>
        <a:custGeom>
          <a:avLst/>
          <a:gdLst/>
          <a:ahLst/>
          <a:cxnLst/>
          <a:rect l="0" t="0" r="0" b="0"/>
          <a:pathLst>
            <a:path>
              <a:moveTo>
                <a:pt x="0" y="11348"/>
              </a:moveTo>
              <a:lnTo>
                <a:pt x="1183782" y="113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1470458" y="1544039"/>
        <a:ext cx="59189" cy="59189"/>
      </dsp:txXfrm>
    </dsp:sp>
    <dsp:sp modelId="{037CC688-649A-434F-9080-67500DD1A79D}">
      <dsp:nvSpPr>
        <dsp:cNvPr id="0" name=""/>
        <dsp:cNvSpPr/>
      </dsp:nvSpPr>
      <dsp:spPr>
        <a:xfrm>
          <a:off x="1749076" y="725397"/>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sz="1400" b="1" kern="1200" dirty="0">
              <a:latin typeface="微软雅黑" panose="020B0503020204020204" pitchFamily="34" charset="-122"/>
              <a:ea typeface="微软雅黑" panose="020B0503020204020204" pitchFamily="34" charset="-122"/>
            </a:rPr>
            <a:t>知道</a:t>
          </a:r>
          <a:endParaRPr lang="en-US" altLang="zh-CN" sz="1400" b="1" kern="1200" dirty="0">
            <a:latin typeface="微软雅黑" panose="020B0503020204020204" pitchFamily="34" charset="-122"/>
            <a:ea typeface="微软雅黑" panose="020B0503020204020204" pitchFamily="34" charset="-122"/>
          </a:endParaRPr>
        </a:p>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怎么做</a:t>
          </a:r>
          <a:endParaRPr lang="zh-CN" sz="1400" b="1" kern="1200" dirty="0">
            <a:latin typeface="微软雅黑" panose="020B0503020204020204" pitchFamily="34" charset="-122"/>
            <a:ea typeface="微软雅黑" panose="020B0503020204020204" pitchFamily="34" charset="-122"/>
          </a:endParaRPr>
        </a:p>
      </dsp:txBody>
      <dsp:txXfrm>
        <a:off x="1767310" y="743631"/>
        <a:ext cx="1208649" cy="586090"/>
      </dsp:txXfrm>
    </dsp:sp>
    <dsp:sp modelId="{33B9F075-4423-4B3D-A2BD-A73956F1955D}">
      <dsp:nvSpPr>
        <dsp:cNvPr id="0" name=""/>
        <dsp:cNvSpPr/>
      </dsp:nvSpPr>
      <dsp:spPr>
        <a:xfrm>
          <a:off x="2994194" y="1025328"/>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3230766" y="1024226"/>
        <a:ext cx="24902" cy="24902"/>
      </dsp:txXfrm>
    </dsp:sp>
    <dsp:sp modelId="{66091779-FD2E-4FDC-86F2-2AC227D5816C}">
      <dsp:nvSpPr>
        <dsp:cNvPr id="0" name=""/>
        <dsp:cNvSpPr/>
      </dsp:nvSpPr>
      <dsp:spPr>
        <a:xfrm>
          <a:off x="3492241" y="725397"/>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专家系统</a:t>
          </a:r>
        </a:p>
      </dsp:txBody>
      <dsp:txXfrm>
        <a:off x="3510475" y="743631"/>
        <a:ext cx="1208649" cy="586090"/>
      </dsp:txXfrm>
    </dsp:sp>
    <dsp:sp modelId="{69ABC5AB-FD09-427D-B12C-5C8B1CBD2726}">
      <dsp:nvSpPr>
        <dsp:cNvPr id="0" name=""/>
        <dsp:cNvSpPr/>
      </dsp:nvSpPr>
      <dsp:spPr>
        <a:xfrm>
          <a:off x="4737358" y="1025328"/>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4973931" y="1024226"/>
        <a:ext cx="24902" cy="24902"/>
      </dsp:txXfrm>
    </dsp:sp>
    <dsp:sp modelId="{5B8380FE-0DCB-4F6C-B2BC-0BBB10FD4D3D}">
      <dsp:nvSpPr>
        <dsp:cNvPr id="0" name=""/>
        <dsp:cNvSpPr/>
      </dsp:nvSpPr>
      <dsp:spPr>
        <a:xfrm>
          <a:off x="5235405" y="725397"/>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en-US" altLang="zh-CN" sz="1400" b="1" kern="1200" dirty="0">
              <a:latin typeface="微软雅黑" panose="020B0503020204020204" pitchFamily="34" charset="-122"/>
              <a:ea typeface="微软雅黑" panose="020B0503020204020204" pitchFamily="34" charset="-122"/>
            </a:rPr>
            <a:t>…</a:t>
          </a:r>
          <a:endParaRPr lang="zh-CN" sz="1400" b="1" kern="1200" dirty="0">
            <a:latin typeface="微软雅黑" panose="020B0503020204020204" pitchFamily="34" charset="-122"/>
            <a:ea typeface="微软雅黑" panose="020B0503020204020204" pitchFamily="34" charset="-122"/>
          </a:endParaRPr>
        </a:p>
      </dsp:txBody>
      <dsp:txXfrm>
        <a:off x="5253639" y="743631"/>
        <a:ext cx="1208649" cy="586090"/>
      </dsp:txXfrm>
    </dsp:sp>
    <dsp:sp modelId="{42EAD14C-C4CD-43F4-BBC5-79864427DD73}">
      <dsp:nvSpPr>
        <dsp:cNvPr id="0" name=""/>
        <dsp:cNvSpPr/>
      </dsp:nvSpPr>
      <dsp:spPr>
        <a:xfrm rot="3907178">
          <a:off x="908161" y="2636199"/>
          <a:ext cx="1183782" cy="22697"/>
        </a:xfrm>
        <a:custGeom>
          <a:avLst/>
          <a:gdLst/>
          <a:ahLst/>
          <a:cxnLst/>
          <a:rect l="0" t="0" r="0" b="0"/>
          <a:pathLst>
            <a:path>
              <a:moveTo>
                <a:pt x="0" y="11348"/>
              </a:moveTo>
              <a:lnTo>
                <a:pt x="1183782" y="113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1470458" y="2617953"/>
        <a:ext cx="59189" cy="59189"/>
      </dsp:txXfrm>
    </dsp:sp>
    <dsp:sp modelId="{78FFD0A5-EFF7-4D75-9190-24A2A39A0A14}">
      <dsp:nvSpPr>
        <dsp:cNvPr id="0" name=""/>
        <dsp:cNvSpPr/>
      </dsp:nvSpPr>
      <dsp:spPr>
        <a:xfrm>
          <a:off x="1749076" y="2873225"/>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sz="1400" b="1" kern="1200" dirty="0">
              <a:latin typeface="微软雅黑" panose="020B0503020204020204" pitchFamily="34" charset="-122"/>
              <a:ea typeface="微软雅黑" panose="020B0503020204020204" pitchFamily="34" charset="-122"/>
            </a:rPr>
            <a:t>不知道</a:t>
          </a:r>
          <a:endParaRPr lang="en-US" altLang="zh-CN" sz="1400" b="1" kern="1200" dirty="0">
            <a:latin typeface="微软雅黑" panose="020B0503020204020204" pitchFamily="34" charset="-122"/>
            <a:ea typeface="微软雅黑" panose="020B0503020204020204" pitchFamily="34" charset="-122"/>
          </a:endParaRPr>
        </a:p>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怎么做</a:t>
          </a:r>
          <a:endParaRPr lang="zh-CN" sz="1400" b="1" kern="1200" dirty="0">
            <a:latin typeface="微软雅黑" panose="020B0503020204020204" pitchFamily="34" charset="-122"/>
            <a:ea typeface="微软雅黑" panose="020B0503020204020204" pitchFamily="34" charset="-122"/>
          </a:endParaRPr>
        </a:p>
      </dsp:txBody>
      <dsp:txXfrm>
        <a:off x="1767310" y="2891459"/>
        <a:ext cx="1208649" cy="586090"/>
      </dsp:txXfrm>
    </dsp:sp>
    <dsp:sp modelId="{E8CC1104-E240-42BE-900E-835E00B649B3}">
      <dsp:nvSpPr>
        <dsp:cNvPr id="0" name=""/>
        <dsp:cNvSpPr/>
      </dsp:nvSpPr>
      <dsp:spPr>
        <a:xfrm rot="18289469">
          <a:off x="2807148" y="2815185"/>
          <a:ext cx="872138" cy="22697"/>
        </a:xfrm>
        <a:custGeom>
          <a:avLst/>
          <a:gdLst/>
          <a:ahLst/>
          <a:cxnLst/>
          <a:rect l="0" t="0" r="0" b="0"/>
          <a:pathLst>
            <a:path>
              <a:moveTo>
                <a:pt x="0" y="11348"/>
              </a:moveTo>
              <a:lnTo>
                <a:pt x="872138"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3221414" y="2804730"/>
        <a:ext cx="43606" cy="43606"/>
      </dsp:txXfrm>
    </dsp:sp>
    <dsp:sp modelId="{B8B76B01-ABE5-4B2A-967E-5B81E7EB1BEB}">
      <dsp:nvSpPr>
        <dsp:cNvPr id="0" name=""/>
        <dsp:cNvSpPr/>
      </dsp:nvSpPr>
      <dsp:spPr>
        <a:xfrm>
          <a:off x="3492241" y="2157283"/>
          <a:ext cx="1245117" cy="622558"/>
        </a:xfrm>
        <a:prstGeom prst="roundRect">
          <a:avLst>
            <a:gd name="adj" fmla="val 10000"/>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容易做</a:t>
          </a:r>
        </a:p>
      </dsp:txBody>
      <dsp:txXfrm>
        <a:off x="3510475" y="2175517"/>
        <a:ext cx="1208649" cy="586090"/>
      </dsp:txXfrm>
    </dsp:sp>
    <dsp:sp modelId="{5F5B8F60-B6E3-4D33-8006-A534B5219659}">
      <dsp:nvSpPr>
        <dsp:cNvPr id="0" name=""/>
        <dsp:cNvSpPr/>
      </dsp:nvSpPr>
      <dsp:spPr>
        <a:xfrm>
          <a:off x="4737358" y="2457213"/>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4973931" y="2456111"/>
        <a:ext cx="24902" cy="24902"/>
      </dsp:txXfrm>
    </dsp:sp>
    <dsp:sp modelId="{484FF441-C91D-4E7A-BC24-9D042BC822F3}">
      <dsp:nvSpPr>
        <dsp:cNvPr id="0" name=""/>
        <dsp:cNvSpPr/>
      </dsp:nvSpPr>
      <dsp:spPr>
        <a:xfrm>
          <a:off x="5235405" y="2157283"/>
          <a:ext cx="1245117" cy="6225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机器学习</a:t>
          </a:r>
        </a:p>
      </dsp:txBody>
      <dsp:txXfrm>
        <a:off x="5253639" y="2175517"/>
        <a:ext cx="1208649" cy="586090"/>
      </dsp:txXfrm>
    </dsp:sp>
    <dsp:sp modelId="{52C33EA9-1F67-42E9-95A3-083353CEDF6A}">
      <dsp:nvSpPr>
        <dsp:cNvPr id="0" name=""/>
        <dsp:cNvSpPr/>
      </dsp:nvSpPr>
      <dsp:spPr>
        <a:xfrm rot="18289469">
          <a:off x="6293478" y="2099242"/>
          <a:ext cx="872138" cy="22697"/>
        </a:xfrm>
        <a:custGeom>
          <a:avLst/>
          <a:gdLst/>
          <a:ahLst/>
          <a:cxnLst/>
          <a:rect l="0" t="0" r="0" b="0"/>
          <a:pathLst>
            <a:path>
              <a:moveTo>
                <a:pt x="0" y="11348"/>
              </a:moveTo>
              <a:lnTo>
                <a:pt x="872138"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6707743" y="2088787"/>
        <a:ext cx="43606" cy="43606"/>
      </dsp:txXfrm>
    </dsp:sp>
    <dsp:sp modelId="{2456E607-9E9A-461B-9DA8-D9F7AFDF1055}">
      <dsp:nvSpPr>
        <dsp:cNvPr id="0" name=""/>
        <dsp:cNvSpPr/>
      </dsp:nvSpPr>
      <dsp:spPr>
        <a:xfrm>
          <a:off x="6978570" y="1441340"/>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图像识别</a:t>
          </a:r>
        </a:p>
      </dsp:txBody>
      <dsp:txXfrm>
        <a:off x="6996804" y="1459574"/>
        <a:ext cx="1208649" cy="586090"/>
      </dsp:txXfrm>
    </dsp:sp>
    <dsp:sp modelId="{E11CDAD6-EF43-4F94-BA41-40CBC44693B1}">
      <dsp:nvSpPr>
        <dsp:cNvPr id="0" name=""/>
        <dsp:cNvSpPr/>
      </dsp:nvSpPr>
      <dsp:spPr>
        <a:xfrm>
          <a:off x="6480523" y="2457213"/>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6717095" y="2456111"/>
        <a:ext cx="24902" cy="24902"/>
      </dsp:txXfrm>
    </dsp:sp>
    <dsp:sp modelId="{FE57452C-E001-4B6F-B3D9-B5C2BCE6A1ED}">
      <dsp:nvSpPr>
        <dsp:cNvPr id="0" name=""/>
        <dsp:cNvSpPr/>
      </dsp:nvSpPr>
      <dsp:spPr>
        <a:xfrm>
          <a:off x="6978570" y="2157283"/>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自然语言处理</a:t>
          </a:r>
        </a:p>
      </dsp:txBody>
      <dsp:txXfrm>
        <a:off x="6996804" y="2175517"/>
        <a:ext cx="1208649" cy="586090"/>
      </dsp:txXfrm>
    </dsp:sp>
    <dsp:sp modelId="{68A85DED-C01F-403C-9517-F2C92D2E1D99}">
      <dsp:nvSpPr>
        <dsp:cNvPr id="0" name=""/>
        <dsp:cNvSpPr/>
      </dsp:nvSpPr>
      <dsp:spPr>
        <a:xfrm rot="3310531">
          <a:off x="6293478" y="2815185"/>
          <a:ext cx="872138" cy="22697"/>
        </a:xfrm>
        <a:custGeom>
          <a:avLst/>
          <a:gdLst/>
          <a:ahLst/>
          <a:cxnLst/>
          <a:rect l="0" t="0" r="0" b="0"/>
          <a:pathLst>
            <a:path>
              <a:moveTo>
                <a:pt x="0" y="11348"/>
              </a:moveTo>
              <a:lnTo>
                <a:pt x="872138"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6707743" y="2804730"/>
        <a:ext cx="43606" cy="43606"/>
      </dsp:txXfrm>
    </dsp:sp>
    <dsp:sp modelId="{E5B3CEF5-212B-4333-BDA5-5231AF422114}">
      <dsp:nvSpPr>
        <dsp:cNvPr id="0" name=""/>
        <dsp:cNvSpPr/>
      </dsp:nvSpPr>
      <dsp:spPr>
        <a:xfrm>
          <a:off x="6978570" y="2873225"/>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语音识别</a:t>
          </a:r>
        </a:p>
      </dsp:txBody>
      <dsp:txXfrm>
        <a:off x="6996804" y="2891459"/>
        <a:ext cx="1208649" cy="586090"/>
      </dsp:txXfrm>
    </dsp:sp>
    <dsp:sp modelId="{AC917292-0880-4240-9CF8-AB0D0F2B0832}">
      <dsp:nvSpPr>
        <dsp:cNvPr id="0" name=""/>
        <dsp:cNvSpPr/>
      </dsp:nvSpPr>
      <dsp:spPr>
        <a:xfrm rot="3310531">
          <a:off x="2807148" y="3531127"/>
          <a:ext cx="872138" cy="22697"/>
        </a:xfrm>
        <a:custGeom>
          <a:avLst/>
          <a:gdLst/>
          <a:ahLst/>
          <a:cxnLst/>
          <a:rect l="0" t="0" r="0" b="0"/>
          <a:pathLst>
            <a:path>
              <a:moveTo>
                <a:pt x="0" y="11348"/>
              </a:moveTo>
              <a:lnTo>
                <a:pt x="872138"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3221414" y="3520673"/>
        <a:ext cx="43606" cy="43606"/>
      </dsp:txXfrm>
    </dsp:sp>
    <dsp:sp modelId="{3D4DFC46-14FD-44CF-889B-312D881097D2}">
      <dsp:nvSpPr>
        <dsp:cNvPr id="0" name=""/>
        <dsp:cNvSpPr/>
      </dsp:nvSpPr>
      <dsp:spPr>
        <a:xfrm>
          <a:off x="3492241" y="3589168"/>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不容易做</a:t>
          </a:r>
        </a:p>
      </dsp:txBody>
      <dsp:txXfrm>
        <a:off x="3510475" y="3607402"/>
        <a:ext cx="1208649" cy="586090"/>
      </dsp:txXfrm>
    </dsp:sp>
    <dsp:sp modelId="{4D5C558E-2E7D-4D1A-ABA2-D5D2DD86206F}">
      <dsp:nvSpPr>
        <dsp:cNvPr id="0" name=""/>
        <dsp:cNvSpPr/>
      </dsp:nvSpPr>
      <dsp:spPr>
        <a:xfrm>
          <a:off x="4737358" y="3889099"/>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4973931" y="3887996"/>
        <a:ext cx="24902" cy="24902"/>
      </dsp:txXfrm>
    </dsp:sp>
    <dsp:sp modelId="{7CFDB172-E668-43FE-B146-64584C675B7A}">
      <dsp:nvSpPr>
        <dsp:cNvPr id="0" name=""/>
        <dsp:cNvSpPr/>
      </dsp:nvSpPr>
      <dsp:spPr>
        <a:xfrm>
          <a:off x="5235405" y="3589168"/>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强化学习</a:t>
          </a:r>
        </a:p>
      </dsp:txBody>
      <dsp:txXfrm>
        <a:off x="5253639" y="3607402"/>
        <a:ext cx="1208649" cy="586090"/>
      </dsp:txXfrm>
    </dsp:sp>
    <dsp:sp modelId="{AF3A758F-4CD4-4A21-B44A-EE5D60432290}">
      <dsp:nvSpPr>
        <dsp:cNvPr id="0" name=""/>
        <dsp:cNvSpPr/>
      </dsp:nvSpPr>
      <dsp:spPr>
        <a:xfrm>
          <a:off x="6480523" y="3889099"/>
          <a:ext cx="498047" cy="22697"/>
        </a:xfrm>
        <a:custGeom>
          <a:avLst/>
          <a:gdLst/>
          <a:ahLst/>
          <a:cxnLst/>
          <a:rect l="0" t="0" r="0" b="0"/>
          <a:pathLst>
            <a:path>
              <a:moveTo>
                <a:pt x="0" y="11348"/>
              </a:moveTo>
              <a:lnTo>
                <a:pt x="498047" y="113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100000"/>
            </a:lnSpc>
            <a:spcBef>
              <a:spcPct val="0"/>
            </a:spcBef>
            <a:spcAft>
              <a:spcPts val="0"/>
            </a:spcAft>
            <a:buNone/>
          </a:pPr>
          <a:endParaRPr lang="zh-CN" altLang="en-US" sz="500" b="1" kern="1200">
            <a:latin typeface="微软雅黑" panose="020B0503020204020204" pitchFamily="34" charset="-122"/>
            <a:ea typeface="微软雅黑" panose="020B0503020204020204" pitchFamily="34" charset="-122"/>
          </a:endParaRPr>
        </a:p>
      </dsp:txBody>
      <dsp:txXfrm>
        <a:off x="6717095" y="3887996"/>
        <a:ext cx="24902" cy="24902"/>
      </dsp:txXfrm>
    </dsp:sp>
    <dsp:sp modelId="{EAD3BB15-FD98-48A1-AE91-B49E6520FB73}">
      <dsp:nvSpPr>
        <dsp:cNvPr id="0" name=""/>
        <dsp:cNvSpPr/>
      </dsp:nvSpPr>
      <dsp:spPr>
        <a:xfrm>
          <a:off x="6978570" y="3589168"/>
          <a:ext cx="1245117" cy="622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rtl="0">
            <a:lnSpc>
              <a:spcPct val="100000"/>
            </a:lnSpc>
            <a:spcBef>
              <a:spcPct val="0"/>
            </a:spcBef>
            <a:spcAft>
              <a:spcPts val="0"/>
            </a:spcAft>
            <a:buNone/>
          </a:pPr>
          <a:r>
            <a:rPr lang="zh-CN" altLang="en-US" sz="1400" b="1" kern="1200" dirty="0">
              <a:latin typeface="微软雅黑" panose="020B0503020204020204" pitchFamily="34" charset="-122"/>
              <a:ea typeface="微软雅黑" panose="020B0503020204020204" pitchFamily="34" charset="-122"/>
            </a:rPr>
            <a:t>围棋</a:t>
          </a:r>
        </a:p>
      </dsp:txBody>
      <dsp:txXfrm>
        <a:off x="6996804" y="3607402"/>
        <a:ext cx="1208649" cy="586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F9C94-5509-4F79-AC82-D0991D6614CC}">
      <dsp:nvSpPr>
        <dsp:cNvPr id="0" name=""/>
        <dsp:cNvSpPr/>
      </dsp:nvSpPr>
      <dsp:spPr>
        <a:xfrm>
          <a:off x="3352800" y="673594"/>
          <a:ext cx="1834810" cy="636876"/>
        </a:xfrm>
        <a:custGeom>
          <a:avLst/>
          <a:gdLst/>
          <a:ahLst/>
          <a:cxnLst/>
          <a:rect l="0" t="0" r="0" b="0"/>
          <a:pathLst>
            <a:path>
              <a:moveTo>
                <a:pt x="0" y="0"/>
              </a:moveTo>
              <a:lnTo>
                <a:pt x="0" y="318438"/>
              </a:lnTo>
              <a:lnTo>
                <a:pt x="1834810" y="318438"/>
              </a:lnTo>
              <a:lnTo>
                <a:pt x="1834810" y="636876"/>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461715-315F-4B67-AE64-A74F48E9AF89}">
      <dsp:nvSpPr>
        <dsp:cNvPr id="0" name=""/>
        <dsp:cNvSpPr/>
      </dsp:nvSpPr>
      <dsp:spPr>
        <a:xfrm>
          <a:off x="1517989" y="673594"/>
          <a:ext cx="1834810" cy="636876"/>
        </a:xfrm>
        <a:custGeom>
          <a:avLst/>
          <a:gdLst/>
          <a:ahLst/>
          <a:cxnLst/>
          <a:rect l="0" t="0" r="0" b="0"/>
          <a:pathLst>
            <a:path>
              <a:moveTo>
                <a:pt x="1834810" y="0"/>
              </a:moveTo>
              <a:lnTo>
                <a:pt x="1834810" y="318438"/>
              </a:lnTo>
              <a:lnTo>
                <a:pt x="0" y="318438"/>
              </a:lnTo>
              <a:lnTo>
                <a:pt x="0" y="636876"/>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5EC9E0-8F5D-45CB-A733-A5612A87189B}">
      <dsp:nvSpPr>
        <dsp:cNvPr id="0" name=""/>
        <dsp:cNvSpPr/>
      </dsp:nvSpPr>
      <dsp:spPr>
        <a:xfrm>
          <a:off x="1066792" y="145836"/>
          <a:ext cx="4572014" cy="527758"/>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rtl="0">
            <a:lnSpc>
              <a:spcPct val="90000"/>
            </a:lnSpc>
            <a:spcBef>
              <a:spcPct val="0"/>
            </a:spcBef>
            <a:spcAft>
              <a:spcPct val="35000"/>
            </a:spcAft>
            <a:buNone/>
          </a:pPr>
          <a:r>
            <a:rPr lang="zh-CN" altLang="en-US" sz="2400" kern="1200" dirty="0"/>
            <a:t>所有损害优化的方法都是正则化。</a:t>
          </a:r>
        </a:p>
      </dsp:txBody>
      <dsp:txXfrm>
        <a:off x="1066792" y="145836"/>
        <a:ext cx="4572014" cy="527758"/>
      </dsp:txXfrm>
    </dsp:sp>
    <dsp:sp modelId="{D2B477F3-791F-46FC-A50D-FA3601860E25}">
      <dsp:nvSpPr>
        <dsp:cNvPr id="0" name=""/>
        <dsp:cNvSpPr/>
      </dsp:nvSpPr>
      <dsp:spPr>
        <a:xfrm>
          <a:off x="1616" y="1310471"/>
          <a:ext cx="3032745" cy="524892"/>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zh-CN" altLang="en-US" sz="2000" kern="1200" dirty="0"/>
            <a:t>增加优化约束</a:t>
          </a:r>
          <a:endParaRPr lang="en-US" altLang="zh-CN" sz="2000" kern="1200" dirty="0"/>
        </a:p>
      </dsp:txBody>
      <dsp:txXfrm>
        <a:off x="1616" y="1310471"/>
        <a:ext cx="3032745" cy="524892"/>
      </dsp:txXfrm>
    </dsp:sp>
    <dsp:sp modelId="{7509D6B6-898D-4FC7-8441-00720BF18D07}">
      <dsp:nvSpPr>
        <dsp:cNvPr id="0" name=""/>
        <dsp:cNvSpPr/>
      </dsp:nvSpPr>
      <dsp:spPr>
        <a:xfrm>
          <a:off x="3671238" y="1310471"/>
          <a:ext cx="3032745" cy="511760"/>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zh-CN" altLang="en-US" sz="2000" kern="1200" dirty="0"/>
            <a:t>干扰优化过程</a:t>
          </a:r>
        </a:p>
      </dsp:txBody>
      <dsp:txXfrm>
        <a:off x="3671238" y="1310471"/>
        <a:ext cx="3032745" cy="5117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5T04:37:06.431"/>
    </inkml:context>
    <inkml:brush xml:id="br0">
      <inkml:brushProperty name="width" value="0.05" units="cm"/>
      <inkml:brushProperty name="height" value="0.05" units="cm"/>
      <inkml:brushProperty name="color" value="#FF0066"/>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05T04:37:06.432"/>
    </inkml:context>
    <inkml:brush xml:id="br0">
      <inkml:brushProperty name="width" value="0.05" units="cm"/>
      <inkml:brushProperty name="height" value="0.05" units="cm"/>
      <inkml:brushProperty name="color" value="#FF0066"/>
    </inkml:brush>
  </inkml:definitions>
  <inkml:trace contextRef="#ctx0" brushRef="#br0">33 43 1024 0 0,'-33'-42'0'0'0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A4D71C-5135-4D8D-B6FE-25C5185F9AFB}" type="datetimeFigureOut">
              <a:rPr lang="zh-CN" altLang="en-US" smtClean="0"/>
              <a:t>2026/1/17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653A51-0900-4D72-9E42-7646C14E94D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1950</a:t>
            </a:r>
            <a:r>
              <a:rPr lang="zh-CN" altLang="en-US" dirty="0"/>
              <a:t>年 </a:t>
            </a:r>
            <a:r>
              <a:rPr lang="en-US" altLang="zh-CN" dirty="0"/>
              <a:t>\</a:t>
            </a:r>
            <a:r>
              <a:rPr lang="en-US" altLang="zh-CN" dirty="0" err="1"/>
              <a:t>textbf</a:t>
            </a:r>
            <a:r>
              <a:rPr lang="en-US" altLang="zh-CN" dirty="0"/>
              <a:t>{</a:t>
            </a:r>
            <a:r>
              <a:rPr lang="zh-CN" altLang="en-US" dirty="0"/>
              <a:t>图灵测试</a:t>
            </a:r>
            <a:r>
              <a:rPr lang="en-US" altLang="zh-CN" dirty="0"/>
              <a:t>}</a:t>
            </a:r>
            <a:r>
              <a:rPr lang="zh-CN" altLang="en-US" dirty="0"/>
              <a:t>：“一个人在不接触对方的情况下，通过一种特殊的方式，和对方进行一系列的问答。如果在相当长时间内，他无法根据这些问题判断对方是人还是计算机，那么就可以认为这个计算机是智能的”。</a:t>
            </a:r>
            <a:endParaRPr lang="en-US" altLang="zh-CN" dirty="0"/>
          </a:p>
          <a:p>
            <a:endParaRPr lang="en-US" altLang="zh-CN" dirty="0"/>
          </a:p>
          <a:p>
            <a:r>
              <a:rPr lang="zh-CN" altLang="en-US" dirty="0"/>
              <a:t> 图灵测试是促使人工智能从哲学探讨到科学研究的一个重要因素，引导了人工智能的很多研究方向。因为要使得计算机能通过图灵测试，计算机必须具备理解语言、学习、记忆、推理、决策等能力。</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8653A51-0900-4D72-9E42-7646C14E94D5}" type="slidenum">
              <a:rPr lang="zh-CN" altLang="en-US" smtClean="0"/>
              <a:t>8</a:t>
            </a:fld>
            <a:endParaRPr lang="zh-CN" altLang="en-US"/>
          </a:p>
        </p:txBody>
      </p:sp>
    </p:spTree>
    <p:extLst>
      <p:ext uri="{BB962C8B-B14F-4D97-AF65-F5344CB8AC3E}">
        <p14:creationId xmlns:p14="http://schemas.microsoft.com/office/powerpoint/2010/main" val="1661406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8653A51-0900-4D72-9E42-7646C14E94D5}" type="slidenum">
              <a:rPr lang="zh-CN" altLang="en-US" smtClean="0"/>
              <a:t>9</a:t>
            </a:fld>
            <a:endParaRPr lang="zh-CN" altLang="en-US"/>
          </a:p>
        </p:txBody>
      </p:sp>
    </p:spTree>
    <p:extLst>
      <p:ext uri="{BB962C8B-B14F-4D97-AF65-F5344CB8AC3E}">
        <p14:creationId xmlns:p14="http://schemas.microsoft.com/office/powerpoint/2010/main" val="1307420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8653A51-0900-4D72-9E42-7646C14E94D5}" type="slidenum">
              <a:rPr lang="zh-CN" altLang="en-US" smtClean="0"/>
              <a:t>15</a:t>
            </a:fld>
            <a:endParaRPr lang="zh-CN" altLang="en-US"/>
          </a:p>
        </p:txBody>
      </p:sp>
    </p:spTree>
    <p:extLst>
      <p:ext uri="{BB962C8B-B14F-4D97-AF65-F5344CB8AC3E}">
        <p14:creationId xmlns:p14="http://schemas.microsoft.com/office/powerpoint/2010/main" val="255830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\item \</a:t>
            </a:r>
            <a:r>
              <a:rPr lang="en-US" altLang="zh-CN" dirty="0" err="1"/>
              <a:t>textbf</a:t>
            </a:r>
            <a:r>
              <a:rPr lang="en-US" altLang="zh-CN" dirty="0"/>
              <a:t>{</a:t>
            </a:r>
            <a:r>
              <a:rPr lang="zh-CN" altLang="en-US" dirty="0"/>
              <a:t>细胞体</a:t>
            </a:r>
            <a:r>
              <a:rPr lang="en-US" altLang="zh-CN" dirty="0"/>
              <a:t>}</a:t>
            </a:r>
            <a:r>
              <a:rPr lang="zh-CN" altLang="en-US" dirty="0"/>
              <a:t>（</a:t>
            </a:r>
            <a:r>
              <a:rPr lang="en-US" altLang="zh-CN" dirty="0"/>
              <a:t>Soma</a:t>
            </a:r>
            <a:r>
              <a:rPr lang="zh-CN" altLang="en-US" dirty="0"/>
              <a:t>）中的神经细胞膜上有各种受体和离子通道，胞膜的受体可与相应的化学物质神经递质结合，引起离子通透性及膜内外电位差发生改变，产生相应的生理活动：</a:t>
            </a:r>
            <a:r>
              <a:rPr lang="en-US" altLang="zh-CN" dirty="0"/>
              <a:t>\</a:t>
            </a:r>
            <a:r>
              <a:rPr lang="en-US" altLang="zh-CN" dirty="0" err="1"/>
              <a:t>textbf</a:t>
            </a:r>
            <a:r>
              <a:rPr lang="en-US" altLang="zh-CN" dirty="0"/>
              <a:t>{</a:t>
            </a:r>
            <a:r>
              <a:rPr lang="zh-CN" altLang="en-US" dirty="0"/>
              <a:t>兴奋</a:t>
            </a:r>
            <a:r>
              <a:rPr lang="en-US" altLang="zh-CN" dirty="0"/>
              <a:t>}</a:t>
            </a:r>
            <a:r>
              <a:rPr lang="zh-CN" altLang="en-US" dirty="0"/>
              <a:t>或</a:t>
            </a:r>
            <a:r>
              <a:rPr lang="en-US" altLang="zh-CN" dirty="0"/>
              <a:t>\</a:t>
            </a:r>
            <a:r>
              <a:rPr lang="en-US" altLang="zh-CN" dirty="0" err="1"/>
              <a:t>textbf</a:t>
            </a:r>
            <a:r>
              <a:rPr lang="en-US" altLang="zh-CN" dirty="0"/>
              <a:t>{</a:t>
            </a:r>
            <a:r>
              <a:rPr lang="zh-CN" altLang="en-US" dirty="0"/>
              <a:t>抑制</a:t>
            </a:r>
            <a:r>
              <a:rPr lang="en-US" altLang="zh-CN" dirty="0"/>
              <a:t>}</a:t>
            </a:r>
            <a:r>
              <a:rPr lang="zh-CN" altLang="en-US" dirty="0"/>
              <a:t>。</a:t>
            </a:r>
          </a:p>
          <a:p>
            <a:r>
              <a:rPr lang="en-US" altLang="zh-CN" dirty="0"/>
              <a:t>\item </a:t>
            </a:r>
            <a:r>
              <a:rPr lang="zh-CN" altLang="en-US" dirty="0"/>
              <a:t>细胞突起是由细胞体延伸出来的细长部分，又可分为树突和轴突。</a:t>
            </a:r>
          </a:p>
          <a:p>
            <a:r>
              <a:rPr lang="en-US" altLang="zh-CN" dirty="0"/>
              <a:t>\item \</a:t>
            </a:r>
            <a:r>
              <a:rPr lang="en-US" altLang="zh-CN" dirty="0" err="1"/>
              <a:t>textbf</a:t>
            </a:r>
            <a:r>
              <a:rPr lang="en-US" altLang="zh-CN" dirty="0"/>
              <a:t>{</a:t>
            </a:r>
            <a:r>
              <a:rPr lang="zh-CN" altLang="en-US" dirty="0"/>
              <a:t>树突</a:t>
            </a:r>
            <a:r>
              <a:rPr lang="en-US" altLang="zh-CN" dirty="0"/>
              <a:t>}</a:t>
            </a:r>
            <a:r>
              <a:rPr lang="zh-CN" altLang="en-US" dirty="0"/>
              <a:t>（</a:t>
            </a:r>
            <a:r>
              <a:rPr lang="en-US" altLang="zh-CN" dirty="0"/>
              <a:t>Dendrite</a:t>
            </a:r>
            <a:r>
              <a:rPr lang="zh-CN" altLang="en-US" dirty="0"/>
              <a:t>）可以接受刺激并将兴奋传入细胞体。每个神经元可以有一或多个树突。</a:t>
            </a:r>
          </a:p>
          <a:p>
            <a:r>
              <a:rPr lang="en-US" altLang="zh-CN" dirty="0"/>
              <a:t>\item \</a:t>
            </a:r>
            <a:r>
              <a:rPr lang="en-US" altLang="zh-CN" dirty="0" err="1"/>
              <a:t>textbf</a:t>
            </a:r>
            <a:r>
              <a:rPr lang="en-US" altLang="zh-CN" dirty="0"/>
              <a:t>{</a:t>
            </a:r>
            <a:r>
              <a:rPr lang="zh-CN" altLang="en-US" dirty="0"/>
              <a:t>轴突</a:t>
            </a:r>
            <a:r>
              <a:rPr lang="en-US" altLang="zh-CN" dirty="0"/>
              <a:t>}(Axons)</a:t>
            </a:r>
            <a:r>
              <a:rPr lang="zh-CN" altLang="en-US" dirty="0"/>
              <a:t>可以把兴奋从胞体传送到另一个神经元或其他组织。每个神经元只有一个轴突。</a:t>
            </a:r>
          </a:p>
          <a:p>
            <a:endParaRPr lang="zh-CN" altLang="en-US" dirty="0"/>
          </a:p>
        </p:txBody>
      </p:sp>
      <p:sp>
        <p:nvSpPr>
          <p:cNvPr id="4" name="灯片编号占位符 3"/>
          <p:cNvSpPr>
            <a:spLocks noGrp="1"/>
          </p:cNvSpPr>
          <p:nvPr>
            <p:ph type="sldNum" sz="quarter" idx="5"/>
          </p:nvPr>
        </p:nvSpPr>
        <p:spPr/>
        <p:txBody>
          <a:bodyPr/>
          <a:lstStyle/>
          <a:p>
            <a:fld id="{38653A51-0900-4D72-9E42-7646C14E94D5}" type="slidenum">
              <a:rPr lang="zh-CN" altLang="en-US" smtClean="0"/>
              <a:t>20</a:t>
            </a:fld>
            <a:endParaRPr lang="zh-CN" altLang="en-US"/>
          </a:p>
        </p:txBody>
      </p:sp>
    </p:spTree>
    <p:extLst>
      <p:ext uri="{BB962C8B-B14F-4D97-AF65-F5344CB8AC3E}">
        <p14:creationId xmlns:p14="http://schemas.microsoft.com/office/powerpoint/2010/main" val="608161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DCEDA9-FE4E-45E7-BD88-ED2AE9648CD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鸣谢页">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38039C9-33C0-497B-9496-36342A076F0C}"/>
              </a:ext>
            </a:extLst>
          </p:cNvPr>
          <p:cNvGrpSpPr/>
          <p:nvPr userDrawn="1"/>
        </p:nvGrpSpPr>
        <p:grpSpPr>
          <a:xfrm>
            <a:off x="497855" y="596738"/>
            <a:ext cx="3407396" cy="656588"/>
            <a:chOff x="4409879" y="5594301"/>
            <a:chExt cx="3500093" cy="674450"/>
          </a:xfrm>
          <a:solidFill>
            <a:srgbClr val="FFFFFF"/>
          </a:solidFill>
        </p:grpSpPr>
        <p:sp>
          <p:nvSpPr>
            <p:cNvPr id="9" name="矩形 8">
              <a:extLst>
                <a:ext uri="{FF2B5EF4-FFF2-40B4-BE49-F238E27FC236}">
                  <a16:creationId xmlns:a16="http://schemas.microsoft.com/office/drawing/2014/main" id="{8742F72B-D2B4-4461-AD31-2F08B8123E68}"/>
                </a:ext>
              </a:extLst>
            </p:cNvPr>
            <p:cNvSpPr/>
            <p:nvPr/>
          </p:nvSpPr>
          <p:spPr>
            <a:xfrm>
              <a:off x="4409879" y="5594301"/>
              <a:ext cx="3500093" cy="6744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10" name="image5.png">
              <a:extLst>
                <a:ext uri="{FF2B5EF4-FFF2-40B4-BE49-F238E27FC236}">
                  <a16:creationId xmlns:a16="http://schemas.microsoft.com/office/drawing/2014/main" id="{C67B92D1-BA03-49B2-AD6B-8B0FDA116C0C}"/>
                </a:ext>
              </a:extLst>
            </p:cNvPr>
            <p:cNvPicPr/>
            <p:nvPr/>
          </p:nvPicPr>
          <p:blipFill>
            <a:blip r:embed="rId2" cstate="print"/>
            <a:stretch>
              <a:fillRect/>
            </a:stretch>
          </p:blipFill>
          <p:spPr>
            <a:xfrm>
              <a:off x="4473804" y="5594301"/>
              <a:ext cx="3372242" cy="674450"/>
            </a:xfrm>
            <a:prstGeom prst="rect">
              <a:avLst/>
            </a:prstGeom>
            <a:grpFill/>
            <a:ln w="12700">
              <a:miter lim="400000"/>
            </a:ln>
          </p:spPr>
        </p:pic>
      </p:grpSp>
      <p:sp>
        <p:nvSpPr>
          <p:cNvPr id="99" name="矩形 98">
            <a:extLst>
              <a:ext uri="{FF2B5EF4-FFF2-40B4-BE49-F238E27FC236}">
                <a16:creationId xmlns:a16="http://schemas.microsoft.com/office/drawing/2014/main" id="{C3FA4D51-BE2B-493A-90E1-6C9DEF933DDF}"/>
              </a:ext>
            </a:extLst>
          </p:cNvPr>
          <p:cNvSpPr/>
          <p:nvPr userDrawn="1"/>
        </p:nvSpPr>
        <p:spPr>
          <a:xfrm>
            <a:off x="706670" y="3293447"/>
            <a:ext cx="5169295" cy="986104"/>
          </a:xfrm>
          <a:prstGeom prst="rect">
            <a:avLst/>
          </a:prstGeom>
        </p:spPr>
        <p:txBody>
          <a:bodyPr wrap="square">
            <a:spAutoFit/>
          </a:bodyPr>
          <a:lstStyle/>
          <a:p>
            <a:pPr marL="0" marR="0" lvl="0" indent="0" algn="ctr" defTabSz="685800" rtl="0" eaLnBrk="1" fontAlgn="auto" latinLnBrk="0" hangingPunct="1">
              <a:lnSpc>
                <a:spcPct val="130000"/>
              </a:lnSpc>
              <a:spcBef>
                <a:spcPct val="0"/>
              </a:spcBef>
              <a:spcAft>
                <a:spcPts val="450"/>
              </a:spcAft>
              <a:buClrTx/>
              <a:buSzTx/>
              <a:buFontTx/>
              <a:buNone/>
              <a:tabLst/>
              <a:defRPr/>
            </a:pPr>
            <a:r>
              <a:rPr kumimoji="0" lang="zh-CN" altLang="en-US" sz="49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谢 谢 观 看</a:t>
            </a:r>
            <a:endParaRPr kumimoji="0" lang="en-US" altLang="zh-CN" sz="49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70436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1A0B0-C2F4-477F-B736-4FF5B6114944}" type="datetimeFigureOut">
              <a:rPr lang="zh-CN" altLang="en-US" smtClean="0"/>
              <a:t>2026/1/17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DCEDA9-FE4E-45E7-BD88-ED2AE9648CD7}" type="slidenum">
              <a:rPr lang="zh-CN" altLang="en-US" smtClean="0"/>
              <a:t>‹#›</a:t>
            </a:fld>
            <a:endParaRPr lang="zh-CN" altLang="en-US"/>
          </a:p>
        </p:txBody>
      </p:sp>
      <p:sp>
        <p:nvSpPr>
          <p:cNvPr id="7" name="文本框 6"/>
          <p:cNvSpPr txBox="1"/>
          <p:nvPr userDrawn="1"/>
        </p:nvSpPr>
        <p:spPr>
          <a:xfrm>
            <a:off x="310690" y="6321351"/>
            <a:ext cx="3057247" cy="460375"/>
          </a:xfrm>
          <a:prstGeom prst="rect">
            <a:avLst/>
          </a:prstGeom>
          <a:noFill/>
        </p:spPr>
        <p:txBody>
          <a:bodyPr wrap="square" rtlCol="0">
            <a:spAutoFit/>
          </a:bodyPr>
          <a:lstStyle/>
          <a:p>
            <a:pPr algn="l">
              <a:buClrTx/>
              <a:buSzTx/>
              <a:buFontTx/>
            </a:pPr>
            <a:r>
              <a:rPr lang="zh-CN" altLang="en-US" sz="2400" dirty="0">
                <a:solidFill>
                  <a:srgbClr val="8C1515"/>
                </a:solidFill>
                <a:latin typeface="华文行楷" panose="02010800040101010101" pitchFamily="2" charset="-122"/>
                <a:ea typeface="华文行楷" panose="02010800040101010101" pitchFamily="2" charset="-122"/>
                <a:sym typeface="+mn-ea"/>
              </a:rPr>
              <a:t>厚德 博学 精思 笃行</a:t>
            </a:r>
          </a:p>
        </p:txBody>
      </p:sp>
      <p:pic>
        <p:nvPicPr>
          <p:cNvPr id="8" name="Picture 2" descr="D:\360MoveData\Users\xiaoxiao\Desktop\微信图片_20230905223303.png微信图片_20230905223303"/>
          <p:cNvPicPr>
            <a:picLocks noChangeAspect="1" noChangeArrowheads="1"/>
          </p:cNvPicPr>
          <p:nvPr userDrawn="1"/>
        </p:nvPicPr>
        <p:blipFill rotWithShape="1">
          <a:blip r:embed="rId14">
            <a:clrChange>
              <a:clrFrom>
                <a:srgbClr val="E7E7E7"/>
              </a:clrFrom>
              <a:clrTo>
                <a:srgbClr val="E7E7E7">
                  <a:alpha val="0"/>
                </a:srgbClr>
              </a:clrTo>
            </a:clrChange>
          </a:blip>
          <a:srcRect/>
          <a:stretch>
            <a:fillRect/>
          </a:stretch>
        </p:blipFill>
        <p:spPr bwMode="auto">
          <a:xfrm>
            <a:off x="9452610" y="197168"/>
            <a:ext cx="2298065" cy="55372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zhangy-lab.cn/"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www.zhangy-lab.cn/" TargetMode="External"/><Relationship Id="rId2" Type="http://schemas.openxmlformats.org/officeDocument/2006/relationships/hyperlink" Target="mailto:yangzhang@cdutcm.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hyperlink" Target="https://www.bilibili.com/video/BV1SJvAzfEL2?spm_id_from=333.788.videopod.sections&amp;vd_source=f877cb95eff8dd7113e1876ff2830ddb" TargetMode="External"/><Relationship Id="rId5" Type="http://schemas.openxmlformats.org/officeDocument/2006/relationships/hyperlink" Target="https://d2l.ai/" TargetMode="External"/><Relationship Id="rId4" Type="http://schemas.openxmlformats.org/officeDocument/2006/relationships/hyperlink" Target="https://nndl.github.io/"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peech.ee.ntu.edu.tw/~tlkagk/slide/Tutorial_HYLee_Deep.pptx" TargetMode="External"/><Relationship Id="rId2" Type="http://schemas.openxmlformats.org/officeDocument/2006/relationships/hyperlink" Target="https://www.csie.ntu.edu.tw/~htlin/mooc/" TargetMode="External"/><Relationship Id="rId1" Type="http://schemas.openxmlformats.org/officeDocument/2006/relationships/slideLayout" Target="../slideLayouts/slideLayout2.xml"/><Relationship Id="rId4" Type="http://schemas.openxmlformats.org/officeDocument/2006/relationships/hyperlink" Target="https://www.bilibili.com/video/av94519857/"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tmp"/></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7" Type="http://schemas.openxmlformats.org/officeDocument/2006/relationships/image" Target="../media/image27.jp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7.jp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9.png"/><Relationship Id="rId12" Type="http://schemas.openxmlformats.org/officeDocument/2006/relationships/image" Target="../media/image32.png"/><Relationship Id="rId17"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24.jpg"/><Relationship Id="rId5" Type="http://schemas.openxmlformats.org/officeDocument/2006/relationships/image" Target="../media/image28.png"/><Relationship Id="rId15" Type="http://schemas.openxmlformats.org/officeDocument/2006/relationships/image" Target="../media/image34.png"/><Relationship Id="rId10" Type="http://schemas.openxmlformats.org/officeDocument/2006/relationships/image" Target="../media/image23.jpg"/><Relationship Id="rId4" Type="http://schemas.openxmlformats.org/officeDocument/2006/relationships/image" Target="../media/image25.png"/><Relationship Id="rId9" Type="http://schemas.openxmlformats.org/officeDocument/2006/relationships/image" Target="../media/image31.jpg"/><Relationship Id="rId1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jp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image" Target="../media/image45.tmp"/><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tmp"/></Relationships>
</file>

<file path=ppt/slides/_rels/slide22.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image" Target="../media/image59.tmp"/><Relationship Id="rId1" Type="http://schemas.openxmlformats.org/officeDocument/2006/relationships/slideLayout" Target="../slideLayouts/slideLayout2.xml"/><Relationship Id="rId4" Type="http://schemas.openxmlformats.org/officeDocument/2006/relationships/image" Target="../media/image61.tmp"/></Relationships>
</file>

<file path=ppt/slides/_rels/slide25.xml.rels><?xml version="1.0" encoding="UTF-8" standalone="yes"?>
<Relationships xmlns="http://schemas.openxmlformats.org/package/2006/relationships"><Relationship Id="rId3" Type="http://schemas.openxmlformats.org/officeDocument/2006/relationships/image" Target="../media/image63.tmp"/><Relationship Id="rId7" Type="http://schemas.openxmlformats.org/officeDocument/2006/relationships/image" Target="../media/image67.tmp"/><Relationship Id="rId2" Type="http://schemas.openxmlformats.org/officeDocument/2006/relationships/image" Target="../media/image62.tmp"/><Relationship Id="rId1" Type="http://schemas.openxmlformats.org/officeDocument/2006/relationships/slideLayout" Target="../slideLayouts/slideLayout2.xml"/><Relationship Id="rId6" Type="http://schemas.openxmlformats.org/officeDocument/2006/relationships/image" Target="../media/image66.tmp"/><Relationship Id="rId5" Type="http://schemas.openxmlformats.org/officeDocument/2006/relationships/image" Target="../media/image65.tmp"/><Relationship Id="rId4" Type="http://schemas.openxmlformats.org/officeDocument/2006/relationships/image" Target="../media/image64.tmp"/></Relationships>
</file>

<file path=ppt/slides/_rels/slide26.xml.rels><?xml version="1.0" encoding="UTF-8" standalone="yes"?>
<Relationships xmlns="http://schemas.openxmlformats.org/package/2006/relationships"><Relationship Id="rId3" Type="http://schemas.openxmlformats.org/officeDocument/2006/relationships/image" Target="../media/image69.tmp"/><Relationship Id="rId2" Type="http://schemas.openxmlformats.org/officeDocument/2006/relationships/image" Target="../media/image68.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1.tmp"/><Relationship Id="rId2" Type="http://schemas.openxmlformats.org/officeDocument/2006/relationships/image" Target="../media/image70.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2.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3.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76.tmp"/><Relationship Id="rId3" Type="http://schemas.openxmlformats.org/officeDocument/2006/relationships/image" Target="../media/image68.png"/><Relationship Id="rId7" Type="http://schemas.openxmlformats.org/officeDocument/2006/relationships/image" Target="../media/image75.tmp"/><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74.tmp"/><Relationship Id="rId5" Type="http://schemas.openxmlformats.org/officeDocument/2006/relationships/image" Target="../media/image69.png"/><Relationship Id="rId4" Type="http://schemas.openxmlformats.org/officeDocument/2006/relationships/customXml" Target="../ink/ink2.xml"/><Relationship Id="rId9" Type="http://schemas.openxmlformats.org/officeDocument/2006/relationships/image" Target="../media/image77.tmp"/></Relationships>
</file>

<file path=ppt/slides/_rels/slide31.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8.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7.png"/><Relationship Id="rId2" Type="http://schemas.openxmlformats.org/officeDocument/2006/relationships/image" Target="../media/image78.png"/><Relationship Id="rId16"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6.png"/><Relationship Id="rId5" Type="http://schemas.openxmlformats.org/officeDocument/2006/relationships/image" Target="../media/image81.png"/><Relationship Id="rId15" Type="http://schemas.openxmlformats.org/officeDocument/2006/relationships/image" Target="../media/image90.png"/><Relationship Id="rId10" Type="http://schemas.openxmlformats.org/officeDocument/2006/relationships/image" Target="../media/image57.jp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89.png"/></Relationships>
</file>

<file path=ppt/slides/_rels/slide32.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1.png"/><Relationship Id="rId18" Type="http://schemas.openxmlformats.org/officeDocument/2006/relationships/image" Target="../media/image96.png"/><Relationship Id="rId3" Type="http://schemas.openxmlformats.org/officeDocument/2006/relationships/image" Target="../media/image81.png"/><Relationship Id="rId21" Type="http://schemas.openxmlformats.org/officeDocument/2006/relationships/image" Target="../media/image99.png"/><Relationship Id="rId7" Type="http://schemas.openxmlformats.org/officeDocument/2006/relationships/image" Target="../media/image85.png"/><Relationship Id="rId12" Type="http://schemas.openxmlformats.org/officeDocument/2006/relationships/image" Target="../media/image89.png"/><Relationship Id="rId17" Type="http://schemas.openxmlformats.org/officeDocument/2006/relationships/image" Target="../media/image95.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19" Type="http://schemas.openxmlformats.org/officeDocument/2006/relationships/image" Target="../media/image97.png"/><Relationship Id="rId4" Type="http://schemas.openxmlformats.org/officeDocument/2006/relationships/image" Target="../media/image82.png"/><Relationship Id="rId9" Type="http://schemas.openxmlformats.org/officeDocument/2006/relationships/image" Target="../media/image86.png"/><Relationship Id="rId14" Type="http://schemas.openxmlformats.org/officeDocument/2006/relationships/image" Target="../media/image92.png"/><Relationship Id="rId22" Type="http://schemas.openxmlformats.org/officeDocument/2006/relationships/image" Target="../media/image79.png"/></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6.png"/><Relationship Id="rId18" Type="http://schemas.openxmlformats.org/officeDocument/2006/relationships/image" Target="../media/image106.png"/><Relationship Id="rId3" Type="http://schemas.openxmlformats.org/officeDocument/2006/relationships/image" Target="../media/image81.png"/><Relationship Id="rId21" Type="http://schemas.openxmlformats.org/officeDocument/2006/relationships/image" Target="../media/image99.png"/><Relationship Id="rId7" Type="http://schemas.openxmlformats.org/officeDocument/2006/relationships/image" Target="../media/image100.png"/><Relationship Id="rId12" Type="http://schemas.openxmlformats.org/officeDocument/2006/relationships/image" Target="../media/image103.png"/><Relationship Id="rId17" Type="http://schemas.openxmlformats.org/officeDocument/2006/relationships/image" Target="../media/image105.png"/><Relationship Id="rId2" Type="http://schemas.openxmlformats.org/officeDocument/2006/relationships/image" Target="../media/image80.png"/><Relationship Id="rId16" Type="http://schemas.openxmlformats.org/officeDocument/2006/relationships/image" Target="../media/image104.png"/><Relationship Id="rId20"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102.png"/><Relationship Id="rId24" Type="http://schemas.openxmlformats.org/officeDocument/2006/relationships/image" Target="../media/image110.png"/><Relationship Id="rId5" Type="http://schemas.openxmlformats.org/officeDocument/2006/relationships/image" Target="../media/image83.png"/><Relationship Id="rId15" Type="http://schemas.openxmlformats.org/officeDocument/2006/relationships/image" Target="../media/image90.png"/><Relationship Id="rId23" Type="http://schemas.openxmlformats.org/officeDocument/2006/relationships/image" Target="../media/image109.png"/><Relationship Id="rId10" Type="http://schemas.openxmlformats.org/officeDocument/2006/relationships/image" Target="../media/image88.png"/><Relationship Id="rId19" Type="http://schemas.openxmlformats.org/officeDocument/2006/relationships/image" Target="../media/image107.png"/><Relationship Id="rId4" Type="http://schemas.openxmlformats.org/officeDocument/2006/relationships/image" Target="../media/image82.png"/><Relationship Id="rId9" Type="http://schemas.openxmlformats.org/officeDocument/2006/relationships/image" Target="../media/image101.png"/><Relationship Id="rId14" Type="http://schemas.openxmlformats.org/officeDocument/2006/relationships/image" Target="../media/image95.png"/><Relationship Id="rId22" Type="http://schemas.openxmlformats.org/officeDocument/2006/relationships/image" Target="../media/image79.png"/></Relationships>
</file>

<file path=ppt/slides/_rels/slide34.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17" Type="http://schemas.openxmlformats.org/officeDocument/2006/relationships/image" Target="../media/image125.png"/><Relationship Id="rId2" Type="http://schemas.openxmlformats.org/officeDocument/2006/relationships/image" Target="../media/image79.png"/><Relationship Id="rId16"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s>
</file>

<file path=ppt/slides/_rels/slide3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png"/></Relationships>
</file>

<file path=ppt/slides/_rels/slide37.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2.png"/><Relationship Id="rId18" Type="http://schemas.openxmlformats.org/officeDocument/2006/relationships/image" Target="../media/image147.png"/><Relationship Id="rId3" Type="http://schemas.openxmlformats.org/officeDocument/2006/relationships/image" Target="../media/image134.png"/><Relationship Id="rId21" Type="http://schemas.openxmlformats.org/officeDocument/2006/relationships/image" Target="../media/image150.png"/><Relationship Id="rId7" Type="http://schemas.openxmlformats.org/officeDocument/2006/relationships/image" Target="../media/image138.png"/><Relationship Id="rId12" Type="http://schemas.openxmlformats.org/officeDocument/2006/relationships/image" Target="../media/image119.png"/><Relationship Id="rId17" Type="http://schemas.openxmlformats.org/officeDocument/2006/relationships/image" Target="../media/image146.png"/><Relationship Id="rId2" Type="http://schemas.openxmlformats.org/officeDocument/2006/relationships/image" Target="../media/image133.jpg"/><Relationship Id="rId16" Type="http://schemas.openxmlformats.org/officeDocument/2006/relationships/image" Target="../media/image145.png"/><Relationship Id="rId20" Type="http://schemas.openxmlformats.org/officeDocument/2006/relationships/image" Target="../media/image149.png"/><Relationship Id="rId1" Type="http://schemas.openxmlformats.org/officeDocument/2006/relationships/slideLayout" Target="../slideLayouts/slideLayout2.xml"/><Relationship Id="rId6" Type="http://schemas.openxmlformats.org/officeDocument/2006/relationships/image" Target="../media/image137.png"/><Relationship Id="rId11" Type="http://schemas.openxmlformats.org/officeDocument/2006/relationships/image" Target="../media/image141.png"/><Relationship Id="rId5" Type="http://schemas.openxmlformats.org/officeDocument/2006/relationships/image" Target="../media/image136.png"/><Relationship Id="rId15" Type="http://schemas.openxmlformats.org/officeDocument/2006/relationships/image" Target="../media/image144.png"/><Relationship Id="rId23" Type="http://schemas.openxmlformats.org/officeDocument/2006/relationships/image" Target="../media/image152.png"/><Relationship Id="rId10" Type="http://schemas.openxmlformats.org/officeDocument/2006/relationships/image" Target="../media/image115.png"/><Relationship Id="rId19" Type="http://schemas.openxmlformats.org/officeDocument/2006/relationships/image" Target="../media/image148.png"/><Relationship Id="rId4" Type="http://schemas.openxmlformats.org/officeDocument/2006/relationships/image" Target="../media/image135.png"/><Relationship Id="rId9" Type="http://schemas.openxmlformats.org/officeDocument/2006/relationships/image" Target="../media/image140.png"/><Relationship Id="rId14" Type="http://schemas.openxmlformats.org/officeDocument/2006/relationships/image" Target="../media/image143.png"/><Relationship Id="rId22" Type="http://schemas.openxmlformats.org/officeDocument/2006/relationships/image" Target="../media/image151.png"/></Relationships>
</file>

<file path=ppt/slides/_rels/slide38.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4.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161.jpg"/><Relationship Id="rId3" Type="http://schemas.openxmlformats.org/officeDocument/2006/relationships/image" Target="../media/image156.jpg"/><Relationship Id="rId7" Type="http://schemas.openxmlformats.org/officeDocument/2006/relationships/image" Target="../media/image160.jpg"/><Relationship Id="rId2" Type="http://schemas.openxmlformats.org/officeDocument/2006/relationships/image" Target="../media/image155.jpg"/><Relationship Id="rId1" Type="http://schemas.openxmlformats.org/officeDocument/2006/relationships/slideLayout" Target="../slideLayouts/slideLayout2.xml"/><Relationship Id="rId6" Type="http://schemas.openxmlformats.org/officeDocument/2006/relationships/image" Target="../media/image159.jpg"/><Relationship Id="rId5" Type="http://schemas.openxmlformats.org/officeDocument/2006/relationships/image" Target="../media/image158.jpg"/><Relationship Id="rId4" Type="http://schemas.openxmlformats.org/officeDocument/2006/relationships/image" Target="../media/image157.jpg"/><Relationship Id="rId9" Type="http://schemas.openxmlformats.org/officeDocument/2006/relationships/image" Target="../media/image162.jpg"/></Relationships>
</file>

<file path=ppt/slides/_rels/slide42.xml.rels><?xml version="1.0" encoding="UTF-8" standalone="yes"?>
<Relationships xmlns="http://schemas.openxmlformats.org/package/2006/relationships"><Relationship Id="rId8" Type="http://schemas.openxmlformats.org/officeDocument/2006/relationships/image" Target="../media/image168.png"/><Relationship Id="rId13" Type="http://schemas.openxmlformats.org/officeDocument/2006/relationships/image" Target="../media/image172.png"/><Relationship Id="rId18" Type="http://schemas.openxmlformats.org/officeDocument/2006/relationships/image" Target="../media/image176.png"/><Relationship Id="rId3" Type="http://schemas.openxmlformats.org/officeDocument/2006/relationships/image" Target="../media/image163.png"/><Relationship Id="rId21" Type="http://schemas.openxmlformats.org/officeDocument/2006/relationships/image" Target="../media/image179.png"/><Relationship Id="rId7" Type="http://schemas.openxmlformats.org/officeDocument/2006/relationships/image" Target="../media/image167.png"/><Relationship Id="rId12" Type="http://schemas.openxmlformats.org/officeDocument/2006/relationships/image" Target="../media/image171.png"/><Relationship Id="rId17" Type="http://schemas.openxmlformats.org/officeDocument/2006/relationships/image" Target="../media/image149.png"/><Relationship Id="rId2" Type="http://schemas.openxmlformats.org/officeDocument/2006/relationships/image" Target="../media/image133.jpg"/><Relationship Id="rId16" Type="http://schemas.openxmlformats.org/officeDocument/2006/relationships/image" Target="../media/image175.png"/><Relationship Id="rId20" Type="http://schemas.openxmlformats.org/officeDocument/2006/relationships/image" Target="../media/image178.png"/><Relationship Id="rId1" Type="http://schemas.openxmlformats.org/officeDocument/2006/relationships/slideLayout" Target="../slideLayouts/slideLayout2.xml"/><Relationship Id="rId6" Type="http://schemas.openxmlformats.org/officeDocument/2006/relationships/image" Target="../media/image166.png"/><Relationship Id="rId11" Type="http://schemas.openxmlformats.org/officeDocument/2006/relationships/image" Target="../media/image143.png"/><Relationship Id="rId5" Type="http://schemas.openxmlformats.org/officeDocument/2006/relationships/image" Target="../media/image165.png"/><Relationship Id="rId15" Type="http://schemas.openxmlformats.org/officeDocument/2006/relationships/image" Target="../media/image174.png"/><Relationship Id="rId10" Type="http://schemas.openxmlformats.org/officeDocument/2006/relationships/image" Target="../media/image170.png"/><Relationship Id="rId19" Type="http://schemas.openxmlformats.org/officeDocument/2006/relationships/image" Target="../media/image177.png"/><Relationship Id="rId4" Type="http://schemas.openxmlformats.org/officeDocument/2006/relationships/image" Target="../media/image164.png"/><Relationship Id="rId9" Type="http://schemas.openxmlformats.org/officeDocument/2006/relationships/image" Target="../media/image169.png"/><Relationship Id="rId14" Type="http://schemas.openxmlformats.org/officeDocument/2006/relationships/image" Target="../media/image173.png"/><Relationship Id="rId22" Type="http://schemas.openxmlformats.org/officeDocument/2006/relationships/image" Target="../media/image180.png"/></Relationships>
</file>

<file path=ppt/slides/_rels/slide43.xml.rels><?xml version="1.0" encoding="UTF-8" standalone="yes"?>
<Relationships xmlns="http://schemas.openxmlformats.org/package/2006/relationships"><Relationship Id="rId8" Type="http://schemas.openxmlformats.org/officeDocument/2006/relationships/image" Target="../media/image187.png"/><Relationship Id="rId13" Type="http://schemas.openxmlformats.org/officeDocument/2006/relationships/image" Target="../media/image192.png"/><Relationship Id="rId18" Type="http://schemas.openxmlformats.org/officeDocument/2006/relationships/image" Target="../media/image195.png"/><Relationship Id="rId26" Type="http://schemas.openxmlformats.org/officeDocument/2006/relationships/image" Target="../media/image203.png"/><Relationship Id="rId3" Type="http://schemas.openxmlformats.org/officeDocument/2006/relationships/image" Target="../media/image182.png"/><Relationship Id="rId21" Type="http://schemas.openxmlformats.org/officeDocument/2006/relationships/image" Target="../media/image198.png"/><Relationship Id="rId7" Type="http://schemas.openxmlformats.org/officeDocument/2006/relationships/image" Target="../media/image186.png"/><Relationship Id="rId12" Type="http://schemas.openxmlformats.org/officeDocument/2006/relationships/image" Target="../media/image191.png"/><Relationship Id="rId17" Type="http://schemas.openxmlformats.org/officeDocument/2006/relationships/image" Target="../media/image194.png"/><Relationship Id="rId25" Type="http://schemas.openxmlformats.org/officeDocument/2006/relationships/image" Target="../media/image202.png"/><Relationship Id="rId2" Type="http://schemas.openxmlformats.org/officeDocument/2006/relationships/image" Target="../media/image181.png"/><Relationship Id="rId16" Type="http://schemas.openxmlformats.org/officeDocument/2006/relationships/image" Target="../media/image156.jpg"/><Relationship Id="rId20" Type="http://schemas.openxmlformats.org/officeDocument/2006/relationships/image" Target="../media/image197.png"/><Relationship Id="rId29" Type="http://schemas.openxmlformats.org/officeDocument/2006/relationships/image" Target="../media/image205.jpg"/><Relationship Id="rId1" Type="http://schemas.openxmlformats.org/officeDocument/2006/relationships/slideLayout" Target="../slideLayouts/slideLayout2.xml"/><Relationship Id="rId6" Type="http://schemas.openxmlformats.org/officeDocument/2006/relationships/image" Target="../media/image185.png"/><Relationship Id="rId11" Type="http://schemas.openxmlformats.org/officeDocument/2006/relationships/image" Target="../media/image190.png"/><Relationship Id="rId24" Type="http://schemas.openxmlformats.org/officeDocument/2006/relationships/image" Target="../media/image201.png"/><Relationship Id="rId5" Type="http://schemas.openxmlformats.org/officeDocument/2006/relationships/image" Target="../media/image184.png"/><Relationship Id="rId15" Type="http://schemas.openxmlformats.org/officeDocument/2006/relationships/image" Target="../media/image155.jpg"/><Relationship Id="rId23" Type="http://schemas.openxmlformats.org/officeDocument/2006/relationships/image" Target="../media/image200.png"/><Relationship Id="rId28" Type="http://schemas.openxmlformats.org/officeDocument/2006/relationships/image" Target="../media/image157.jpg"/><Relationship Id="rId10" Type="http://schemas.openxmlformats.org/officeDocument/2006/relationships/image" Target="../media/image189.png"/><Relationship Id="rId19" Type="http://schemas.openxmlformats.org/officeDocument/2006/relationships/image" Target="../media/image196.png"/><Relationship Id="rId4" Type="http://schemas.openxmlformats.org/officeDocument/2006/relationships/image" Target="../media/image183.png"/><Relationship Id="rId9" Type="http://schemas.openxmlformats.org/officeDocument/2006/relationships/image" Target="../media/image188.png"/><Relationship Id="rId14" Type="http://schemas.openxmlformats.org/officeDocument/2006/relationships/image" Target="../media/image193.png"/><Relationship Id="rId22" Type="http://schemas.openxmlformats.org/officeDocument/2006/relationships/image" Target="../media/image199.png"/><Relationship Id="rId27" Type="http://schemas.openxmlformats.org/officeDocument/2006/relationships/image" Target="../media/image204.png"/><Relationship Id="rId30" Type="http://schemas.openxmlformats.org/officeDocument/2006/relationships/image" Target="../media/image208.png"/></Relationships>
</file>

<file path=ppt/slides/_rels/slide44.xml.rels><?xml version="1.0" encoding="UTF-8" standalone="yes"?>
<Relationships xmlns="http://schemas.openxmlformats.org/package/2006/relationships"><Relationship Id="rId8" Type="http://schemas.openxmlformats.org/officeDocument/2006/relationships/image" Target="../media/image213.png"/><Relationship Id="rId3" Type="http://schemas.openxmlformats.org/officeDocument/2006/relationships/image" Target="../media/image207.png"/><Relationship Id="rId7" Type="http://schemas.openxmlformats.org/officeDocument/2006/relationships/image" Target="../media/image212.png"/><Relationship Id="rId12" Type="http://schemas.openxmlformats.org/officeDocument/2006/relationships/image" Target="../media/image217.png"/><Relationship Id="rId2" Type="http://schemas.openxmlformats.org/officeDocument/2006/relationships/image" Target="../media/image206.png"/><Relationship Id="rId1" Type="http://schemas.openxmlformats.org/officeDocument/2006/relationships/slideLayout" Target="../slideLayouts/slideLayout2.xml"/><Relationship Id="rId6" Type="http://schemas.openxmlformats.org/officeDocument/2006/relationships/image" Target="../media/image211.png"/><Relationship Id="rId11" Type="http://schemas.openxmlformats.org/officeDocument/2006/relationships/image" Target="../media/image216.png"/><Relationship Id="rId5" Type="http://schemas.openxmlformats.org/officeDocument/2006/relationships/image" Target="../media/image210.png"/><Relationship Id="rId10" Type="http://schemas.openxmlformats.org/officeDocument/2006/relationships/image" Target="../media/image215.png"/><Relationship Id="rId4" Type="http://schemas.openxmlformats.org/officeDocument/2006/relationships/image" Target="../media/image209.png"/><Relationship Id="rId9" Type="http://schemas.openxmlformats.org/officeDocument/2006/relationships/image" Target="../media/image214.png"/></Relationships>
</file>

<file path=ppt/slides/_rels/slide4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46.xml.rels><?xml version="1.0" encoding="UTF-8" standalone="yes"?>
<Relationships xmlns="http://schemas.openxmlformats.org/package/2006/relationships"><Relationship Id="rId8" Type="http://schemas.openxmlformats.org/officeDocument/2006/relationships/image" Target="../media/image227.png"/><Relationship Id="rId13" Type="http://schemas.openxmlformats.org/officeDocument/2006/relationships/image" Target="../media/image206.png"/><Relationship Id="rId3" Type="http://schemas.openxmlformats.org/officeDocument/2006/relationships/image" Target="../media/image222.png"/><Relationship Id="rId7" Type="http://schemas.openxmlformats.org/officeDocument/2006/relationships/image" Target="../media/image226.png"/><Relationship Id="rId12" Type="http://schemas.openxmlformats.org/officeDocument/2006/relationships/image" Target="../media/image231.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5.png"/><Relationship Id="rId11" Type="http://schemas.openxmlformats.org/officeDocument/2006/relationships/image" Target="../media/image230.png"/><Relationship Id="rId5" Type="http://schemas.openxmlformats.org/officeDocument/2006/relationships/image" Target="../media/image224.png"/><Relationship Id="rId10" Type="http://schemas.openxmlformats.org/officeDocument/2006/relationships/image" Target="../media/image229.png"/><Relationship Id="rId4" Type="http://schemas.openxmlformats.org/officeDocument/2006/relationships/image" Target="../media/image223.png"/><Relationship Id="rId9" Type="http://schemas.openxmlformats.org/officeDocument/2006/relationships/image" Target="../media/image228.png"/><Relationship Id="rId14" Type="http://schemas.openxmlformats.org/officeDocument/2006/relationships/image" Target="../media/image232.png"/></Relationships>
</file>

<file path=ppt/slides/_rels/slide47.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image" Target="../media/image233.png"/><Relationship Id="rId7" Type="http://schemas.openxmlformats.org/officeDocument/2006/relationships/image" Target="../media/image206.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36.png"/><Relationship Id="rId5" Type="http://schemas.openxmlformats.org/officeDocument/2006/relationships/image" Target="../media/image235.png"/><Relationship Id="rId10" Type="http://schemas.openxmlformats.org/officeDocument/2006/relationships/image" Target="../media/image232.png"/><Relationship Id="rId4" Type="http://schemas.openxmlformats.org/officeDocument/2006/relationships/image" Target="../media/image234.png"/><Relationship Id="rId9" Type="http://schemas.openxmlformats.org/officeDocument/2006/relationships/image" Target="../media/image237.png"/></Relationships>
</file>

<file path=ppt/slides/_rels/slide48.xml.rels><?xml version="1.0" encoding="UTF-8" standalone="yes"?>
<Relationships xmlns="http://schemas.openxmlformats.org/package/2006/relationships"><Relationship Id="rId8" Type="http://schemas.openxmlformats.org/officeDocument/2006/relationships/image" Target="../media/image232.png"/><Relationship Id="rId3" Type="http://schemas.openxmlformats.org/officeDocument/2006/relationships/image" Target="../media/image233.png"/><Relationship Id="rId7" Type="http://schemas.openxmlformats.org/officeDocument/2006/relationships/image" Target="../media/image239.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38.png"/></Relationships>
</file>

<file path=ppt/slides/_rels/slide49.xml.rels><?xml version="1.0" encoding="UTF-8" standalone="yes"?>
<Relationships xmlns="http://schemas.openxmlformats.org/package/2006/relationships"><Relationship Id="rId8" Type="http://schemas.openxmlformats.org/officeDocument/2006/relationships/image" Target="../media/image246.png"/><Relationship Id="rId3" Type="http://schemas.openxmlformats.org/officeDocument/2006/relationships/image" Target="../media/image241.png"/><Relationship Id="rId7" Type="http://schemas.openxmlformats.org/officeDocument/2006/relationships/image" Target="../media/image245.png"/><Relationship Id="rId2"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44.png"/><Relationship Id="rId5" Type="http://schemas.openxmlformats.org/officeDocument/2006/relationships/image" Target="../media/image243.png"/><Relationship Id="rId4" Type="http://schemas.openxmlformats.org/officeDocument/2006/relationships/image" Target="../media/image242.png"/><Relationship Id="rId9" Type="http://schemas.openxmlformats.org/officeDocument/2006/relationships/image" Target="../media/image247.png"/></Relationships>
</file>

<file path=ppt/slides/_rels/slide50.xml.rels><?xml version="1.0" encoding="UTF-8" standalone="yes"?>
<Relationships xmlns="http://schemas.openxmlformats.org/package/2006/relationships"><Relationship Id="rId8" Type="http://schemas.openxmlformats.org/officeDocument/2006/relationships/image" Target="../media/image254.png"/><Relationship Id="rId13" Type="http://schemas.openxmlformats.org/officeDocument/2006/relationships/image" Target="../media/image259.png"/><Relationship Id="rId3" Type="http://schemas.openxmlformats.org/officeDocument/2006/relationships/image" Target="../media/image249.png"/><Relationship Id="rId7" Type="http://schemas.openxmlformats.org/officeDocument/2006/relationships/image" Target="../media/image253.png"/><Relationship Id="rId12" Type="http://schemas.openxmlformats.org/officeDocument/2006/relationships/image" Target="../media/image258.png"/><Relationship Id="rId2" Type="http://schemas.openxmlformats.org/officeDocument/2006/relationships/image" Target="../media/image248.jpg"/><Relationship Id="rId1" Type="http://schemas.openxmlformats.org/officeDocument/2006/relationships/slideLayout" Target="../slideLayouts/slideLayout2.xml"/><Relationship Id="rId6" Type="http://schemas.openxmlformats.org/officeDocument/2006/relationships/image" Target="../media/image252.png"/><Relationship Id="rId11" Type="http://schemas.openxmlformats.org/officeDocument/2006/relationships/image" Target="../media/image257.png"/><Relationship Id="rId5" Type="http://schemas.openxmlformats.org/officeDocument/2006/relationships/image" Target="../media/image251.png"/><Relationship Id="rId10" Type="http://schemas.openxmlformats.org/officeDocument/2006/relationships/image" Target="../media/image256.png"/><Relationship Id="rId4" Type="http://schemas.openxmlformats.org/officeDocument/2006/relationships/image" Target="../media/image250.png"/><Relationship Id="rId9" Type="http://schemas.openxmlformats.org/officeDocument/2006/relationships/image" Target="../media/image255.png"/></Relationships>
</file>

<file path=ppt/slides/_rels/slide51.xml.rels><?xml version="1.0" encoding="UTF-8" standalone="yes"?>
<Relationships xmlns="http://schemas.openxmlformats.org/package/2006/relationships"><Relationship Id="rId3" Type="http://schemas.openxmlformats.org/officeDocument/2006/relationships/image" Target="../media/image261.jpe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3.png"/><Relationship Id="rId3" Type="http://schemas.openxmlformats.org/officeDocument/2006/relationships/image" Target="../media/image263.png"/><Relationship Id="rId7" Type="http://schemas.openxmlformats.org/officeDocument/2006/relationships/image" Target="../media/image267.png"/><Relationship Id="rId12" Type="http://schemas.openxmlformats.org/officeDocument/2006/relationships/image" Target="../media/image272.png"/><Relationship Id="rId2" Type="http://schemas.openxmlformats.org/officeDocument/2006/relationships/image" Target="../media/image262.jpg"/><Relationship Id="rId1" Type="http://schemas.openxmlformats.org/officeDocument/2006/relationships/slideLayout" Target="../slideLayouts/slideLayout2.xml"/><Relationship Id="rId6" Type="http://schemas.openxmlformats.org/officeDocument/2006/relationships/image" Target="../media/image266.png"/><Relationship Id="rId11" Type="http://schemas.openxmlformats.org/officeDocument/2006/relationships/image" Target="../media/image271.png"/><Relationship Id="rId5" Type="http://schemas.openxmlformats.org/officeDocument/2006/relationships/image" Target="../media/image265.png"/><Relationship Id="rId10" Type="http://schemas.openxmlformats.org/officeDocument/2006/relationships/image" Target="../media/image270.png"/><Relationship Id="rId4" Type="http://schemas.openxmlformats.org/officeDocument/2006/relationships/image" Target="../media/image264.png"/><Relationship Id="rId9" Type="http://schemas.openxmlformats.org/officeDocument/2006/relationships/image" Target="../media/image269.png"/><Relationship Id="rId14" Type="http://schemas.openxmlformats.org/officeDocument/2006/relationships/image" Target="../media/image274.png"/></Relationships>
</file>

<file path=ppt/slides/_rels/slide53.xml.rels><?xml version="1.0" encoding="UTF-8" standalone="yes"?>
<Relationships xmlns="http://schemas.openxmlformats.org/package/2006/relationships"><Relationship Id="rId2" Type="http://schemas.openxmlformats.org/officeDocument/2006/relationships/image" Target="../media/image275.tm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279.png"/><Relationship Id="rId3" Type="http://schemas.openxmlformats.org/officeDocument/2006/relationships/image" Target="../media/image250.png"/><Relationship Id="rId7" Type="http://schemas.openxmlformats.org/officeDocument/2006/relationships/image" Target="../media/image254.png"/><Relationship Id="rId2" Type="http://schemas.openxmlformats.org/officeDocument/2006/relationships/image" Target="../media/image276.jpg"/><Relationship Id="rId1" Type="http://schemas.openxmlformats.org/officeDocument/2006/relationships/slideLayout" Target="../slideLayouts/slideLayout2.xml"/><Relationship Id="rId6" Type="http://schemas.openxmlformats.org/officeDocument/2006/relationships/image" Target="../media/image278.png"/><Relationship Id="rId5" Type="http://schemas.openxmlformats.org/officeDocument/2006/relationships/image" Target="../media/image277.png"/><Relationship Id="rId4" Type="http://schemas.openxmlformats.org/officeDocument/2006/relationships/image" Target="../media/image251.png"/><Relationship Id="rId9" Type="http://schemas.openxmlformats.org/officeDocument/2006/relationships/image" Target="../media/image280.png"/></Relationships>
</file>

<file path=ppt/slides/_rels/slide55.xml.rels><?xml version="1.0" encoding="UTF-8" standalone="yes"?>
<Relationships xmlns="http://schemas.openxmlformats.org/package/2006/relationships"><Relationship Id="rId8" Type="http://schemas.openxmlformats.org/officeDocument/2006/relationships/image" Target="../media/image2810.png"/><Relationship Id="rId3" Type="http://schemas.openxmlformats.org/officeDocument/2006/relationships/image" Target="../media/image117.png"/><Relationship Id="rId7" Type="http://schemas.openxmlformats.org/officeDocument/2006/relationships/image" Target="../media/image2800.png"/><Relationship Id="rId12" Type="http://schemas.openxmlformats.org/officeDocument/2006/relationships/image" Target="../media/image281.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2790.png"/><Relationship Id="rId11" Type="http://schemas.openxmlformats.org/officeDocument/2006/relationships/image" Target="../media/image284.png"/><Relationship Id="rId5" Type="http://schemas.openxmlformats.org/officeDocument/2006/relationships/image" Target="../media/image2780.png"/><Relationship Id="rId10" Type="http://schemas.openxmlformats.org/officeDocument/2006/relationships/image" Target="../media/image283.png"/><Relationship Id="rId4" Type="http://schemas.openxmlformats.org/officeDocument/2006/relationships/image" Target="../media/image2770.png"/><Relationship Id="rId9" Type="http://schemas.openxmlformats.org/officeDocument/2006/relationships/image" Target="../media/image282.png"/></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81.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86.png"/><Relationship Id="rId7" Type="http://schemas.openxmlformats.org/officeDocument/2006/relationships/image" Target="../media/image290.png"/><Relationship Id="rId2" Type="http://schemas.openxmlformats.org/officeDocument/2006/relationships/image" Target="../media/image285.png"/><Relationship Id="rId1" Type="http://schemas.openxmlformats.org/officeDocument/2006/relationships/slideLayout" Target="../slideLayouts/slideLayout2.xml"/><Relationship Id="rId6" Type="http://schemas.openxmlformats.org/officeDocument/2006/relationships/image" Target="../media/image289.png"/><Relationship Id="rId5" Type="http://schemas.openxmlformats.org/officeDocument/2006/relationships/image" Target="../media/image288.png"/><Relationship Id="rId4" Type="http://schemas.openxmlformats.org/officeDocument/2006/relationships/image" Target="../media/image287.png"/></Relationships>
</file>

<file path=ppt/slides/_rels/slide59.xml.rels><?xml version="1.0" encoding="UTF-8" standalone="yes"?>
<Relationships xmlns="http://schemas.openxmlformats.org/package/2006/relationships"><Relationship Id="rId3" Type="http://schemas.openxmlformats.org/officeDocument/2006/relationships/image" Target="../media/image291.png"/><Relationship Id="rId7" Type="http://schemas.openxmlformats.org/officeDocument/2006/relationships/image" Target="../media/image294.tmp"/><Relationship Id="rId2" Type="http://schemas.openxmlformats.org/officeDocument/2006/relationships/image" Target="../media/image282.tmp"/><Relationship Id="rId1" Type="http://schemas.openxmlformats.org/officeDocument/2006/relationships/slideLayout" Target="../slideLayouts/slideLayout2.xml"/><Relationship Id="rId6" Type="http://schemas.openxmlformats.org/officeDocument/2006/relationships/image" Target="../media/image293.tmp"/><Relationship Id="rId5" Type="http://schemas.openxmlformats.org/officeDocument/2006/relationships/image" Target="../media/image2880.png"/><Relationship Id="rId4" Type="http://schemas.openxmlformats.org/officeDocument/2006/relationships/image" Target="../media/image292.png"/></Relationships>
</file>

<file path=ppt/slides/_rels/slide60.xml.rels><?xml version="1.0" encoding="UTF-8" standalone="yes"?>
<Relationships xmlns="http://schemas.openxmlformats.org/package/2006/relationships"><Relationship Id="rId2" Type="http://schemas.openxmlformats.org/officeDocument/2006/relationships/image" Target="../media/image29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97.tmp"/><Relationship Id="rId7" Type="http://schemas.openxmlformats.org/officeDocument/2006/relationships/diagramColors" Target="../diagrams/colors2.xml"/><Relationship Id="rId2" Type="http://schemas.openxmlformats.org/officeDocument/2006/relationships/image" Target="../media/image296.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2.xml.rels><?xml version="1.0" encoding="UTF-8" standalone="yes"?>
<Relationships xmlns="http://schemas.openxmlformats.org/package/2006/relationships"><Relationship Id="rId8" Type="http://schemas.openxmlformats.org/officeDocument/2006/relationships/image" Target="../media/image304.png"/><Relationship Id="rId3" Type="http://schemas.openxmlformats.org/officeDocument/2006/relationships/image" Target="../media/image300.png"/><Relationship Id="rId7" Type="http://schemas.openxmlformats.org/officeDocument/2006/relationships/image" Target="../media/image303.png"/><Relationship Id="rId2" Type="http://schemas.openxmlformats.org/officeDocument/2006/relationships/image" Target="../media/image299.png"/><Relationship Id="rId1" Type="http://schemas.openxmlformats.org/officeDocument/2006/relationships/slideLayout" Target="../slideLayouts/slideLayout2.xml"/><Relationship Id="rId6" Type="http://schemas.openxmlformats.org/officeDocument/2006/relationships/image" Target="../media/image298.jpeg"/><Relationship Id="rId5" Type="http://schemas.openxmlformats.org/officeDocument/2006/relationships/image" Target="../media/image302.png"/><Relationship Id="rId4" Type="http://schemas.openxmlformats.org/officeDocument/2006/relationships/image" Target="../media/image30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6.png"/><Relationship Id="rId2" Type="http://schemas.openxmlformats.org/officeDocument/2006/relationships/image" Target="../media/image305.png"/><Relationship Id="rId1" Type="http://schemas.openxmlformats.org/officeDocument/2006/relationships/slideLayout" Target="../slideLayouts/slideLayout2.xml"/><Relationship Id="rId4" Type="http://schemas.openxmlformats.org/officeDocument/2006/relationships/image" Target="../media/image307.png"/></Relationships>
</file>

<file path=ppt/slides/_rels/slide65.xml.rels><?xml version="1.0" encoding="UTF-8" standalone="yes"?>
<Relationships xmlns="http://schemas.openxmlformats.org/package/2006/relationships"><Relationship Id="rId3" Type="http://schemas.openxmlformats.org/officeDocument/2006/relationships/image" Target="../media/image308.tmp"/><Relationship Id="rId2" Type="http://schemas.openxmlformats.org/officeDocument/2006/relationships/image" Target="../media/image309.png"/><Relationship Id="rId1" Type="http://schemas.openxmlformats.org/officeDocument/2006/relationships/slideLayout" Target="../slideLayouts/slideLayout2.xml"/><Relationship Id="rId4" Type="http://schemas.openxmlformats.org/officeDocument/2006/relationships/image" Target="../media/image309.tmp"/></Relationships>
</file>

<file path=ppt/slides/_rels/slide66.xml.rels><?xml version="1.0" encoding="UTF-8" standalone="yes"?>
<Relationships xmlns="http://schemas.openxmlformats.org/package/2006/relationships"><Relationship Id="rId8" Type="http://schemas.openxmlformats.org/officeDocument/2006/relationships/image" Target="../media/image318.png"/><Relationship Id="rId3" Type="http://schemas.openxmlformats.org/officeDocument/2006/relationships/image" Target="../media/image313.png"/><Relationship Id="rId7" Type="http://schemas.openxmlformats.org/officeDocument/2006/relationships/image" Target="../media/image317.png"/><Relationship Id="rId2" Type="http://schemas.openxmlformats.org/officeDocument/2006/relationships/image" Target="../media/image312.png"/><Relationship Id="rId1" Type="http://schemas.openxmlformats.org/officeDocument/2006/relationships/slideLayout" Target="../slideLayouts/slideLayout2.xml"/><Relationship Id="rId6" Type="http://schemas.openxmlformats.org/officeDocument/2006/relationships/image" Target="../media/image316.png"/><Relationship Id="rId5" Type="http://schemas.openxmlformats.org/officeDocument/2006/relationships/image" Target="../media/image315.png"/><Relationship Id="rId4" Type="http://schemas.openxmlformats.org/officeDocument/2006/relationships/image" Target="../media/image314.png"/></Relationships>
</file>

<file path=ppt/slides/_rels/slide67.xml.rels><?xml version="1.0" encoding="UTF-8" standalone="yes"?>
<Relationships xmlns="http://schemas.openxmlformats.org/package/2006/relationships"><Relationship Id="rId8" Type="http://schemas.openxmlformats.org/officeDocument/2006/relationships/image" Target="../media/image325.png"/><Relationship Id="rId3" Type="http://schemas.openxmlformats.org/officeDocument/2006/relationships/image" Target="../media/image320.png"/><Relationship Id="rId7" Type="http://schemas.openxmlformats.org/officeDocument/2006/relationships/image" Target="../media/image324.png"/><Relationship Id="rId2" Type="http://schemas.openxmlformats.org/officeDocument/2006/relationships/image" Target="../media/image319.png"/><Relationship Id="rId1" Type="http://schemas.openxmlformats.org/officeDocument/2006/relationships/slideLayout" Target="../slideLayouts/slideLayout2.xml"/><Relationship Id="rId6" Type="http://schemas.openxmlformats.org/officeDocument/2006/relationships/image" Target="../media/image323.png"/><Relationship Id="rId5" Type="http://schemas.openxmlformats.org/officeDocument/2006/relationships/image" Target="../media/image322.png"/><Relationship Id="rId4" Type="http://schemas.openxmlformats.org/officeDocument/2006/relationships/image" Target="../media/image3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335.png"/><Relationship Id="rId13" Type="http://schemas.openxmlformats.org/officeDocument/2006/relationships/image" Target="../media/image340.png"/><Relationship Id="rId3" Type="http://schemas.openxmlformats.org/officeDocument/2006/relationships/image" Target="../media/image330.png"/><Relationship Id="rId7" Type="http://schemas.openxmlformats.org/officeDocument/2006/relationships/image" Target="../media/image334.png"/><Relationship Id="rId12" Type="http://schemas.openxmlformats.org/officeDocument/2006/relationships/image" Target="../media/image339.png"/><Relationship Id="rId17" Type="http://schemas.openxmlformats.org/officeDocument/2006/relationships/image" Target="../media/image344.png"/><Relationship Id="rId2" Type="http://schemas.openxmlformats.org/officeDocument/2006/relationships/image" Target="../media/image329.png"/><Relationship Id="rId16" Type="http://schemas.openxmlformats.org/officeDocument/2006/relationships/image" Target="../media/image343.png"/><Relationship Id="rId1" Type="http://schemas.openxmlformats.org/officeDocument/2006/relationships/slideLayout" Target="../slideLayouts/slideLayout2.xml"/><Relationship Id="rId6" Type="http://schemas.openxmlformats.org/officeDocument/2006/relationships/image" Target="../media/image333.png"/><Relationship Id="rId11" Type="http://schemas.openxmlformats.org/officeDocument/2006/relationships/image" Target="../media/image338.png"/><Relationship Id="rId5" Type="http://schemas.openxmlformats.org/officeDocument/2006/relationships/image" Target="../media/image332.png"/><Relationship Id="rId15" Type="http://schemas.openxmlformats.org/officeDocument/2006/relationships/image" Target="../media/image342.png"/><Relationship Id="rId10" Type="http://schemas.openxmlformats.org/officeDocument/2006/relationships/image" Target="../media/image337.png"/><Relationship Id="rId4" Type="http://schemas.openxmlformats.org/officeDocument/2006/relationships/image" Target="../media/image331.png"/><Relationship Id="rId9" Type="http://schemas.openxmlformats.org/officeDocument/2006/relationships/image" Target="../media/image336.png"/><Relationship Id="rId14" Type="http://schemas.openxmlformats.org/officeDocument/2006/relationships/image" Target="../media/image341.png"/></Relationships>
</file>

<file path=ppt/slides/_rels/slide75.xml.rels><?xml version="1.0" encoding="UTF-8" standalone="yes"?>
<Relationships xmlns="http://schemas.openxmlformats.org/package/2006/relationships"><Relationship Id="rId3" Type="http://schemas.openxmlformats.org/officeDocument/2006/relationships/image" Target="../media/image346.png"/><Relationship Id="rId2" Type="http://schemas.openxmlformats.org/officeDocument/2006/relationships/image" Target="../media/image345.png"/><Relationship Id="rId1" Type="http://schemas.openxmlformats.org/officeDocument/2006/relationships/slideLayout" Target="../slideLayouts/slideLayout2.xml"/><Relationship Id="rId4" Type="http://schemas.openxmlformats.org/officeDocument/2006/relationships/image" Target="../media/image3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图片 45" descr="D:\360MoveData\Users\xiaoxiao\Desktop\40209.png40209"/>
          <p:cNvPicPr>
            <a:picLocks noChangeAspect="1"/>
          </p:cNvPicPr>
          <p:nvPr>
            <p:custDataLst>
              <p:tags r:id="rId1"/>
            </p:custDataLst>
          </p:nvPr>
        </p:nvPicPr>
        <p:blipFill>
          <a:blip r:embed="rId4"/>
          <a:srcRect t="19874" b="11096"/>
          <a:stretch>
            <a:fillRect/>
          </a:stretch>
        </p:blipFill>
        <p:spPr>
          <a:xfrm>
            <a:off x="-24765" y="-17145"/>
            <a:ext cx="12248515" cy="3228975"/>
          </a:xfrm>
          <a:prstGeom prst="rect">
            <a:avLst/>
          </a:prstGeom>
        </p:spPr>
      </p:pic>
      <p:cxnSp>
        <p:nvCxnSpPr>
          <p:cNvPr id="6" name="直接连接符 5"/>
          <p:cNvCxnSpPr/>
          <p:nvPr/>
        </p:nvCxnSpPr>
        <p:spPr>
          <a:xfrm>
            <a:off x="4029626" y="5526840"/>
            <a:ext cx="4683398" cy="0"/>
          </a:xfrm>
          <a:prstGeom prst="line">
            <a:avLst/>
          </a:prstGeom>
          <a:noFill/>
          <a:ln w="12700" cap="flat" cmpd="sng" algn="ctr">
            <a:gradFill flip="none" rotWithShape="1">
              <a:gsLst>
                <a:gs pos="0">
                  <a:srgbClr val="961318"/>
                </a:gs>
                <a:gs pos="60000">
                  <a:srgbClr val="961318">
                    <a:alpha val="40000"/>
                  </a:srgbClr>
                </a:gs>
                <a:gs pos="92000">
                  <a:srgbClr val="961318">
                    <a:alpha val="0"/>
                  </a:srgbClr>
                </a:gs>
              </a:gsLst>
              <a:path path="circle">
                <a:fillToRect l="50000" t="50000" r="50000" b="50000"/>
              </a:path>
              <a:tileRect/>
            </a:gradFill>
            <a:prstDash val="solid"/>
            <a:miter lim="800000"/>
          </a:ln>
          <a:effectLst/>
        </p:spPr>
      </p:cxnSp>
      <p:grpSp>
        <p:nvGrpSpPr>
          <p:cNvPr id="10" name="组合 9"/>
          <p:cNvGrpSpPr/>
          <p:nvPr/>
        </p:nvGrpSpPr>
        <p:grpSpPr>
          <a:xfrm>
            <a:off x="4529369" y="5749182"/>
            <a:ext cx="3133261" cy="463012"/>
            <a:chOff x="4794035" y="5835880"/>
            <a:chExt cx="2198314" cy="463012"/>
          </a:xfrm>
        </p:grpSpPr>
        <p:sp>
          <p:nvSpPr>
            <p:cNvPr id="11" name="矩形: 圆角 10"/>
            <p:cNvSpPr/>
            <p:nvPr/>
          </p:nvSpPr>
          <p:spPr>
            <a:xfrm>
              <a:off x="4985965" y="5835880"/>
              <a:ext cx="1828800" cy="463012"/>
            </a:xfrm>
            <a:prstGeom prst="roundRect">
              <a:avLst>
                <a:gd name="adj" fmla="val 22153"/>
              </a:avLst>
            </a:prstGeom>
            <a:solidFill>
              <a:srgbClr val="96131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cs typeface="+mn-cs"/>
              </a:endParaRPr>
            </a:p>
          </p:txBody>
        </p:sp>
        <p:sp>
          <p:nvSpPr>
            <p:cNvPr id="12" name="文本框 11"/>
            <p:cNvSpPr txBox="1"/>
            <p:nvPr/>
          </p:nvSpPr>
          <p:spPr>
            <a:xfrm>
              <a:off x="4794035" y="5883236"/>
              <a:ext cx="2198314" cy="368300"/>
            </a:xfrm>
            <a:prstGeom prst="rect">
              <a:avLst/>
            </a:prstGeom>
            <a:noFill/>
          </p:spPr>
          <p:txBody>
            <a:bodyPr wrap="square" rtlCol="0" anchor="ctr">
              <a:spAutoFit/>
            </a:bodyPr>
            <a:lstStyle>
              <a:defPPr>
                <a:defRPr lang="zh-CN"/>
              </a:defPPr>
              <a:lvl1pPr algn="ctr">
                <a:defRPr>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Arial" panose="020B0604020202020204"/>
                </a:rPr>
                <a:t>教师：</a:t>
              </a:r>
              <a:r>
                <a:rPr lang="zh-CN" altLang="en-US" kern="0" dirty="0">
                  <a:solidFill>
                    <a:prstClr val="white"/>
                  </a:solidFill>
                  <a:latin typeface="Arial" panose="020B0604020202020204"/>
                </a:rPr>
                <a:t>张杨</a:t>
              </a:r>
              <a:endParaRPr kumimoji="0" lang="zh-CN" altLang="en-US" sz="1800" b="0" i="0" u="none" strike="noStrike" kern="0" cap="none" spc="0" normalizeH="0" baseline="0" noProof="0" dirty="0">
                <a:ln>
                  <a:noFill/>
                </a:ln>
                <a:solidFill>
                  <a:prstClr val="white"/>
                </a:solidFill>
                <a:effectLst/>
                <a:uLnTx/>
                <a:uFillTx/>
                <a:latin typeface="Arial" panose="020B0604020202020204"/>
              </a:endParaRPr>
            </a:p>
          </p:txBody>
        </p:sp>
      </p:grpSp>
      <p:sp>
        <p:nvSpPr>
          <p:cNvPr id="20" name="文本框 19"/>
          <p:cNvSpPr txBox="1"/>
          <p:nvPr/>
        </p:nvSpPr>
        <p:spPr>
          <a:xfrm>
            <a:off x="0" y="4170752"/>
            <a:ext cx="12192000" cy="829945"/>
          </a:xfrm>
          <a:prstGeom prst="rect">
            <a:avLst/>
          </a:prstGeom>
          <a:noFill/>
        </p:spPr>
        <p:txBody>
          <a:bodyPr wrap="square" rtlCol="0">
            <a:spAutoFit/>
          </a:bodyPr>
          <a:lstStyle/>
          <a:p>
            <a:pPr algn="ctr">
              <a:defRPr/>
            </a:pPr>
            <a:r>
              <a:rPr lang="zh-CN" altLang="en-US" sz="4800" b="1" dirty="0">
                <a:solidFill>
                  <a:srgbClr val="961318"/>
                </a:solidFill>
                <a:latin typeface="思源宋体 Heavy" panose="02020900000000000000" pitchFamily="18" charset="-122"/>
                <a:ea typeface="思源宋体 Heavy" panose="02020900000000000000" pitchFamily="18" charset="-122"/>
              </a:rPr>
              <a:t>人工神经网络入门</a:t>
            </a:r>
          </a:p>
        </p:txBody>
      </p:sp>
      <p:sp>
        <p:nvSpPr>
          <p:cNvPr id="2" name="椭圆 1"/>
          <p:cNvSpPr/>
          <p:nvPr/>
        </p:nvSpPr>
        <p:spPr>
          <a:xfrm>
            <a:off x="5285740" y="2182495"/>
            <a:ext cx="1898015" cy="189865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9" name="图片 18" descr="D:\360MoveData\Users\xiaoxiao\Desktop\微信关注：轻习-成都中医药大学\校徽.png校徽"/>
          <p:cNvPicPr>
            <a:picLocks noChangeAspect="1"/>
          </p:cNvPicPr>
          <p:nvPr>
            <p:custDataLst>
              <p:tags r:id="rId2"/>
            </p:custDataLst>
          </p:nvPr>
        </p:nvPicPr>
        <p:blipFill>
          <a:blip r:embed="rId5"/>
          <a:srcRect/>
          <a:stretch>
            <a:fillRect/>
          </a:stretch>
        </p:blipFill>
        <p:spPr>
          <a:xfrm>
            <a:off x="5044440" y="2044065"/>
            <a:ext cx="2395220" cy="2163445"/>
          </a:xfrm>
          <a:prstGeom prst="rect">
            <a:avLst/>
          </a:prstGeom>
        </p:spPr>
      </p:pic>
      <p:sp>
        <p:nvSpPr>
          <p:cNvPr id="4" name="文本框 3">
            <a:extLst>
              <a:ext uri="{FF2B5EF4-FFF2-40B4-BE49-F238E27FC236}">
                <a16:creationId xmlns:a16="http://schemas.microsoft.com/office/drawing/2014/main" id="{FE84E70E-8AD5-31EC-34E5-EB3607F8C037}"/>
              </a:ext>
            </a:extLst>
          </p:cNvPr>
          <p:cNvSpPr txBox="1"/>
          <p:nvPr/>
        </p:nvSpPr>
        <p:spPr>
          <a:xfrm>
            <a:off x="3042348" y="6259550"/>
            <a:ext cx="6127750" cy="369332"/>
          </a:xfrm>
          <a:prstGeom prst="rect">
            <a:avLst/>
          </a:prstGeom>
          <a:noFill/>
        </p:spPr>
        <p:txBody>
          <a:bodyPr wrap="square">
            <a:spAutoFit/>
          </a:bodyPr>
          <a:lstStyle/>
          <a:p>
            <a:pPr algn="ctr"/>
            <a:r>
              <a:rPr lang="en-US" altLang="zh-CN" sz="1800" dirty="0">
                <a:solidFill>
                  <a:srgbClr val="961318"/>
                </a:solidFill>
                <a:latin typeface="Times New Roman" panose="02020603050405020304" pitchFamily="18" charset="0"/>
                <a:ea typeface="微软雅黑" panose="020B0503020204020204" pitchFamily="34" charset="-122"/>
                <a:cs typeface="Times New Roman" panose="02020603050405020304" pitchFamily="18" charset="0"/>
                <a:hlinkClick r:id="rId6">
                  <a:extLst>
                    <a:ext uri="{A12FA001-AC4F-418D-AE19-62706E023703}">
                      <ahyp:hlinkClr xmlns:ahyp="http://schemas.microsoft.com/office/drawing/2018/hyperlinkcolor" val="tx"/>
                    </a:ext>
                  </a:extLst>
                </a:hlinkClick>
              </a:rPr>
              <a:t>https://www.zhangy-lab.cn/</a:t>
            </a:r>
            <a:r>
              <a:rPr lang="en-US" altLang="zh-CN" sz="1800" dirty="0">
                <a:solidFill>
                  <a:srgbClr val="961318"/>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solidFill>
                <a:srgbClr val="961318"/>
              </a:solidFill>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73574B9E-39C6-3382-164B-0CFE539287A5}"/>
              </a:ext>
            </a:extLst>
          </p:cNvPr>
          <p:cNvSpPr txBox="1"/>
          <p:nvPr/>
        </p:nvSpPr>
        <p:spPr>
          <a:xfrm>
            <a:off x="4178057" y="5137999"/>
            <a:ext cx="4113380" cy="369332"/>
          </a:xfrm>
          <a:prstGeom prst="rect">
            <a:avLst/>
          </a:prstGeom>
          <a:noFill/>
        </p:spPr>
        <p:txBody>
          <a:bodyPr wrap="square">
            <a:spAutoFit/>
          </a:bodyPr>
          <a:lstStyle/>
          <a:p>
            <a:r>
              <a:rPr lang="zh-CN" altLang="en-US" b="1" i="0" dirty="0">
                <a:solidFill>
                  <a:srgbClr val="8C1515"/>
                </a:solidFill>
                <a:effectLst/>
                <a:latin typeface="微软雅黑" panose="020B0503020204020204" pitchFamily="34" charset="-122"/>
                <a:ea typeface="微软雅黑" panose="020B0503020204020204" pitchFamily="34" charset="-122"/>
              </a:rPr>
              <a:t>医学数据挖掘案例与实践 </a:t>
            </a:r>
            <a:r>
              <a:rPr lang="en-US" altLang="zh-CN" b="1" i="0" dirty="0">
                <a:solidFill>
                  <a:srgbClr val="8C1515"/>
                </a:solidFill>
                <a:effectLst/>
                <a:latin typeface="微软雅黑" panose="020B0503020204020204" pitchFamily="34" charset="-122"/>
                <a:ea typeface="微软雅黑" panose="020B0503020204020204" pitchFamily="34" charset="-122"/>
              </a:rPr>
              <a:t>2025</a:t>
            </a:r>
            <a:r>
              <a:rPr lang="zh-CN" altLang="en-US" b="1" i="0" dirty="0">
                <a:solidFill>
                  <a:srgbClr val="8C1515"/>
                </a:solidFill>
                <a:effectLst/>
                <a:latin typeface="微软雅黑" panose="020B0503020204020204" pitchFamily="34" charset="-122"/>
                <a:ea typeface="微软雅黑" panose="020B0503020204020204" pitchFamily="34" charset="-122"/>
              </a:rPr>
              <a:t>年</a:t>
            </a:r>
            <a:r>
              <a:rPr lang="en-US" altLang="zh-CN" b="1" i="0" dirty="0">
                <a:solidFill>
                  <a:srgbClr val="8C1515"/>
                </a:solidFill>
                <a:effectLst/>
                <a:latin typeface="微软雅黑" panose="020B0503020204020204" pitchFamily="34" charset="-122"/>
                <a:ea typeface="微软雅黑" panose="020B0503020204020204" pitchFamily="34" charset="-122"/>
              </a:rPr>
              <a:t>Fall</a:t>
            </a:r>
            <a:endParaRPr lang="zh-CN" altLang="en-US" b="1" dirty="0">
              <a:solidFill>
                <a:srgbClr val="8C1515"/>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a:extLst>
              <a:ext uri="{FF2B5EF4-FFF2-40B4-BE49-F238E27FC236}">
                <a16:creationId xmlns:a16="http://schemas.microsoft.com/office/drawing/2014/main" id="{365DFD9E-0F84-1287-49BE-9764E163CBA8}"/>
              </a:ext>
            </a:extLst>
          </p:cNvPr>
          <p:cNvSpPr txBox="1">
            <a:spLocks/>
          </p:cNvSpPr>
          <p:nvPr/>
        </p:nvSpPr>
        <p:spPr>
          <a:xfrm>
            <a:off x="153102" y="1507291"/>
            <a:ext cx="11480098" cy="45259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a:pPr>
            <a:r>
              <a:rPr lang="zh-CN" altLang="en-US" sz="2400" b="1" dirty="0">
                <a:solidFill>
                  <a:srgbClr val="2B2F3A"/>
                </a:solidFill>
                <a:latin typeface="微软雅黑" panose="020B0503020204020204" pitchFamily="34" charset="-122"/>
                <a:ea typeface="微软雅黑" panose="020B0503020204020204" pitchFamily="34" charset="-122"/>
              </a:rPr>
              <a:t>张杨 特聘教授 中医药创新研究院</a:t>
            </a:r>
            <a:endParaRPr lang="en-US" altLang="zh-CN" sz="2400" b="1" dirty="0">
              <a:solidFill>
                <a:srgbClr val="2B2F3A"/>
              </a:solidFill>
              <a:latin typeface="微软雅黑" panose="020B0503020204020204" pitchFamily="34" charset="-122"/>
              <a:ea typeface="微软雅黑" panose="020B0503020204020204" pitchFamily="34" charset="-122"/>
            </a:endParaRPr>
          </a:p>
          <a:p>
            <a:pPr>
              <a:lnSpc>
                <a:spcPct val="150000"/>
              </a:lnSpc>
              <a:defRPr/>
            </a:pPr>
            <a:r>
              <a:rPr lang="zh-CN" altLang="en-US" sz="2400" b="1" dirty="0">
                <a:latin typeface="微软雅黑" panose="020B0503020204020204" pitchFamily="34" charset="-122"/>
                <a:ea typeface="微软雅黑" panose="020B0503020204020204" pitchFamily="34" charset="-122"/>
              </a:rPr>
              <a:t>研究方向：</a:t>
            </a:r>
            <a:r>
              <a:rPr lang="zh-CN" altLang="en-US" sz="2400" b="1" dirty="0">
                <a:solidFill>
                  <a:schemeClr val="accent1"/>
                </a:solidFill>
                <a:latin typeface="微软雅黑" panose="020B0503020204020204" pitchFamily="34" charset="-122"/>
                <a:ea typeface="微软雅黑" panose="020B0503020204020204" pitchFamily="34" charset="-122"/>
              </a:rPr>
              <a:t>生物信息学</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a:lnSpc>
                <a:spcPct val="150000"/>
              </a:lnSpc>
              <a:defRPr/>
            </a:pPr>
            <a:r>
              <a:rPr lang="zh-CN" altLang="en-US" sz="2400" b="1" dirty="0">
                <a:latin typeface="微软雅黑" panose="020B0503020204020204" pitchFamily="34" charset="-122"/>
                <a:ea typeface="微软雅黑" panose="020B0503020204020204" pitchFamily="34" charset="-122"/>
              </a:rPr>
              <a:t>关键词：</a:t>
            </a:r>
            <a:r>
              <a:rPr lang="zh-CN" altLang="en-US" sz="2400" b="1" dirty="0">
                <a:solidFill>
                  <a:schemeClr val="accent1"/>
                </a:solidFill>
                <a:latin typeface="微软雅黑" panose="020B0503020204020204" pitchFamily="34" charset="-122"/>
                <a:ea typeface="微软雅黑" panose="020B0503020204020204" pitchFamily="34" charset="-122"/>
              </a:rPr>
              <a:t>数据挖掘、机器学习、人工智能、数据库</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a:lnSpc>
                <a:spcPct val="150000"/>
              </a:lnSpc>
              <a:defRPr/>
            </a:pPr>
            <a:endParaRPr lang="en-US" altLang="zh-CN" sz="2400" b="1" dirty="0">
              <a:solidFill>
                <a:schemeClr val="accent1"/>
              </a:solidFill>
              <a:latin typeface="微软雅黑" panose="020B0503020204020204" pitchFamily="34" charset="-122"/>
              <a:ea typeface="微软雅黑" panose="020B0503020204020204" pitchFamily="34" charset="-122"/>
            </a:endParaRPr>
          </a:p>
          <a:p>
            <a:pPr>
              <a:lnSpc>
                <a:spcPct val="150000"/>
              </a:lnSpc>
              <a:defRPr/>
            </a:pPr>
            <a:r>
              <a:rPr lang="zh-CN" altLang="en-US" sz="2000" b="1" dirty="0">
                <a:latin typeface="微软雅黑" panose="020B0503020204020204" pitchFamily="34" charset="-122"/>
                <a:ea typeface="微软雅黑" panose="020B0503020204020204" pitchFamily="34" charset="-122"/>
              </a:rPr>
              <a:t>电话：</a:t>
            </a:r>
            <a:r>
              <a:rPr lang="en-US" altLang="zh-CN" sz="2000" b="1" dirty="0">
                <a:latin typeface="微软雅黑" panose="020B0503020204020204" pitchFamily="34" charset="-122"/>
                <a:ea typeface="微软雅黑" panose="020B0503020204020204" pitchFamily="34" charset="-122"/>
              </a:rPr>
              <a:t>13308075867</a:t>
            </a:r>
          </a:p>
          <a:p>
            <a:pPr>
              <a:lnSpc>
                <a:spcPct val="150000"/>
              </a:lnSpc>
              <a:defRPr/>
            </a:pPr>
            <a:r>
              <a:rPr lang="zh-CN" altLang="en-US" sz="2000" b="1" dirty="0">
                <a:latin typeface="微软雅黑" panose="020B0503020204020204" pitchFamily="34" charset="-122"/>
                <a:ea typeface="微软雅黑" panose="020B0503020204020204" pitchFamily="34" charset="-122"/>
              </a:rPr>
              <a:t>邮箱：</a:t>
            </a:r>
            <a:r>
              <a:rPr lang="en-US" altLang="zh-CN" sz="2000" b="1" dirty="0">
                <a:latin typeface="微软雅黑" panose="020B0503020204020204" pitchFamily="34" charset="-122"/>
                <a:ea typeface="微软雅黑" panose="020B0503020204020204" pitchFamily="34" charset="-122"/>
                <a:hlinkClick r:id="rId2"/>
              </a:rPr>
              <a:t>yangzhang@cdutcm.edu.cn</a:t>
            </a:r>
            <a:r>
              <a:rPr lang="en-US" altLang="zh-CN" sz="2000" b="1" dirty="0">
                <a:latin typeface="微软雅黑" panose="020B0503020204020204" pitchFamily="34" charset="-122"/>
                <a:ea typeface="微软雅黑" panose="020B0503020204020204" pitchFamily="34" charset="-122"/>
              </a:rPr>
              <a:t> </a:t>
            </a:r>
          </a:p>
          <a:p>
            <a:pPr>
              <a:lnSpc>
                <a:spcPct val="150000"/>
              </a:lnSpc>
              <a:defRPr/>
            </a:pPr>
            <a:r>
              <a:rPr lang="zh-CN" altLang="en-US" sz="2000" b="1" dirty="0">
                <a:latin typeface="微软雅黑" panose="020B0503020204020204" pitchFamily="34" charset="-122"/>
                <a:ea typeface="微软雅黑" panose="020B0503020204020204" pitchFamily="34" charset="-122"/>
              </a:rPr>
              <a:t>实验室网站：</a:t>
            </a:r>
            <a:r>
              <a:rPr lang="en-US" altLang="zh-CN" sz="2000" b="1" dirty="0">
                <a:latin typeface="微软雅黑" panose="020B0503020204020204" pitchFamily="34" charset="-122"/>
                <a:ea typeface="微软雅黑" panose="020B0503020204020204" pitchFamily="34" charset="-122"/>
                <a:hlinkClick r:id="rId3"/>
              </a:rPr>
              <a:t>https://www.zhangy-lab.cn/</a:t>
            </a:r>
            <a:r>
              <a:rPr lang="en-US" altLang="zh-CN" sz="2000" b="1"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2670357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CD14B40A-70A1-7B9E-BD00-037A164C22F5}"/>
              </a:ext>
            </a:extLst>
          </p:cNvPr>
          <p:cNvSpPr>
            <a:spLocks noGrp="1"/>
          </p:cNvSpPr>
          <p:nvPr>
            <p:ph idx="1"/>
          </p:nvPr>
        </p:nvSpPr>
        <p:spPr>
          <a:xfrm>
            <a:off x="609600" y="1614116"/>
            <a:ext cx="10972800" cy="4786683"/>
          </a:xfrm>
        </p:spPr>
        <p:txBody>
          <a:bodyPr/>
          <a:lstStyle/>
          <a:p>
            <a:r>
              <a:rPr lang="zh-CN" altLang="en-US" sz="2400" dirty="0">
                <a:solidFill>
                  <a:srgbClr val="8C1515"/>
                </a:solidFill>
                <a:latin typeface="楷体" panose="02010609060101010101" pitchFamily="49" charset="-122"/>
                <a:ea typeface="楷体" panose="02010609060101010101" pitchFamily="49" charset="-122"/>
              </a:rPr>
              <a:t>线性代数</a:t>
            </a:r>
            <a:endParaRPr lang="en-US" altLang="zh-CN" sz="2400" dirty="0">
              <a:solidFill>
                <a:srgbClr val="8C1515"/>
              </a:solidFill>
              <a:latin typeface="楷体" panose="02010609060101010101" pitchFamily="49" charset="-122"/>
              <a:ea typeface="楷体" panose="02010609060101010101" pitchFamily="49" charset="-122"/>
            </a:endParaRPr>
          </a:p>
          <a:p>
            <a:r>
              <a:rPr lang="zh-CN" altLang="en-US" sz="2400" dirty="0">
                <a:solidFill>
                  <a:srgbClr val="8C1515"/>
                </a:solidFill>
                <a:latin typeface="楷体" panose="02010609060101010101" pitchFamily="49" charset="-122"/>
                <a:ea typeface="楷体" panose="02010609060101010101" pitchFamily="49" charset="-122"/>
              </a:rPr>
              <a:t>微积分</a:t>
            </a:r>
            <a:endParaRPr lang="en-US" altLang="zh-CN" sz="2400" dirty="0">
              <a:solidFill>
                <a:srgbClr val="8C1515"/>
              </a:solidFill>
              <a:latin typeface="楷体" panose="02010609060101010101" pitchFamily="49" charset="-122"/>
              <a:ea typeface="楷体" panose="02010609060101010101" pitchFamily="49" charset="-122"/>
            </a:endParaRPr>
          </a:p>
          <a:p>
            <a:r>
              <a:rPr lang="zh-CN" altLang="en-US" sz="2400" dirty="0">
                <a:solidFill>
                  <a:srgbClr val="8C1515"/>
                </a:solidFill>
                <a:latin typeface="楷体" panose="02010609060101010101" pitchFamily="49" charset="-122"/>
                <a:ea typeface="楷体" panose="02010609060101010101" pitchFamily="49" charset="-122"/>
              </a:rPr>
              <a:t>数学优化</a:t>
            </a:r>
            <a:endParaRPr lang="en-US" altLang="zh-CN" sz="2400" dirty="0">
              <a:solidFill>
                <a:srgbClr val="8C1515"/>
              </a:solidFill>
              <a:latin typeface="楷体" panose="02010609060101010101" pitchFamily="49" charset="-122"/>
              <a:ea typeface="楷体" panose="02010609060101010101" pitchFamily="49" charset="-122"/>
            </a:endParaRPr>
          </a:p>
          <a:p>
            <a:r>
              <a:rPr lang="zh-CN" altLang="en-US" sz="2400" dirty="0">
                <a:solidFill>
                  <a:srgbClr val="8C1515"/>
                </a:solidFill>
                <a:latin typeface="楷体" panose="02010609060101010101" pitchFamily="49" charset="-122"/>
                <a:ea typeface="楷体" panose="02010609060101010101" pitchFamily="49" charset="-122"/>
              </a:rPr>
              <a:t>概率论</a:t>
            </a:r>
            <a:endParaRPr lang="en-US" altLang="zh-CN" sz="2400" dirty="0">
              <a:solidFill>
                <a:srgbClr val="8C1515"/>
              </a:solidFill>
              <a:latin typeface="楷体" panose="02010609060101010101" pitchFamily="49" charset="-122"/>
              <a:ea typeface="楷体" panose="02010609060101010101" pitchFamily="49" charset="-122"/>
            </a:endParaRPr>
          </a:p>
          <a:p>
            <a:r>
              <a:rPr lang="zh-CN" altLang="en-US" sz="2400" dirty="0">
                <a:solidFill>
                  <a:srgbClr val="8C1515"/>
                </a:solidFill>
                <a:latin typeface="楷体" panose="02010609060101010101" pitchFamily="49" charset="-122"/>
                <a:ea typeface="楷体" panose="02010609060101010101" pitchFamily="49" charset="-122"/>
              </a:rPr>
              <a:t>信息论</a:t>
            </a:r>
            <a:endParaRPr lang="en-US" altLang="zh-CN" sz="2400" dirty="0">
              <a:solidFill>
                <a:srgbClr val="8C1515"/>
              </a:solidFill>
              <a:latin typeface="楷体" panose="02010609060101010101" pitchFamily="49" charset="-122"/>
              <a:ea typeface="楷体" panose="02010609060101010101" pitchFamily="49" charset="-122"/>
            </a:endParaRPr>
          </a:p>
          <a:p>
            <a:endParaRPr lang="en-US" altLang="zh-CN" sz="2400" dirty="0">
              <a:solidFill>
                <a:srgbClr val="8C1515"/>
              </a:solidFill>
              <a:latin typeface="黑体" panose="02010609060101010101" pitchFamily="49" charset="-122"/>
              <a:ea typeface="黑体" panose="02010609060101010101" pitchFamily="49" charset="-122"/>
            </a:endParaRPr>
          </a:p>
          <a:p>
            <a:endParaRPr lang="zh-CN" altLang="en-US" dirty="0"/>
          </a:p>
        </p:txBody>
      </p:sp>
      <p:grpSp>
        <p:nvGrpSpPr>
          <p:cNvPr id="6" name="组合 5">
            <a:extLst>
              <a:ext uri="{FF2B5EF4-FFF2-40B4-BE49-F238E27FC236}">
                <a16:creationId xmlns:a16="http://schemas.microsoft.com/office/drawing/2014/main" id="{B8433BF9-ADA0-C353-3E4F-FE8989AD6DC9}"/>
              </a:ext>
            </a:extLst>
          </p:cNvPr>
          <p:cNvGrpSpPr/>
          <p:nvPr/>
        </p:nvGrpSpPr>
        <p:grpSpPr>
          <a:xfrm>
            <a:off x="0" y="0"/>
            <a:ext cx="4367671" cy="1058822"/>
            <a:chOff x="0" y="260648"/>
            <a:chExt cx="4367671" cy="1058822"/>
          </a:xfrm>
        </p:grpSpPr>
        <p:sp>
          <p:nvSpPr>
            <p:cNvPr id="7" name="矩形 6">
              <a:extLst>
                <a:ext uri="{FF2B5EF4-FFF2-40B4-BE49-F238E27FC236}">
                  <a16:creationId xmlns:a16="http://schemas.microsoft.com/office/drawing/2014/main" id="{02EE4440-ADDB-FF61-1A7D-F4356D2B4782}"/>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 name="组合 7">
              <a:extLst>
                <a:ext uri="{FF2B5EF4-FFF2-40B4-BE49-F238E27FC236}">
                  <a16:creationId xmlns:a16="http://schemas.microsoft.com/office/drawing/2014/main" id="{E2406D14-0287-49F7-0724-569CF2115459}"/>
                </a:ext>
              </a:extLst>
            </p:cNvPr>
            <p:cNvGrpSpPr/>
            <p:nvPr/>
          </p:nvGrpSpPr>
          <p:grpSpPr>
            <a:xfrm>
              <a:off x="695400" y="260648"/>
              <a:ext cx="3672271" cy="1058822"/>
              <a:chOff x="623392" y="310880"/>
              <a:chExt cx="3672271" cy="1058822"/>
            </a:xfrm>
          </p:grpSpPr>
          <p:sp>
            <p:nvSpPr>
              <p:cNvPr id="9" name="文本框 8">
                <a:extLst>
                  <a:ext uri="{FF2B5EF4-FFF2-40B4-BE49-F238E27FC236}">
                    <a16:creationId xmlns:a16="http://schemas.microsoft.com/office/drawing/2014/main" id="{AE23DDDC-FCEF-5F9B-15EA-03264CB9055A}"/>
                  </a:ext>
                </a:extLst>
              </p:cNvPr>
              <p:cNvSpPr txBox="1"/>
              <p:nvPr/>
            </p:nvSpPr>
            <p:spPr>
              <a:xfrm>
                <a:off x="623392" y="310880"/>
                <a:ext cx="1826141"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预备知识</a:t>
                </a:r>
              </a:p>
            </p:txBody>
          </p:sp>
          <p:cxnSp>
            <p:nvCxnSpPr>
              <p:cNvPr id="10" name="直接连接符 9">
                <a:extLst>
                  <a:ext uri="{FF2B5EF4-FFF2-40B4-BE49-F238E27FC236}">
                    <a16:creationId xmlns:a16="http://schemas.microsoft.com/office/drawing/2014/main" id="{6A644704-8278-9F8B-3E22-5B5C4993E907}"/>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17F7D398-9877-B81C-542B-0914BC284ACC}"/>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971613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7692D5D-E2D1-4679-EA02-8D63E26CD0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41551" y="1082314"/>
            <a:ext cx="1929231" cy="2346686"/>
          </a:xfrm>
          <a:prstGeom prst="rect">
            <a:avLst/>
          </a:prstGeom>
        </p:spPr>
      </p:pic>
      <p:pic>
        <p:nvPicPr>
          <p:cNvPr id="9" name="Picture 2" descr="https://zh.gluon.ai/_images/frontpage/front.png">
            <a:extLst>
              <a:ext uri="{FF2B5EF4-FFF2-40B4-BE49-F238E27FC236}">
                <a16:creationId xmlns:a16="http://schemas.microsoft.com/office/drawing/2014/main" id="{992BE5F8-7A1C-CEA1-0EE1-5E3EB93696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80861" y="2523529"/>
            <a:ext cx="2050612" cy="2456218"/>
          </a:xfrm>
          <a:prstGeom prst="rect">
            <a:avLst/>
          </a:prstGeom>
          <a:noFill/>
          <a:extLst>
            <a:ext uri="{909E8E84-426E-40DD-AFC4-6F175D3DCCD1}">
              <a14:hiddenFill xmlns:a14="http://schemas.microsoft.com/office/drawing/2010/main">
                <a:solidFill>
                  <a:srgbClr val="FFFFFF"/>
                </a:solidFill>
              </a14:hiddenFill>
            </a:ext>
          </a:extLst>
        </p:spPr>
      </p:pic>
      <p:sp>
        <p:nvSpPr>
          <p:cNvPr id="10" name="内容占位符 2">
            <a:extLst>
              <a:ext uri="{FF2B5EF4-FFF2-40B4-BE49-F238E27FC236}">
                <a16:creationId xmlns:a16="http://schemas.microsoft.com/office/drawing/2014/main" id="{CC4C5466-5D29-F10B-18DA-DFB4F492E40F}"/>
              </a:ext>
            </a:extLst>
          </p:cNvPr>
          <p:cNvSpPr txBox="1">
            <a:spLocks/>
          </p:cNvSpPr>
          <p:nvPr/>
        </p:nvSpPr>
        <p:spPr bwMode="auto">
          <a:xfrm>
            <a:off x="177800" y="1447800"/>
            <a:ext cx="910306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邱锡鹏</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神经网络与深度学习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机械工业出版社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2020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sz="2400" dirty="0">
                <a:latin typeface="Times New Roman" panose="02020603050405020304" pitchFamily="18" charset="0"/>
                <a:ea typeface="楷体" panose="02010609060101010101" pitchFamily="49" charset="-122"/>
                <a:cs typeface="Times New Roman" panose="02020603050405020304" pitchFamily="18" charset="0"/>
              </a:rPr>
              <a:t>ISBN 9787111649687</a:t>
            </a:r>
          </a:p>
          <a:p>
            <a:pPr lvl="1"/>
            <a:r>
              <a:rPr lang="en-US" altLang="zh-CN" sz="2000" dirty="0">
                <a:latin typeface="Times New Roman" panose="02020603050405020304" pitchFamily="18" charset="0"/>
                <a:ea typeface="楷体" panose="02010609060101010101" pitchFamily="49" charset="-122"/>
                <a:cs typeface="Times New Roman" panose="02020603050405020304" pitchFamily="18" charset="0"/>
                <a:hlinkClick r:id="rId4"/>
              </a:rPr>
              <a:t>https://nndl.github.io/</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提供配套练习</a:t>
            </a:r>
          </a:p>
          <a:p>
            <a:pPr lvl="1"/>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阿斯顿</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张等</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动手学深度学习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sz="2400" dirty="0">
                <a:latin typeface="Times New Roman" panose="02020603050405020304" pitchFamily="18" charset="0"/>
                <a:ea typeface="楷体" panose="02010609060101010101" pitchFamily="49" charset="-122"/>
                <a:cs typeface="Times New Roman" panose="02020603050405020304" pitchFamily="18" charset="0"/>
              </a:rPr>
              <a:t>ISBN: 9787115505835</a:t>
            </a:r>
          </a:p>
          <a:p>
            <a:pPr lvl="1"/>
            <a:r>
              <a:rPr lang="en-US" altLang="zh-CN" sz="2000" dirty="0">
                <a:latin typeface="Times New Roman" panose="02020603050405020304" pitchFamily="18" charset="0"/>
                <a:ea typeface="楷体" panose="02010609060101010101" pitchFamily="49" charset="-122"/>
                <a:cs typeface="Times New Roman" panose="02020603050405020304" pitchFamily="18" charset="0"/>
                <a:hlinkClick r:id="rId5"/>
              </a:rPr>
              <a:t>https://d2l.ai/</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PyTorch</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版</a:t>
            </a:r>
          </a:p>
          <a:p>
            <a:pPr lvl="1"/>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李宏毅，机器学习教程（苹果书）</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hlinkClick r:id="rId6"/>
              </a:rPr>
              <a:t>https://www.bilibili.com/video/BV1SJvAzfEL2?spm_id_from=333.788.videopod.sections&amp;vd_source=f877cb95eff8dd7113e1876ff2830ddb</a:t>
            </a: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站有海量资料</a:t>
            </a:r>
          </a:p>
        </p:txBody>
      </p:sp>
      <p:grpSp>
        <p:nvGrpSpPr>
          <p:cNvPr id="12" name="组合 11">
            <a:extLst>
              <a:ext uri="{FF2B5EF4-FFF2-40B4-BE49-F238E27FC236}">
                <a16:creationId xmlns:a16="http://schemas.microsoft.com/office/drawing/2014/main" id="{B415BDE3-1B42-1A3B-6196-87DACE496A8A}"/>
              </a:ext>
            </a:extLst>
          </p:cNvPr>
          <p:cNvGrpSpPr/>
          <p:nvPr/>
        </p:nvGrpSpPr>
        <p:grpSpPr>
          <a:xfrm>
            <a:off x="0" y="0"/>
            <a:ext cx="4367671" cy="1058822"/>
            <a:chOff x="0" y="260648"/>
            <a:chExt cx="4367671" cy="1058822"/>
          </a:xfrm>
        </p:grpSpPr>
        <p:sp>
          <p:nvSpPr>
            <p:cNvPr id="13" name="矩形 12">
              <a:extLst>
                <a:ext uri="{FF2B5EF4-FFF2-40B4-BE49-F238E27FC236}">
                  <a16:creationId xmlns:a16="http://schemas.microsoft.com/office/drawing/2014/main" id="{D5082E35-D0F9-B4D0-73AC-BA3746987B3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4" name="组合 13">
              <a:extLst>
                <a:ext uri="{FF2B5EF4-FFF2-40B4-BE49-F238E27FC236}">
                  <a16:creationId xmlns:a16="http://schemas.microsoft.com/office/drawing/2014/main" id="{94875893-5423-8083-8908-950469B80C3E}"/>
                </a:ext>
              </a:extLst>
            </p:cNvPr>
            <p:cNvGrpSpPr/>
            <p:nvPr/>
          </p:nvGrpSpPr>
          <p:grpSpPr>
            <a:xfrm>
              <a:off x="695400" y="260648"/>
              <a:ext cx="3672271" cy="1058822"/>
              <a:chOff x="623392" y="310880"/>
              <a:chExt cx="3672271" cy="1058822"/>
            </a:xfrm>
          </p:grpSpPr>
          <p:sp>
            <p:nvSpPr>
              <p:cNvPr id="15" name="文本框 14">
                <a:extLst>
                  <a:ext uri="{FF2B5EF4-FFF2-40B4-BE49-F238E27FC236}">
                    <a16:creationId xmlns:a16="http://schemas.microsoft.com/office/drawing/2014/main" id="{42C83B81-2B6C-CFDB-6341-C0BF47597950}"/>
                  </a:ext>
                </a:extLst>
              </p:cNvPr>
              <p:cNvSpPr txBox="1"/>
              <p:nvPr/>
            </p:nvSpPr>
            <p:spPr>
              <a:xfrm>
                <a:off x="623392" y="310880"/>
                <a:ext cx="1835759"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学习资料</a:t>
                </a:r>
              </a:p>
            </p:txBody>
          </p:sp>
          <p:cxnSp>
            <p:nvCxnSpPr>
              <p:cNvPr id="16" name="直接连接符 15">
                <a:extLst>
                  <a:ext uri="{FF2B5EF4-FFF2-40B4-BE49-F238E27FC236}">
                    <a16:creationId xmlns:a16="http://schemas.microsoft.com/office/drawing/2014/main" id="{38C3BF56-C003-BAB4-AFD6-061C18F0527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7" name="文本框 16">
                <a:extLst>
                  <a:ext uri="{FF2B5EF4-FFF2-40B4-BE49-F238E27FC236}">
                    <a16:creationId xmlns:a16="http://schemas.microsoft.com/office/drawing/2014/main" id="{9FD1A411-832A-B811-89AE-A6CF0547161A}"/>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pic>
        <p:nvPicPr>
          <p:cNvPr id="19" name="图片 18" descr="文本&#10;&#10;描述已自动生成">
            <a:extLst>
              <a:ext uri="{FF2B5EF4-FFF2-40B4-BE49-F238E27FC236}">
                <a16:creationId xmlns:a16="http://schemas.microsoft.com/office/drawing/2014/main" id="{58DC15E5-9BA5-9A12-98DD-A0E4ED31B7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41551" y="3988730"/>
            <a:ext cx="1931024" cy="2574699"/>
          </a:xfrm>
          <a:prstGeom prst="rect">
            <a:avLst/>
          </a:prstGeom>
        </p:spPr>
      </p:pic>
    </p:spTree>
    <p:extLst>
      <p:ext uri="{BB962C8B-B14F-4D97-AF65-F5344CB8AC3E}">
        <p14:creationId xmlns:p14="http://schemas.microsoft.com/office/powerpoint/2010/main" val="2792890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B1775232-0335-3C62-5258-2E4FD5BB0154}"/>
              </a:ext>
            </a:extLst>
          </p:cNvPr>
          <p:cNvSpPr>
            <a:spLocks noGrp="1"/>
          </p:cNvSpPr>
          <p:nvPr>
            <p:ph idx="1"/>
          </p:nvPr>
        </p:nvSpPr>
        <p:spPr>
          <a:xfrm>
            <a:off x="609600" y="1752600"/>
            <a:ext cx="10972800" cy="5410200"/>
          </a:xfrm>
        </p:spPr>
        <p:txBody>
          <a:bodyPr/>
          <a:lstStyle/>
          <a:p>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林轩田“机器学习基石” “机器学习技法”</a:t>
            </a:r>
            <a:endPar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lvl="1"/>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hlinkClick r:id="rId2"/>
              </a:rPr>
              <a:t>https://www.csie.ntu.edu.tw/~htlin/mooc/</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p>
          <a:p>
            <a:endPar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李宏毅</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天搞懂深度学习”</a:t>
            </a:r>
            <a:endPar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lvl="1"/>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hlinkClick r:id="rId3"/>
              </a:rPr>
              <a:t>https://speech.ee.ntu.edu.tw/~hylee/index.php</a:t>
            </a:r>
          </a:p>
          <a:p>
            <a:pPr lvl="1"/>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hlinkClick r:id="rId3"/>
              </a:rPr>
              <a:t>http://speech.ee.ntu.edu.tw/~tlkagk/slide/Tutorial_HYLee_Deep.pptx</a:t>
            </a:r>
            <a:endPar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李宏毅 </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机器学习</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2020”</a:t>
            </a:r>
            <a:endPar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a:p>
            <a:pPr lvl="1"/>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hlinkClick r:id="rId4"/>
              </a:rPr>
              <a:t>https://www.bilibili.com/video/av94519857/</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p>
          <a:p>
            <a:endPar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5" name="组合 4">
            <a:extLst>
              <a:ext uri="{FF2B5EF4-FFF2-40B4-BE49-F238E27FC236}">
                <a16:creationId xmlns:a16="http://schemas.microsoft.com/office/drawing/2014/main" id="{D44784F0-DD6B-EBCC-B37C-3B175E40DA23}"/>
              </a:ext>
            </a:extLst>
          </p:cNvPr>
          <p:cNvGrpSpPr/>
          <p:nvPr/>
        </p:nvGrpSpPr>
        <p:grpSpPr>
          <a:xfrm>
            <a:off x="0" y="0"/>
            <a:ext cx="4367671" cy="1058822"/>
            <a:chOff x="0" y="260648"/>
            <a:chExt cx="4367671" cy="1058822"/>
          </a:xfrm>
        </p:grpSpPr>
        <p:sp>
          <p:nvSpPr>
            <p:cNvPr id="6" name="矩形 5">
              <a:extLst>
                <a:ext uri="{FF2B5EF4-FFF2-40B4-BE49-F238E27FC236}">
                  <a16:creationId xmlns:a16="http://schemas.microsoft.com/office/drawing/2014/main" id="{C3A58AB9-B593-7631-B8A6-2FEF3E709D7F}"/>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7" name="组合 6">
              <a:extLst>
                <a:ext uri="{FF2B5EF4-FFF2-40B4-BE49-F238E27FC236}">
                  <a16:creationId xmlns:a16="http://schemas.microsoft.com/office/drawing/2014/main" id="{4058B0FD-7B16-F6A4-7EC4-0FC6A2946AC6}"/>
                </a:ext>
              </a:extLst>
            </p:cNvPr>
            <p:cNvGrpSpPr/>
            <p:nvPr/>
          </p:nvGrpSpPr>
          <p:grpSpPr>
            <a:xfrm>
              <a:off x="695400" y="260648"/>
              <a:ext cx="3672271" cy="1058822"/>
              <a:chOff x="623392" y="310880"/>
              <a:chExt cx="3672271" cy="1058822"/>
            </a:xfrm>
          </p:grpSpPr>
          <p:sp>
            <p:nvSpPr>
              <p:cNvPr id="8" name="文本框 7">
                <a:extLst>
                  <a:ext uri="{FF2B5EF4-FFF2-40B4-BE49-F238E27FC236}">
                    <a16:creationId xmlns:a16="http://schemas.microsoft.com/office/drawing/2014/main" id="{4E9FD0A9-AC59-0794-ECD1-2E7D5F4C4A0E}"/>
                  </a:ext>
                </a:extLst>
              </p:cNvPr>
              <p:cNvSpPr txBox="1"/>
              <p:nvPr/>
            </p:nvSpPr>
            <p:spPr>
              <a:xfrm>
                <a:off x="623392" y="310880"/>
                <a:ext cx="1835759"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学习资料</a:t>
                </a:r>
              </a:p>
            </p:txBody>
          </p:sp>
          <p:cxnSp>
            <p:nvCxnSpPr>
              <p:cNvPr id="9" name="直接连接符 8">
                <a:extLst>
                  <a:ext uri="{FF2B5EF4-FFF2-40B4-BE49-F238E27FC236}">
                    <a16:creationId xmlns:a16="http://schemas.microsoft.com/office/drawing/2014/main" id="{980C6571-1769-4748-FF79-43895ABAAEB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 name="文本框 9">
                <a:extLst>
                  <a:ext uri="{FF2B5EF4-FFF2-40B4-BE49-F238E27FC236}">
                    <a16:creationId xmlns:a16="http://schemas.microsoft.com/office/drawing/2014/main" id="{E8BD5E7B-56EC-FCDC-BED9-1CBF99B1B0DD}"/>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67834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D:\360MoveData\Users\xiaoxiao\Desktop\822afa8agy1hf69xfa7daj20u0190qb9.jpg822afa8agy1hf69xfa7daj20u0190qb9"/>
          <p:cNvPicPr>
            <a:picLocks noChangeAspect="1"/>
          </p:cNvPicPr>
          <p:nvPr/>
        </p:nvPicPr>
        <p:blipFill rotWithShape="1">
          <a:blip r:embed="rId2"/>
          <a:srcRect b="3486"/>
          <a:stretch>
            <a:fillRect/>
          </a:stretch>
        </p:blipFill>
        <p:spPr>
          <a:xfrm>
            <a:off x="16510" y="0"/>
            <a:ext cx="5138420" cy="6858000"/>
          </a:xfrm>
          <a:prstGeom prst="rect">
            <a:avLst/>
          </a:prstGeom>
        </p:spPr>
      </p:pic>
      <p:sp>
        <p:nvSpPr>
          <p:cNvPr id="3" name="矩形 2"/>
          <p:cNvSpPr/>
          <p:nvPr/>
        </p:nvSpPr>
        <p:spPr>
          <a:xfrm>
            <a:off x="-635" y="635"/>
            <a:ext cx="5156200" cy="6857365"/>
          </a:xfrm>
          <a:prstGeom prst="rect">
            <a:avLst/>
          </a:prstGeom>
          <a:solidFill>
            <a:srgbClr val="961318">
              <a:alpha val="82000"/>
            </a:srgbClr>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宋体" panose="02010600030101010101" pitchFamily="2" charset="-122"/>
            </a:endParaRPr>
          </a:p>
        </p:txBody>
      </p:sp>
      <p:grpSp>
        <p:nvGrpSpPr>
          <p:cNvPr id="4" name="组合 3"/>
          <p:cNvGrpSpPr/>
          <p:nvPr/>
        </p:nvGrpSpPr>
        <p:grpSpPr>
          <a:xfrm>
            <a:off x="1447797" y="2197100"/>
            <a:ext cx="2603500" cy="1790700"/>
            <a:chOff x="1778000" y="2197100"/>
            <a:chExt cx="2603500" cy="1790700"/>
          </a:xfrm>
        </p:grpSpPr>
        <p:sp>
          <p:nvSpPr>
            <p:cNvPr id="5" name="文本框 4"/>
            <p:cNvSpPr txBox="1"/>
            <p:nvPr/>
          </p:nvSpPr>
          <p:spPr>
            <a:xfrm>
              <a:off x="2090118" y="2413337"/>
              <a:ext cx="1987202" cy="1015663"/>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zh-CN" altLang="en-US" sz="6000" b="1"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rPr>
                <a:t>目录</a:t>
              </a:r>
            </a:p>
          </p:txBody>
        </p:sp>
        <p:sp>
          <p:nvSpPr>
            <p:cNvPr id="6" name="文本框 5"/>
            <p:cNvSpPr txBox="1"/>
            <p:nvPr/>
          </p:nvSpPr>
          <p:spPr>
            <a:xfrm>
              <a:off x="2147888" y="3429000"/>
              <a:ext cx="1871663" cy="338554"/>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prstClr val="white"/>
                  </a:solidFill>
                  <a:effectLst/>
                  <a:uLnTx/>
                  <a:uFillTx/>
                  <a:latin typeface="Calibri Light" panose="020F0302020204030204" pitchFamily="34" charset="0"/>
                </a:rPr>
                <a:t>CONTENTS</a:t>
              </a:r>
              <a:endParaRPr kumimoji="0" lang="zh-CN" altLang="en-US" sz="1600" b="1" i="0" u="none" strike="noStrike" kern="0" cap="none" spc="0" normalizeH="0" baseline="0" noProof="0" dirty="0">
                <a:ln>
                  <a:noFill/>
                </a:ln>
                <a:solidFill>
                  <a:prstClr val="white"/>
                </a:solidFill>
                <a:effectLst/>
                <a:uLnTx/>
                <a:uFillTx/>
                <a:latin typeface="Calibri Light" panose="020F0302020204030204" pitchFamily="34" charset="0"/>
              </a:endParaRPr>
            </a:p>
          </p:txBody>
        </p:sp>
        <p:sp>
          <p:nvSpPr>
            <p:cNvPr id="7" name="矩形 6"/>
            <p:cNvSpPr/>
            <p:nvPr/>
          </p:nvSpPr>
          <p:spPr>
            <a:xfrm>
              <a:off x="1778000" y="2197100"/>
              <a:ext cx="2603500" cy="1790700"/>
            </a:xfrm>
            <a:prstGeom prst="rect">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sp>
        <p:nvSpPr>
          <p:cNvPr id="9" name="椭圆 8"/>
          <p:cNvSpPr/>
          <p:nvPr/>
        </p:nvSpPr>
        <p:spPr>
          <a:xfrm>
            <a:off x="6544305" y="1254417"/>
            <a:ext cx="648000" cy="646331"/>
          </a:xfrm>
          <a:prstGeom prst="ellipse">
            <a:avLst/>
          </a:prstGeom>
          <a:solidFill>
            <a:srgbClr val="961318"/>
          </a:solidFill>
          <a:ln w="12700" cap="flat" cmpd="sng" algn="ctr">
            <a:noFill/>
            <a:prstDash val="solid"/>
            <a:miter lim="800000"/>
          </a:ln>
          <a:effectLst/>
        </p:spPr>
        <p:txBody>
          <a:bodyPr rtlCol="0" anchor="ctr"/>
          <a:lstStyle/>
          <a:p>
            <a:pPr algn="ctr">
              <a:defRPr/>
            </a:pPr>
            <a:r>
              <a:rPr lang="en-US" altLang="zh-CN" b="1" kern="0" dirty="0">
                <a:solidFill>
                  <a:prstClr val="white"/>
                </a:solidFill>
                <a:latin typeface="Arial" panose="020B0604020202020204" pitchFamily="34" charset="0"/>
                <a:ea typeface="宋体" panose="02010600030101010101" pitchFamily="2" charset="-122"/>
                <a:cs typeface="Arial" panose="020B0604020202020204" pitchFamily="34" charset="0"/>
              </a:rPr>
              <a:t>01</a:t>
            </a:r>
            <a:endParaRPr lang="zh-CN" altLang="en-US" b="1" kern="0" dirty="0">
              <a:solidFill>
                <a:prstClr val="white"/>
              </a:solidFill>
              <a:latin typeface="Arial" panose="020B0604020202020204" pitchFamily="34" charset="0"/>
              <a:ea typeface="宋体" panose="02010600030101010101" pitchFamily="2" charset="-122"/>
              <a:cs typeface="Arial" panose="020B0604020202020204" pitchFamily="34" charset="0"/>
            </a:endParaRPr>
          </a:p>
        </p:txBody>
      </p:sp>
      <p:sp>
        <p:nvSpPr>
          <p:cNvPr id="10" name="文本框 9"/>
          <p:cNvSpPr txBox="1"/>
          <p:nvPr/>
        </p:nvSpPr>
        <p:spPr>
          <a:xfrm>
            <a:off x="7502159" y="1305217"/>
            <a:ext cx="4503786" cy="584775"/>
          </a:xfrm>
          <a:prstGeom prst="rect">
            <a:avLst/>
          </a:prstGeom>
          <a:noFill/>
        </p:spPr>
        <p:txBody>
          <a:bodyPr wrap="square" rtlCol="0">
            <a:spAutoFit/>
          </a:bodyPr>
          <a:lstStyle/>
          <a:p>
            <a:pPr>
              <a:defRPr/>
            </a:pPr>
            <a:r>
              <a:rPr lang="zh-CN" altLang="en-US" sz="3200" spc="400" dirty="0">
                <a:solidFill>
                  <a:srgbClr val="961318"/>
                </a:solidFill>
                <a:latin typeface="思源宋体 Heavy" panose="02020900000000000000" pitchFamily="18" charset="-122"/>
                <a:ea typeface="思源宋体 Heavy" panose="02020900000000000000" pitchFamily="18" charset="-122"/>
              </a:rPr>
              <a:t>绪论</a:t>
            </a:r>
            <a:r>
              <a:rPr lang="en-US" altLang="zh-CN" sz="3200" spc="400" dirty="0">
                <a:solidFill>
                  <a:srgbClr val="961318"/>
                </a:solidFill>
                <a:latin typeface="思源宋体 Heavy" panose="02020900000000000000" pitchFamily="18" charset="-122"/>
                <a:ea typeface="思源宋体 Heavy" panose="02020900000000000000" pitchFamily="18" charset="-122"/>
              </a:rPr>
              <a:t>:</a:t>
            </a:r>
            <a:r>
              <a:rPr lang="zh-CN" altLang="en-US" sz="3200" spc="400" dirty="0">
                <a:solidFill>
                  <a:srgbClr val="961318"/>
                </a:solidFill>
                <a:latin typeface="思源宋体 Heavy" panose="02020900000000000000" pitchFamily="18" charset="-122"/>
                <a:ea typeface="思源宋体 Heavy" panose="02020900000000000000" pitchFamily="18" charset="-122"/>
              </a:rPr>
              <a:t>什么是人工智能</a:t>
            </a:r>
          </a:p>
        </p:txBody>
      </p:sp>
      <p:sp>
        <p:nvSpPr>
          <p:cNvPr id="11" name="椭圆 10"/>
          <p:cNvSpPr/>
          <p:nvPr/>
        </p:nvSpPr>
        <p:spPr>
          <a:xfrm>
            <a:off x="6544306" y="2214271"/>
            <a:ext cx="648000" cy="646331"/>
          </a:xfrm>
          <a:prstGeom prst="ellipse">
            <a:avLst/>
          </a:prstGeom>
          <a:solidFill>
            <a:srgbClr val="961318"/>
          </a:solidFill>
          <a:ln w="12700" cap="flat" cmpd="sng" algn="ctr">
            <a:noFill/>
            <a:prstDash val="solid"/>
            <a:miter lim="800000"/>
          </a:ln>
          <a:effectLst/>
        </p:spPr>
        <p:txBody>
          <a:bodyPr rtlCol="0" anchor="ctr"/>
          <a:lstStyle/>
          <a:p>
            <a:pPr algn="ctr">
              <a:defRPr/>
            </a:pPr>
            <a:r>
              <a:rPr lang="en-US" altLang="zh-CN" b="1" kern="0" dirty="0">
                <a:solidFill>
                  <a:prstClr val="white"/>
                </a:solidFill>
                <a:latin typeface="Arial" panose="020B0604020202020204" pitchFamily="34" charset="0"/>
                <a:ea typeface="宋体" panose="02010600030101010101" pitchFamily="2" charset="-122"/>
                <a:cs typeface="Arial" panose="020B0604020202020204" pitchFamily="34" charset="0"/>
              </a:rPr>
              <a:t>02</a:t>
            </a:r>
            <a:endParaRPr lang="zh-CN" altLang="en-US" b="1" kern="0" dirty="0">
              <a:solidFill>
                <a:prstClr val="white"/>
              </a:solidFill>
              <a:latin typeface="Arial" panose="020B0604020202020204" pitchFamily="34" charset="0"/>
              <a:ea typeface="宋体" panose="02010600030101010101" pitchFamily="2" charset="-122"/>
              <a:cs typeface="Arial" panose="020B0604020202020204" pitchFamily="34" charset="0"/>
            </a:endParaRPr>
          </a:p>
        </p:txBody>
      </p:sp>
      <p:sp>
        <p:nvSpPr>
          <p:cNvPr id="12" name="文本框 11"/>
          <p:cNvSpPr txBox="1"/>
          <p:nvPr/>
        </p:nvSpPr>
        <p:spPr>
          <a:xfrm>
            <a:off x="7502159" y="2265071"/>
            <a:ext cx="3418377" cy="584775"/>
          </a:xfrm>
          <a:prstGeom prst="rect">
            <a:avLst/>
          </a:prstGeom>
          <a:noFill/>
        </p:spPr>
        <p:txBody>
          <a:bodyPr wrap="square" rtlCol="0">
            <a:spAutoFit/>
          </a:bodyPr>
          <a:lstStyle/>
          <a:p>
            <a:pPr>
              <a:defRPr/>
            </a:pPr>
            <a:r>
              <a:rPr lang="zh-CN" altLang="en-US" sz="3200" spc="400" dirty="0">
                <a:solidFill>
                  <a:srgbClr val="961318"/>
                </a:solidFill>
                <a:latin typeface="思源宋体 Heavy" panose="02020900000000000000" pitchFamily="18" charset="-122"/>
                <a:ea typeface="思源宋体 Heavy" panose="02020900000000000000" pitchFamily="18" charset="-122"/>
              </a:rPr>
              <a:t>前馈神经网络</a:t>
            </a:r>
          </a:p>
        </p:txBody>
      </p:sp>
      <p:sp>
        <p:nvSpPr>
          <p:cNvPr id="13" name="椭圆 12"/>
          <p:cNvSpPr/>
          <p:nvPr/>
        </p:nvSpPr>
        <p:spPr>
          <a:xfrm>
            <a:off x="6544306" y="3174125"/>
            <a:ext cx="648000" cy="646331"/>
          </a:xfrm>
          <a:prstGeom prst="ellipse">
            <a:avLst/>
          </a:prstGeom>
          <a:solidFill>
            <a:srgbClr val="961318"/>
          </a:solidFill>
          <a:ln w="12700" cap="flat" cmpd="sng" algn="ctr">
            <a:noFill/>
            <a:prstDash val="solid"/>
            <a:miter lim="800000"/>
          </a:ln>
          <a:effectLst/>
        </p:spPr>
        <p:txBody>
          <a:bodyPr rtlCol="0" anchor="ctr"/>
          <a:lstStyle/>
          <a:p>
            <a:pPr algn="ctr">
              <a:defRPr/>
            </a:pPr>
            <a:r>
              <a:rPr lang="en-US" altLang="zh-CN" b="1" kern="0" dirty="0">
                <a:solidFill>
                  <a:prstClr val="white"/>
                </a:solidFill>
                <a:latin typeface="Arial" panose="020B0604020202020204" pitchFamily="34" charset="0"/>
                <a:ea typeface="宋体" panose="02010600030101010101" pitchFamily="2" charset="-122"/>
                <a:cs typeface="Arial" panose="020B0604020202020204" pitchFamily="34" charset="0"/>
              </a:rPr>
              <a:t>03</a:t>
            </a:r>
            <a:endParaRPr lang="zh-CN" altLang="en-US" b="1" kern="0" dirty="0">
              <a:solidFill>
                <a:prstClr val="white"/>
              </a:solidFill>
              <a:latin typeface="Arial" panose="020B0604020202020204" pitchFamily="34" charset="0"/>
              <a:ea typeface="宋体" panose="02010600030101010101" pitchFamily="2" charset="-122"/>
              <a:cs typeface="Arial" panose="020B0604020202020204" pitchFamily="34" charset="0"/>
            </a:endParaRPr>
          </a:p>
        </p:txBody>
      </p:sp>
      <p:sp>
        <p:nvSpPr>
          <p:cNvPr id="14" name="文本框 13"/>
          <p:cNvSpPr txBox="1"/>
          <p:nvPr/>
        </p:nvSpPr>
        <p:spPr>
          <a:xfrm>
            <a:off x="7502158" y="3224925"/>
            <a:ext cx="4410441" cy="584775"/>
          </a:xfrm>
          <a:prstGeom prst="rect">
            <a:avLst/>
          </a:prstGeom>
          <a:noFill/>
        </p:spPr>
        <p:txBody>
          <a:bodyPr wrap="square" rtlCol="0">
            <a:spAutoFit/>
          </a:bodyPr>
          <a:lstStyle/>
          <a:p>
            <a:pPr>
              <a:defRPr/>
            </a:pPr>
            <a:r>
              <a:rPr lang="zh-CN" altLang="en-US" sz="3200" spc="400" dirty="0">
                <a:solidFill>
                  <a:srgbClr val="961318"/>
                </a:solidFill>
                <a:latin typeface="思源宋体 Heavy" panose="02020900000000000000" pitchFamily="18" charset="-122"/>
                <a:ea typeface="思源宋体 Heavy" panose="02020900000000000000" pitchFamily="18" charset="-122"/>
              </a:rPr>
              <a:t>梯度下降与反向传播</a:t>
            </a:r>
          </a:p>
        </p:txBody>
      </p:sp>
      <p:sp>
        <p:nvSpPr>
          <p:cNvPr id="15" name="椭圆 14"/>
          <p:cNvSpPr/>
          <p:nvPr/>
        </p:nvSpPr>
        <p:spPr>
          <a:xfrm>
            <a:off x="6544306" y="4133979"/>
            <a:ext cx="648000" cy="646331"/>
          </a:xfrm>
          <a:prstGeom prst="ellipse">
            <a:avLst/>
          </a:prstGeom>
          <a:solidFill>
            <a:srgbClr val="961318"/>
          </a:solidFill>
          <a:ln w="12700" cap="flat" cmpd="sng" algn="ctr">
            <a:noFill/>
            <a:prstDash val="solid"/>
            <a:miter lim="800000"/>
          </a:ln>
          <a:effectLst/>
        </p:spPr>
        <p:txBody>
          <a:bodyPr rtlCol="0" anchor="ctr"/>
          <a:lstStyle/>
          <a:p>
            <a:pPr algn="ctr">
              <a:defRPr/>
            </a:pPr>
            <a:r>
              <a:rPr lang="en-US" altLang="zh-CN" b="1" kern="0" dirty="0">
                <a:solidFill>
                  <a:prstClr val="white"/>
                </a:solidFill>
                <a:latin typeface="Arial" panose="020B0604020202020204" pitchFamily="34" charset="0"/>
                <a:ea typeface="宋体" panose="02010600030101010101" pitchFamily="2" charset="-122"/>
                <a:cs typeface="Arial" panose="020B0604020202020204" pitchFamily="34" charset="0"/>
              </a:rPr>
              <a:t>04</a:t>
            </a:r>
            <a:endParaRPr lang="zh-CN" altLang="en-US" b="1" kern="0" dirty="0">
              <a:solidFill>
                <a:prstClr val="white"/>
              </a:solidFill>
              <a:latin typeface="Arial" panose="020B0604020202020204" pitchFamily="34" charset="0"/>
              <a:ea typeface="宋体" panose="02010600030101010101" pitchFamily="2" charset="-122"/>
              <a:cs typeface="Arial" panose="020B0604020202020204" pitchFamily="34" charset="0"/>
            </a:endParaRPr>
          </a:p>
        </p:txBody>
      </p:sp>
      <p:sp>
        <p:nvSpPr>
          <p:cNvPr id="16" name="文本框 15"/>
          <p:cNvSpPr txBox="1"/>
          <p:nvPr/>
        </p:nvSpPr>
        <p:spPr>
          <a:xfrm>
            <a:off x="7502159" y="4184779"/>
            <a:ext cx="3673842" cy="584775"/>
          </a:xfrm>
          <a:prstGeom prst="rect">
            <a:avLst/>
          </a:prstGeom>
          <a:noFill/>
        </p:spPr>
        <p:txBody>
          <a:bodyPr wrap="square" rtlCol="0">
            <a:spAutoFit/>
          </a:bodyPr>
          <a:lstStyle/>
          <a:p>
            <a:pPr>
              <a:defRPr/>
            </a:pPr>
            <a:r>
              <a:rPr lang="zh-CN" altLang="en-US" sz="3200" spc="400" dirty="0">
                <a:solidFill>
                  <a:srgbClr val="961318"/>
                </a:solidFill>
                <a:latin typeface="思源宋体 Heavy" panose="02020900000000000000" pitchFamily="18" charset="-122"/>
                <a:ea typeface="思源宋体 Heavy" panose="02020900000000000000" pitchFamily="18" charset="-122"/>
              </a:rPr>
              <a:t>常见优化问题</a:t>
            </a:r>
          </a:p>
        </p:txBody>
      </p:sp>
      <p:sp>
        <p:nvSpPr>
          <p:cNvPr id="17" name="椭圆 16"/>
          <p:cNvSpPr/>
          <p:nvPr/>
        </p:nvSpPr>
        <p:spPr>
          <a:xfrm>
            <a:off x="6544306" y="5093833"/>
            <a:ext cx="648000" cy="646331"/>
          </a:xfrm>
          <a:prstGeom prst="ellipse">
            <a:avLst/>
          </a:prstGeom>
          <a:solidFill>
            <a:srgbClr val="961318"/>
          </a:solidFill>
          <a:ln w="12700" cap="flat" cmpd="sng" algn="ctr">
            <a:noFill/>
            <a:prstDash val="solid"/>
            <a:miter lim="800000"/>
          </a:ln>
          <a:effectLst/>
        </p:spPr>
        <p:txBody>
          <a:bodyPr rtlCol="0" anchor="ctr"/>
          <a:lstStyle/>
          <a:p>
            <a:pPr algn="ctr">
              <a:defRPr/>
            </a:pPr>
            <a:r>
              <a:rPr lang="en-US" altLang="zh-CN" b="1" kern="0" dirty="0">
                <a:solidFill>
                  <a:prstClr val="white"/>
                </a:solidFill>
                <a:latin typeface="Arial" panose="020B0604020202020204" pitchFamily="34" charset="0"/>
                <a:ea typeface="宋体" panose="02010600030101010101" pitchFamily="2" charset="-122"/>
                <a:cs typeface="Arial" panose="020B0604020202020204" pitchFamily="34" charset="0"/>
              </a:rPr>
              <a:t>05</a:t>
            </a:r>
            <a:endParaRPr lang="zh-CN" altLang="en-US" b="1" kern="0" dirty="0">
              <a:solidFill>
                <a:prstClr val="white"/>
              </a:solidFill>
              <a:latin typeface="Arial" panose="020B0604020202020204" pitchFamily="34" charset="0"/>
              <a:ea typeface="宋体" panose="02010600030101010101" pitchFamily="2" charset="-122"/>
              <a:cs typeface="Arial" panose="020B0604020202020204" pitchFamily="34" charset="0"/>
            </a:endParaRPr>
          </a:p>
        </p:txBody>
      </p:sp>
      <p:sp>
        <p:nvSpPr>
          <p:cNvPr id="18" name="文本框 17"/>
          <p:cNvSpPr txBox="1"/>
          <p:nvPr/>
        </p:nvSpPr>
        <p:spPr>
          <a:xfrm>
            <a:off x="7502159" y="5144633"/>
            <a:ext cx="3673842" cy="584775"/>
          </a:xfrm>
          <a:prstGeom prst="rect">
            <a:avLst/>
          </a:prstGeom>
          <a:noFill/>
        </p:spPr>
        <p:txBody>
          <a:bodyPr wrap="square" rtlCol="0">
            <a:spAutoFit/>
          </a:bodyPr>
          <a:lstStyle/>
          <a:p>
            <a:pPr>
              <a:defRPr/>
            </a:pPr>
            <a:r>
              <a:rPr lang="en-US" altLang="zh-CN" sz="3200" spc="400" dirty="0">
                <a:solidFill>
                  <a:srgbClr val="961318"/>
                </a:solidFill>
                <a:latin typeface="思源宋体 Heavy" panose="02020900000000000000" pitchFamily="18" charset="-122"/>
                <a:ea typeface="思源宋体 Heavy" panose="02020900000000000000" pitchFamily="18" charset="-122"/>
              </a:rPr>
              <a:t>……</a:t>
            </a:r>
            <a:endParaRPr lang="zh-CN" altLang="en-US" sz="3200" spc="400" dirty="0">
              <a:solidFill>
                <a:srgbClr val="961318"/>
              </a:solidFill>
              <a:latin typeface="思源宋体 Heavy" panose="02020900000000000000" pitchFamily="18" charset="-122"/>
              <a:ea typeface="思源宋体 Heavy" panose="02020900000000000000" pitchFamily="18" charset="-122"/>
            </a:endParaRPr>
          </a:p>
        </p:txBody>
      </p:sp>
      <p:sp>
        <p:nvSpPr>
          <p:cNvPr id="21" name="文本框 20"/>
          <p:cNvSpPr txBox="1"/>
          <p:nvPr/>
        </p:nvSpPr>
        <p:spPr>
          <a:xfrm>
            <a:off x="8997950" y="6309360"/>
            <a:ext cx="3007995" cy="460375"/>
          </a:xfrm>
          <a:prstGeom prst="rect">
            <a:avLst/>
          </a:prstGeom>
          <a:noFill/>
        </p:spPr>
        <p:txBody>
          <a:bodyPr wrap="square" rtlCol="0">
            <a:spAutoFit/>
          </a:bodyPr>
          <a:lstStyle/>
          <a:p>
            <a:pPr algn="l">
              <a:buClrTx/>
              <a:buSzTx/>
              <a:buFontTx/>
            </a:pPr>
            <a:r>
              <a:rPr lang="zh-CN" altLang="en-US" sz="2400" dirty="0">
                <a:solidFill>
                  <a:srgbClr val="8C1515"/>
                </a:solidFill>
                <a:latin typeface="华文行楷" panose="02010800040101010101" pitchFamily="2" charset="-122"/>
                <a:ea typeface="华文行楷" panose="02010800040101010101" pitchFamily="2" charset="-122"/>
                <a:sym typeface="+mn-ea"/>
              </a:rPr>
              <a:t>厚德 博学 精思 笃行</a:t>
            </a:r>
            <a:endParaRPr lang="zh-CN" altLang="en-US" sz="2400" dirty="0">
              <a:solidFill>
                <a:srgbClr val="8C1515"/>
              </a:solidFill>
              <a:latin typeface="华文行楷" panose="02010800040101010101" pitchFamily="2" charset="-122"/>
              <a:ea typeface="华文行楷" panose="02010800040101010101" pitchFamily="2" charset="-122"/>
            </a:endParaRP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81"/>
            <a:ext cx="12191999" cy="6872988"/>
          </a:xfrm>
          <a:prstGeom prst="rect">
            <a:avLst/>
          </a:prstGeom>
          <a:gradFill flip="none" rotWithShape="1">
            <a:gsLst>
              <a:gs pos="0">
                <a:srgbClr val="961318"/>
              </a:gs>
              <a:gs pos="54000">
                <a:srgbClr val="961318">
                  <a:alpha val="72000"/>
                </a:srgbClr>
              </a:gs>
              <a:gs pos="100000">
                <a:srgbClr val="961318">
                  <a:alpha val="90000"/>
                </a:srgbClr>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宋体" panose="02010600030101010101" pitchFamily="2" charset="-122"/>
            </a:endParaRPr>
          </a:p>
        </p:txBody>
      </p:sp>
      <p:grpSp>
        <p:nvGrpSpPr>
          <p:cNvPr id="4" name="组合 3"/>
          <p:cNvGrpSpPr/>
          <p:nvPr/>
        </p:nvGrpSpPr>
        <p:grpSpPr>
          <a:xfrm>
            <a:off x="839416" y="146766"/>
            <a:ext cx="10359317" cy="6586418"/>
            <a:chOff x="839416" y="146766"/>
            <a:chExt cx="10359317" cy="6586418"/>
          </a:xfrm>
        </p:grpSpPr>
        <p:grpSp>
          <p:nvGrpSpPr>
            <p:cNvPr id="5" name="组合 4"/>
            <p:cNvGrpSpPr/>
            <p:nvPr/>
          </p:nvGrpSpPr>
          <p:grpSpPr>
            <a:xfrm>
              <a:off x="839416" y="1556792"/>
              <a:ext cx="8964983" cy="3744416"/>
              <a:chOff x="1438213" y="1556792"/>
              <a:chExt cx="8964983" cy="3744416"/>
            </a:xfrm>
          </p:grpSpPr>
          <p:sp>
            <p:nvSpPr>
              <p:cNvPr id="8" name="矩形 7"/>
              <p:cNvSpPr/>
              <p:nvPr/>
            </p:nvSpPr>
            <p:spPr>
              <a:xfrm>
                <a:off x="2135559" y="2802056"/>
                <a:ext cx="8267637" cy="769441"/>
              </a:xfrm>
              <a:prstGeom prst="rect">
                <a:avLst/>
              </a:prstGeom>
              <a:noFill/>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1. </a:t>
                </a:r>
                <a:r>
                  <a:rPr kumimoji="0" lang="zh-CN" altLang="en-US" sz="44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绪论：什么是人工智能</a:t>
                </a:r>
              </a:p>
            </p:txBody>
          </p:sp>
          <p:sp>
            <p:nvSpPr>
              <p:cNvPr id="9" name="文本框 8"/>
              <p:cNvSpPr txBox="1"/>
              <p:nvPr/>
            </p:nvSpPr>
            <p:spPr>
              <a:xfrm>
                <a:off x="2334343" y="3662830"/>
                <a:ext cx="4676055" cy="307777"/>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white"/>
                    </a:solidFill>
                    <a:effectLst/>
                    <a:uLnTx/>
                    <a:uFillTx/>
                    <a:latin typeface="思源宋体 CN Heavy"/>
                    <a:ea typeface="宋体" panose="02010600030101010101" pitchFamily="2" charset="-122"/>
                  </a:rPr>
                  <a:t>ADD YOUR TITLE HERE PLEASE </a:t>
                </a:r>
              </a:p>
            </p:txBody>
          </p:sp>
          <p:grpSp>
            <p:nvGrpSpPr>
              <p:cNvPr id="10" name="组合 9"/>
              <p:cNvGrpSpPr/>
              <p:nvPr/>
            </p:nvGrpSpPr>
            <p:grpSpPr>
              <a:xfrm>
                <a:off x="1438213" y="1556792"/>
                <a:ext cx="2520280" cy="3744416"/>
                <a:chOff x="1487488" y="1556792"/>
                <a:chExt cx="2520280" cy="3744416"/>
              </a:xfrm>
            </p:grpSpPr>
            <p:cxnSp>
              <p:nvCxnSpPr>
                <p:cNvPr id="11" name="直接连接符 10"/>
                <p:cNvCxnSpPr/>
                <p:nvPr/>
              </p:nvCxnSpPr>
              <p:spPr>
                <a:xfrm flipV="1">
                  <a:off x="4007768" y="1556792"/>
                  <a:ext cx="0" cy="720080"/>
                </a:xfrm>
                <a:prstGeom prst="line">
                  <a:avLst/>
                </a:prstGeom>
                <a:noFill/>
                <a:ln w="28575" cap="flat" cmpd="sng" algn="ctr">
                  <a:solidFill>
                    <a:sysClr val="window" lastClr="FFFFFF"/>
                  </a:solidFill>
                  <a:prstDash val="solid"/>
                  <a:miter lim="800000"/>
                </a:ln>
                <a:effectLst/>
              </p:spPr>
            </p:cxnSp>
            <p:cxnSp>
              <p:nvCxnSpPr>
                <p:cNvPr id="12" name="直接连接符 11"/>
                <p:cNvCxnSpPr/>
                <p:nvPr/>
              </p:nvCxnSpPr>
              <p:spPr>
                <a:xfrm flipH="1">
                  <a:off x="1487488" y="1556792"/>
                  <a:ext cx="2520280" cy="0"/>
                </a:xfrm>
                <a:prstGeom prst="line">
                  <a:avLst/>
                </a:prstGeom>
                <a:noFill/>
                <a:ln w="28575" cap="flat" cmpd="sng" algn="ctr">
                  <a:solidFill>
                    <a:sysClr val="window" lastClr="FFFFFF"/>
                  </a:solidFill>
                  <a:prstDash val="solid"/>
                  <a:miter lim="800000"/>
                </a:ln>
                <a:effectLst/>
              </p:spPr>
            </p:cxnSp>
            <p:cxnSp>
              <p:nvCxnSpPr>
                <p:cNvPr id="13" name="直接连接符 12"/>
                <p:cNvCxnSpPr/>
                <p:nvPr/>
              </p:nvCxnSpPr>
              <p:spPr>
                <a:xfrm>
                  <a:off x="1487488" y="1556792"/>
                  <a:ext cx="0" cy="3744416"/>
                </a:xfrm>
                <a:prstGeom prst="line">
                  <a:avLst/>
                </a:prstGeom>
                <a:noFill/>
                <a:ln w="28575" cap="flat" cmpd="sng" algn="ctr">
                  <a:solidFill>
                    <a:sysClr val="window" lastClr="FFFFFF"/>
                  </a:solidFill>
                  <a:prstDash val="solid"/>
                  <a:miter lim="800000"/>
                </a:ln>
                <a:effectLst/>
              </p:spPr>
            </p:cxnSp>
            <p:cxnSp>
              <p:nvCxnSpPr>
                <p:cNvPr id="14" name="直接连接符 13"/>
                <p:cNvCxnSpPr/>
                <p:nvPr/>
              </p:nvCxnSpPr>
              <p:spPr>
                <a:xfrm>
                  <a:off x="1487488" y="5301208"/>
                  <a:ext cx="2520280" cy="0"/>
                </a:xfrm>
                <a:prstGeom prst="line">
                  <a:avLst/>
                </a:prstGeom>
                <a:noFill/>
                <a:ln w="28575" cap="flat" cmpd="sng" algn="ctr">
                  <a:solidFill>
                    <a:sysClr val="window" lastClr="FFFFFF"/>
                  </a:solidFill>
                  <a:prstDash val="solid"/>
                  <a:miter lim="800000"/>
                </a:ln>
                <a:effectLst/>
              </p:spPr>
            </p:cxnSp>
            <p:cxnSp>
              <p:nvCxnSpPr>
                <p:cNvPr id="15" name="直接连接符 14"/>
                <p:cNvCxnSpPr/>
                <p:nvPr/>
              </p:nvCxnSpPr>
              <p:spPr>
                <a:xfrm flipV="1">
                  <a:off x="4007768" y="4509120"/>
                  <a:ext cx="0" cy="792088"/>
                </a:xfrm>
                <a:prstGeom prst="line">
                  <a:avLst/>
                </a:prstGeom>
                <a:noFill/>
                <a:ln w="28575" cap="flat" cmpd="sng" algn="ctr">
                  <a:solidFill>
                    <a:sysClr val="window" lastClr="FFFFFF"/>
                  </a:solidFill>
                  <a:prstDash val="solid"/>
                  <a:miter lim="800000"/>
                </a:ln>
                <a:effectLst/>
              </p:spPr>
            </p:cxnSp>
          </p:grpSp>
        </p:grpSp>
        <p:sp>
          <p:nvSpPr>
            <p:cNvPr id="6" name="文本框 5"/>
            <p:cNvSpPr txBox="1"/>
            <p:nvPr/>
          </p:nvSpPr>
          <p:spPr>
            <a:xfrm>
              <a:off x="7404104" y="146766"/>
              <a:ext cx="3794629" cy="6586418"/>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rPr>
                <a:t>1</a:t>
              </a:r>
              <a:endParaRPr kumimoji="0" lang="zh-CN" altLang="en-US"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endParaRPr>
            </a:p>
          </p:txBody>
        </p:sp>
        <p:cxnSp>
          <p:nvCxnSpPr>
            <p:cNvPr id="7" name="直接连接符 6"/>
            <p:cNvCxnSpPr/>
            <p:nvPr/>
          </p:nvCxnSpPr>
          <p:spPr>
            <a:xfrm>
              <a:off x="1735546" y="4221088"/>
              <a:ext cx="760054" cy="0"/>
            </a:xfrm>
            <a:prstGeom prst="line">
              <a:avLst/>
            </a:prstGeom>
            <a:noFill/>
            <a:ln w="9525" cap="flat" cmpd="sng" algn="ctr">
              <a:solidFill>
                <a:sysClr val="window" lastClr="FFFFFF"/>
              </a:solidFill>
              <a:prstDash val="solid"/>
            </a:ln>
            <a:effectLst/>
          </p:spPr>
        </p:cxnSp>
      </p:grpSp>
      <p:sp>
        <p:nvSpPr>
          <p:cNvPr id="16" name="文本框 2"/>
          <p:cNvSpPr txBox="1"/>
          <p:nvPr/>
        </p:nvSpPr>
        <p:spPr>
          <a:xfrm>
            <a:off x="10038079" y="5655967"/>
            <a:ext cx="2153921" cy="10763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3200" dirty="0">
                <a:solidFill>
                  <a:schemeClr val="bg1"/>
                </a:solidFill>
                <a:latin typeface="华文行楷" panose="02010800040101010101" pitchFamily="2" charset="-122"/>
                <a:ea typeface="华文行楷" panose="02010800040101010101" pitchFamily="2" charset="-122"/>
                <a:sym typeface="+mn-ea"/>
              </a:rPr>
              <a:t>厚德 博学 精思 笃行</a:t>
            </a:r>
          </a:p>
        </p:txBody>
      </p:sp>
      <p:pic>
        <p:nvPicPr>
          <p:cNvPr id="19" name="图片 18" descr="D:\360MoveData\Users\xiaoxiao\Desktop\图片1.png图片1"/>
          <p:cNvPicPr>
            <a:picLocks noChangeAspect="1"/>
          </p:cNvPicPr>
          <p:nvPr/>
        </p:nvPicPr>
        <p:blipFill>
          <a:blip r:embed="rId2">
            <a:lum bright="70000" contrast="-70000"/>
          </a:blip>
          <a:srcRect/>
          <a:stretch>
            <a:fillRect/>
          </a:stretch>
        </p:blipFill>
        <p:spPr>
          <a:xfrm>
            <a:off x="1153795" y="453391"/>
            <a:ext cx="3313430" cy="800100"/>
          </a:xfrm>
          <a:prstGeom prst="rect">
            <a:avLst/>
          </a:prstGeom>
        </p:spPr>
      </p:pic>
    </p:spTree>
    <p:extLst>
      <p:ext uri="{BB962C8B-B14F-4D97-AF65-F5344CB8AC3E}">
        <p14:creationId xmlns:p14="http://schemas.microsoft.com/office/powerpoint/2010/main" val="3695730065"/>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 2050">
            <a:extLst>
              <a:ext uri="{FF2B5EF4-FFF2-40B4-BE49-F238E27FC236}">
                <a16:creationId xmlns:a16="http://schemas.microsoft.com/office/drawing/2014/main" id="{D8E941C4-89BF-0022-4B75-C9270AB8463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709061" y="1790027"/>
            <a:ext cx="1693069" cy="21431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 2052">
            <a:extLst>
              <a:ext uri="{FF2B5EF4-FFF2-40B4-BE49-F238E27FC236}">
                <a16:creationId xmlns:a16="http://schemas.microsoft.com/office/drawing/2014/main" id="{10AE7B92-A59B-4256-BF69-71BA7D48DDD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37096" y="4941331"/>
            <a:ext cx="2897505" cy="1394936"/>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descr=" 5">
            <a:extLst>
              <a:ext uri="{FF2B5EF4-FFF2-40B4-BE49-F238E27FC236}">
                <a16:creationId xmlns:a16="http://schemas.microsoft.com/office/drawing/2014/main" id="{D2F0CDDF-43A1-1649-2325-A790D0AD5F1B}"/>
              </a:ext>
            </a:extLst>
          </p:cNvPr>
          <p:cNvSpPr/>
          <p:nvPr/>
        </p:nvSpPr>
        <p:spPr>
          <a:xfrm>
            <a:off x="7879736" y="4067909"/>
            <a:ext cx="1351717" cy="369332"/>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zh-CN" dirty="0"/>
              <a:t>Alan Turing</a:t>
            </a:r>
            <a:endParaRPr lang="zh-CN" altLang="en-US" dirty="0"/>
          </a:p>
        </p:txBody>
      </p:sp>
      <p:sp>
        <p:nvSpPr>
          <p:cNvPr id="8" name="文本框 10">
            <a:extLst>
              <a:ext uri="{FF2B5EF4-FFF2-40B4-BE49-F238E27FC236}">
                <a16:creationId xmlns:a16="http://schemas.microsoft.com/office/drawing/2014/main" id="{8F1EC915-8363-4AD8-9980-912CE37B5DAD}"/>
              </a:ext>
            </a:extLst>
          </p:cNvPr>
          <p:cNvSpPr txBox="1"/>
          <p:nvPr/>
        </p:nvSpPr>
        <p:spPr>
          <a:xfrm>
            <a:off x="685800" y="2198131"/>
            <a:ext cx="5562600" cy="3600986"/>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400" dirty="0">
                <a:solidFill>
                  <a:srgbClr val="000000"/>
                </a:solidFill>
                <a:latin typeface="楷体" panose="02010609060101010101" pitchFamily="49" charset="-122"/>
                <a:ea typeface="楷体" panose="02010609060101010101" pitchFamily="49" charset="-122"/>
              </a:rPr>
              <a:t>“一个人在不接触对方的情况下，通过一种特殊的方式，和对方进行一系列的问答。如果在相当长时间内，他无法根据这些问题判断对方是人还是计算机，那么就可以认为这个计算机是智能的”。</a:t>
            </a:r>
            <a:endParaRPr lang="en-US" altLang="zh-CN" sz="2400" dirty="0">
              <a:solidFill>
                <a:srgbClr val="000000"/>
              </a:solidFill>
              <a:latin typeface="楷体" panose="02010609060101010101" pitchFamily="49" charset="-122"/>
              <a:ea typeface="楷体" panose="02010609060101010101" pitchFamily="49" charset="-122"/>
            </a:endParaRPr>
          </a:p>
          <a:p>
            <a:pPr algn="r"/>
            <a:endParaRPr lang="en-US" altLang="zh-CN" sz="2400" dirty="0">
              <a:solidFill>
                <a:srgbClr val="000000"/>
              </a:solidFill>
            </a:endParaRPr>
          </a:p>
          <a:p>
            <a:pPr algn="r"/>
            <a:r>
              <a:rPr lang="en-US" altLang="zh-CN" dirty="0">
                <a:solidFill>
                  <a:srgbClr val="000000"/>
                </a:solidFill>
              </a:rPr>
              <a:t>---Alan Turing [1950]</a:t>
            </a:r>
          </a:p>
          <a:p>
            <a:pPr algn="r"/>
            <a:r>
              <a:rPr lang="en-US" altLang="zh-CN" dirty="0">
                <a:solidFill>
                  <a:srgbClr val="000000"/>
                </a:solidFill>
              </a:rPr>
              <a:t>《Computing Machinery and Intelligence》</a:t>
            </a:r>
            <a:endParaRPr lang="zh-CN" altLang="en-US" dirty="0">
              <a:solidFill>
                <a:srgbClr val="000000"/>
              </a:solidFill>
            </a:endParaRPr>
          </a:p>
          <a:p>
            <a:endParaRPr lang="zh-CN" altLang="en-US" sz="2400" dirty="0">
              <a:solidFill>
                <a:srgbClr val="000000"/>
              </a:solidFill>
            </a:endParaRPr>
          </a:p>
        </p:txBody>
      </p:sp>
      <p:grpSp>
        <p:nvGrpSpPr>
          <p:cNvPr id="2" name="组合 1">
            <a:extLst>
              <a:ext uri="{FF2B5EF4-FFF2-40B4-BE49-F238E27FC236}">
                <a16:creationId xmlns:a16="http://schemas.microsoft.com/office/drawing/2014/main" id="{5DB6A27E-75B9-E8F8-0D22-526E6C18B07A}"/>
              </a:ext>
            </a:extLst>
          </p:cNvPr>
          <p:cNvGrpSpPr/>
          <p:nvPr/>
        </p:nvGrpSpPr>
        <p:grpSpPr>
          <a:xfrm>
            <a:off x="0" y="61"/>
            <a:ext cx="4367671" cy="1058822"/>
            <a:chOff x="0" y="260648"/>
            <a:chExt cx="4367671" cy="1058822"/>
          </a:xfrm>
        </p:grpSpPr>
        <p:sp>
          <p:nvSpPr>
            <p:cNvPr id="3" name="矩形 2">
              <a:extLst>
                <a:ext uri="{FF2B5EF4-FFF2-40B4-BE49-F238E27FC236}">
                  <a16:creationId xmlns:a16="http://schemas.microsoft.com/office/drawing/2014/main" id="{342B5088-495B-4670-28D3-11DB24C29797}"/>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 name="组合 8">
              <a:extLst>
                <a:ext uri="{FF2B5EF4-FFF2-40B4-BE49-F238E27FC236}">
                  <a16:creationId xmlns:a16="http://schemas.microsoft.com/office/drawing/2014/main" id="{798C44D0-1A57-09FC-BC60-F3D1361AE618}"/>
                </a:ext>
              </a:extLst>
            </p:cNvPr>
            <p:cNvGrpSpPr/>
            <p:nvPr/>
          </p:nvGrpSpPr>
          <p:grpSpPr>
            <a:xfrm>
              <a:off x="695400" y="260648"/>
              <a:ext cx="3672271" cy="1058822"/>
              <a:chOff x="623392" y="310880"/>
              <a:chExt cx="3672271" cy="1058822"/>
            </a:xfrm>
          </p:grpSpPr>
          <p:sp>
            <p:nvSpPr>
              <p:cNvPr id="10" name="文本框 9">
                <a:extLst>
                  <a:ext uri="{FF2B5EF4-FFF2-40B4-BE49-F238E27FC236}">
                    <a16:creationId xmlns:a16="http://schemas.microsoft.com/office/drawing/2014/main" id="{705A8A1C-BE23-45A6-1CB3-F91773CCCDAA}"/>
                  </a:ext>
                </a:extLst>
              </p:cNvPr>
              <p:cNvSpPr txBox="1"/>
              <p:nvPr/>
            </p:nvSpPr>
            <p:spPr>
              <a:xfrm>
                <a:off x="623392" y="310880"/>
                <a:ext cx="3068469"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什么是人工智能</a:t>
                </a:r>
              </a:p>
            </p:txBody>
          </p:sp>
          <p:cxnSp>
            <p:nvCxnSpPr>
              <p:cNvPr id="11" name="直接连接符 10">
                <a:extLst>
                  <a:ext uri="{FF2B5EF4-FFF2-40B4-BE49-F238E27FC236}">
                    <a16:creationId xmlns:a16="http://schemas.microsoft.com/office/drawing/2014/main" id="{85128D53-5A2C-494F-F86F-F924384135D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2" name="文本框 11">
                <a:extLst>
                  <a:ext uri="{FF2B5EF4-FFF2-40B4-BE49-F238E27FC236}">
                    <a16:creationId xmlns:a16="http://schemas.microsoft.com/office/drawing/2014/main" id="{4D975F87-CDE4-CB43-AF91-AD95715124B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52014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71C7F7A-CC10-9019-1AAE-F9E4C908275A}"/>
              </a:ext>
            </a:extLst>
          </p:cNvPr>
          <p:cNvSpPr>
            <a:spLocks noGrp="1"/>
          </p:cNvSpPr>
          <p:nvPr>
            <p:ph idx="1"/>
          </p:nvPr>
        </p:nvSpPr>
        <p:spPr bwMode="auto">
          <a:xfrm>
            <a:off x="838200" y="1743740"/>
            <a:ext cx="10515600" cy="42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人工智能（</a:t>
            </a:r>
            <a:r>
              <a:rPr lang="en-US" altLang="zh-CN" sz="2400" dirty="0">
                <a:latin typeface="微软雅黑" panose="020B0503020204020204" pitchFamily="34" charset="-122"/>
                <a:ea typeface="微软雅黑" panose="020B0503020204020204" pitchFamily="34" charset="-122"/>
              </a:rPr>
              <a:t>artificial intelligence</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AI</a:t>
            </a:r>
            <a:r>
              <a:rPr lang="zh-CN" altLang="en-US" sz="2400" dirty="0">
                <a:latin typeface="微软雅黑" panose="020B0503020204020204" pitchFamily="34" charset="-122"/>
                <a:ea typeface="微软雅黑" panose="020B0503020204020204" pitchFamily="34" charset="-122"/>
              </a:rPr>
              <a:t>）就是让机器具有人类的智能。</a:t>
            </a:r>
            <a:endParaRPr lang="en-US" altLang="zh-CN" sz="2400" dirty="0">
              <a:latin typeface="微软雅黑" panose="020B0503020204020204" pitchFamily="34" charset="-122"/>
              <a:ea typeface="微软雅黑" panose="020B0503020204020204" pitchFamily="34" charset="-122"/>
            </a:endParaRPr>
          </a:p>
          <a:p>
            <a:pPr marL="154484" lvl="1" indent="0">
              <a:buNone/>
            </a:pP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2FF5B847-C198-4D46-E6C3-86ABB9330A75}"/>
              </a:ext>
            </a:extLst>
          </p:cNvPr>
          <p:cNvSpPr/>
          <p:nvPr/>
        </p:nvSpPr>
        <p:spPr>
          <a:xfrm>
            <a:off x="7020602" y="5405132"/>
            <a:ext cx="4574586" cy="646331"/>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latin typeface="微软雅黑" panose="020B0503020204020204" pitchFamily="34" charset="-122"/>
                <a:ea typeface="微软雅黑" panose="020B0503020204020204" pitchFamily="34" charset="-122"/>
              </a:rPr>
              <a:t>人工智能就是要让机器的行为看起来就像是人所表现出的智能行为一样。</a:t>
            </a:r>
          </a:p>
        </p:txBody>
      </p:sp>
      <p:sp>
        <p:nvSpPr>
          <p:cNvPr id="7" name="矩形 6">
            <a:extLst>
              <a:ext uri="{FF2B5EF4-FFF2-40B4-BE49-F238E27FC236}">
                <a16:creationId xmlns:a16="http://schemas.microsoft.com/office/drawing/2014/main" id="{3E175566-B410-3CEF-DD01-026ECE55CE9F}"/>
              </a:ext>
            </a:extLst>
          </p:cNvPr>
          <p:cNvSpPr/>
          <p:nvPr/>
        </p:nvSpPr>
        <p:spPr>
          <a:xfrm>
            <a:off x="8491994" y="6095078"/>
            <a:ext cx="3220278" cy="369332"/>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solidFill>
                  <a:srgbClr val="C00000"/>
                </a:solidFill>
                <a:latin typeface="Times New Roman" panose="02020603050405020304" pitchFamily="18" charset="0"/>
                <a:cs typeface="Times New Roman" panose="02020603050405020304" pitchFamily="18" charset="0"/>
              </a:rPr>
              <a:t>John McCarthy（1927-2011）</a:t>
            </a:r>
          </a:p>
        </p:txBody>
      </p:sp>
      <p:pic>
        <p:nvPicPr>
          <p:cNvPr id="1026" name="Picture 2">
            <a:extLst>
              <a:ext uri="{FF2B5EF4-FFF2-40B4-BE49-F238E27FC236}">
                <a16:creationId xmlns:a16="http://schemas.microsoft.com/office/drawing/2014/main" id="{8C2206D4-A56A-08BA-91B7-3DA236DF4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281740"/>
            <a:ext cx="5905500" cy="37338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101DDF6F-3A9C-9B76-EAE8-C157561C8658}"/>
              </a:ext>
            </a:extLst>
          </p:cNvPr>
          <p:cNvSpPr txBox="1"/>
          <p:nvPr/>
        </p:nvSpPr>
        <p:spPr>
          <a:xfrm>
            <a:off x="6877479" y="2378971"/>
            <a:ext cx="4657014" cy="2308324"/>
          </a:xfrm>
          <a:prstGeom prst="rect">
            <a:avLst/>
          </a:prstGeom>
          <a:noFill/>
        </p:spPr>
        <p:txBody>
          <a:bodyPr wrap="square">
            <a:spAutoFit/>
          </a:bodyPr>
          <a:lstStyle/>
          <a:p>
            <a:pPr algn="just"/>
            <a:r>
              <a:rPr lang="zh-CN" altLang="en-US" b="1" dirty="0">
                <a:latin typeface="微软雅黑" panose="020B0503020204020204" pitchFamily="34" charset="-122"/>
                <a:ea typeface="微软雅黑" panose="020B0503020204020204" pitchFamily="34" charset="-122"/>
              </a:rPr>
              <a:t>1956年8月，在美国达特茅斯学院中，约翰·麦卡锡、马文·闵斯基、克劳德·香农、艾伦·纽厄尔赫伯特·西蒙等科学家聚在一起，讨论着一个完全不食人间烟火的主题:用机器来模仿人类学习以及其他方面的智能。会议讨论的内容总结了一个名字:</a:t>
            </a:r>
            <a:r>
              <a:rPr lang="zh-CN" altLang="en-US" b="1" dirty="0">
                <a:solidFill>
                  <a:srgbClr val="FF0000"/>
                </a:solidFill>
                <a:latin typeface="微软雅黑" panose="020B0503020204020204" pitchFamily="34" charset="-122"/>
                <a:ea typeface="微软雅黑" panose="020B0503020204020204" pitchFamily="34" charset="-122"/>
              </a:rPr>
              <a:t>人工智能</a:t>
            </a:r>
            <a:r>
              <a:rPr lang="en-US" altLang="zh-CN" b="1" dirty="0">
                <a:solidFill>
                  <a:srgbClr val="FF0000"/>
                </a:solidFill>
                <a:latin typeface="微软雅黑" panose="020B0503020204020204" pitchFamily="34" charset="-122"/>
                <a:ea typeface="微软雅黑" panose="020B0503020204020204" pitchFamily="34" charset="-122"/>
              </a:rPr>
              <a:t>(artificial intelligence)</a:t>
            </a:r>
            <a:r>
              <a:rPr lang="zh-CN" altLang="en-US" b="1" dirty="0">
                <a:latin typeface="微软雅黑" panose="020B0503020204020204" pitchFamily="34" charset="-122"/>
                <a:ea typeface="微软雅黑" panose="020B0503020204020204" pitchFamily="34" charset="-122"/>
              </a:rPr>
              <a:t>。因此，1956年也就成为了人工智能元年。</a:t>
            </a:r>
          </a:p>
        </p:txBody>
      </p:sp>
      <p:grpSp>
        <p:nvGrpSpPr>
          <p:cNvPr id="3" name="组合 2">
            <a:extLst>
              <a:ext uri="{FF2B5EF4-FFF2-40B4-BE49-F238E27FC236}">
                <a16:creationId xmlns:a16="http://schemas.microsoft.com/office/drawing/2014/main" id="{77F8129B-957B-E28B-23A3-18D36AB07B81}"/>
              </a:ext>
            </a:extLst>
          </p:cNvPr>
          <p:cNvGrpSpPr/>
          <p:nvPr/>
        </p:nvGrpSpPr>
        <p:grpSpPr>
          <a:xfrm>
            <a:off x="0" y="61"/>
            <a:ext cx="7471614" cy="1058822"/>
            <a:chOff x="0" y="260648"/>
            <a:chExt cx="7471614" cy="1058822"/>
          </a:xfrm>
        </p:grpSpPr>
        <p:sp>
          <p:nvSpPr>
            <p:cNvPr id="8" name="矩形 7">
              <a:extLst>
                <a:ext uri="{FF2B5EF4-FFF2-40B4-BE49-F238E27FC236}">
                  <a16:creationId xmlns:a16="http://schemas.microsoft.com/office/drawing/2014/main" id="{6792802F-94C3-A832-2D61-55AE76CED992}"/>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 name="组合 8">
              <a:extLst>
                <a:ext uri="{FF2B5EF4-FFF2-40B4-BE49-F238E27FC236}">
                  <a16:creationId xmlns:a16="http://schemas.microsoft.com/office/drawing/2014/main" id="{67730FFF-E3BC-9A27-7198-24B40D88471A}"/>
                </a:ext>
              </a:extLst>
            </p:cNvPr>
            <p:cNvGrpSpPr/>
            <p:nvPr/>
          </p:nvGrpSpPr>
          <p:grpSpPr>
            <a:xfrm>
              <a:off x="695400" y="260648"/>
              <a:ext cx="6776214" cy="1058822"/>
              <a:chOff x="623392" y="310880"/>
              <a:chExt cx="6776214" cy="1058822"/>
            </a:xfrm>
          </p:grpSpPr>
          <p:sp>
            <p:nvSpPr>
              <p:cNvPr id="10" name="文本框 9">
                <a:extLst>
                  <a:ext uri="{FF2B5EF4-FFF2-40B4-BE49-F238E27FC236}">
                    <a16:creationId xmlns:a16="http://schemas.microsoft.com/office/drawing/2014/main" id="{D7B305E2-22AA-BA60-1033-C4FC6281FF12}"/>
                  </a:ext>
                </a:extLst>
              </p:cNvPr>
              <p:cNvSpPr txBox="1"/>
              <p:nvPr/>
            </p:nvSpPr>
            <p:spPr>
              <a:xfrm>
                <a:off x="623392" y="310880"/>
                <a:ext cx="6776214"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人工智能：正式命名于达特茅斯会议</a:t>
                </a:r>
              </a:p>
            </p:txBody>
          </p:sp>
          <p:cxnSp>
            <p:nvCxnSpPr>
              <p:cNvPr id="11" name="直接连接符 10">
                <a:extLst>
                  <a:ext uri="{FF2B5EF4-FFF2-40B4-BE49-F238E27FC236}">
                    <a16:creationId xmlns:a16="http://schemas.microsoft.com/office/drawing/2014/main" id="{A0EE3FB3-4868-6CB1-A55A-5032DCA0F059}"/>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2" name="文本框 11">
                <a:extLst>
                  <a:ext uri="{FF2B5EF4-FFF2-40B4-BE49-F238E27FC236}">
                    <a16:creationId xmlns:a16="http://schemas.microsoft.com/office/drawing/2014/main" id="{DEBB92F1-7886-1102-632E-B0BFE9FAD2B4}"/>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747890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屏幕剪辑">
            <a:extLst>
              <a:ext uri="{FF2B5EF4-FFF2-40B4-BE49-F238E27FC236}">
                <a16:creationId xmlns:a16="http://schemas.microsoft.com/office/drawing/2014/main" id="{90B3DCA0-3FAE-A232-93A4-50BB16197EB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5424" y="2575229"/>
            <a:ext cx="10701151" cy="2057400"/>
          </a:xfrm>
          <a:prstGeom prst="rect">
            <a:avLst/>
          </a:prstGeom>
        </p:spPr>
      </p:pic>
      <p:grpSp>
        <p:nvGrpSpPr>
          <p:cNvPr id="3" name="组合 2">
            <a:extLst>
              <a:ext uri="{FF2B5EF4-FFF2-40B4-BE49-F238E27FC236}">
                <a16:creationId xmlns:a16="http://schemas.microsoft.com/office/drawing/2014/main" id="{04D6CA74-46E2-0F08-0C1F-3A156617E0DD}"/>
              </a:ext>
            </a:extLst>
          </p:cNvPr>
          <p:cNvGrpSpPr/>
          <p:nvPr/>
        </p:nvGrpSpPr>
        <p:grpSpPr>
          <a:xfrm>
            <a:off x="0" y="67733"/>
            <a:ext cx="4367671" cy="1058822"/>
            <a:chOff x="0" y="260648"/>
            <a:chExt cx="4367671" cy="1058822"/>
          </a:xfrm>
        </p:grpSpPr>
        <p:sp>
          <p:nvSpPr>
            <p:cNvPr id="5" name="矩形 4">
              <a:extLst>
                <a:ext uri="{FF2B5EF4-FFF2-40B4-BE49-F238E27FC236}">
                  <a16:creationId xmlns:a16="http://schemas.microsoft.com/office/drawing/2014/main" id="{9F30B00A-950C-3D0E-D6FE-3C12EE275284}"/>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6" name="组合 5">
              <a:extLst>
                <a:ext uri="{FF2B5EF4-FFF2-40B4-BE49-F238E27FC236}">
                  <a16:creationId xmlns:a16="http://schemas.microsoft.com/office/drawing/2014/main" id="{F30837CE-8018-842F-1712-6FEFBD6F4876}"/>
                </a:ext>
              </a:extLst>
            </p:cNvPr>
            <p:cNvGrpSpPr/>
            <p:nvPr/>
          </p:nvGrpSpPr>
          <p:grpSpPr>
            <a:xfrm>
              <a:off x="695400" y="260648"/>
              <a:ext cx="3672271" cy="1058822"/>
              <a:chOff x="623392" y="310880"/>
              <a:chExt cx="3672271" cy="1058822"/>
            </a:xfrm>
          </p:grpSpPr>
          <p:sp>
            <p:nvSpPr>
              <p:cNvPr id="7" name="文本框 6">
                <a:extLst>
                  <a:ext uri="{FF2B5EF4-FFF2-40B4-BE49-F238E27FC236}">
                    <a16:creationId xmlns:a16="http://schemas.microsoft.com/office/drawing/2014/main" id="{749E2DB5-6B78-42F3-964C-066FD15EBD31}"/>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发展历史</a:t>
                </a:r>
              </a:p>
            </p:txBody>
          </p:sp>
          <p:cxnSp>
            <p:nvCxnSpPr>
              <p:cNvPr id="8" name="直接连接符 7">
                <a:extLst>
                  <a:ext uri="{FF2B5EF4-FFF2-40B4-BE49-F238E27FC236}">
                    <a16:creationId xmlns:a16="http://schemas.microsoft.com/office/drawing/2014/main" id="{2DAF999B-FE9B-3936-A10F-69A37E9BC4A3}"/>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 name="文本框 8">
                <a:extLst>
                  <a:ext uri="{FF2B5EF4-FFF2-40B4-BE49-F238E27FC236}">
                    <a16:creationId xmlns:a16="http://schemas.microsoft.com/office/drawing/2014/main" id="{592A20BE-BBD9-1505-247B-D28C2F3DEA07}"/>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086105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6A0E7A69-3D9C-D5CF-5E88-7CA4265136A5}"/>
              </a:ext>
            </a:extLst>
          </p:cNvPr>
          <p:cNvSpPr>
            <a:spLocks noGrp="1"/>
          </p:cNvSpPr>
          <p:nvPr/>
        </p:nvSpPr>
        <p:spPr bwMode="auto">
          <a:xfrm>
            <a:off x="609600" y="1456267"/>
            <a:ext cx="10972800" cy="509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b="1" dirty="0">
                <a:latin typeface="黑体" panose="02010609060101010101" pitchFamily="49" charset="-122"/>
                <a:ea typeface="黑体" panose="02010609060101010101" pitchFamily="49" charset="-122"/>
              </a:rPr>
              <a:t>专家知识（人工规则）</a:t>
            </a:r>
          </a:p>
        </p:txBody>
      </p:sp>
      <p:pic>
        <p:nvPicPr>
          <p:cNvPr id="6" name="Picture 2" descr="âreasoning  ruleâçå¾çæç´¢ç»æ">
            <a:extLst>
              <a:ext uri="{FF2B5EF4-FFF2-40B4-BE49-F238E27FC236}">
                <a16:creationId xmlns:a16="http://schemas.microsoft.com/office/drawing/2014/main" id="{7C0A0E19-E4E6-15A7-EF2F-6CE88829AFF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505200" y="2220402"/>
            <a:ext cx="4773126" cy="3565525"/>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B1128710-0AD0-713B-D16C-8EB6D4D5544F}"/>
              </a:ext>
            </a:extLst>
          </p:cNvPr>
          <p:cNvGrpSpPr/>
          <p:nvPr/>
        </p:nvGrpSpPr>
        <p:grpSpPr>
          <a:xfrm>
            <a:off x="0" y="67733"/>
            <a:ext cx="5826933" cy="1058822"/>
            <a:chOff x="0" y="260648"/>
            <a:chExt cx="5826933" cy="1058822"/>
          </a:xfrm>
        </p:grpSpPr>
        <p:sp>
          <p:nvSpPr>
            <p:cNvPr id="7" name="矩形 6">
              <a:extLst>
                <a:ext uri="{FF2B5EF4-FFF2-40B4-BE49-F238E27FC236}">
                  <a16:creationId xmlns:a16="http://schemas.microsoft.com/office/drawing/2014/main" id="{056267EB-F7E5-632C-E579-30E8CC26662B}"/>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 name="组合 7">
              <a:extLst>
                <a:ext uri="{FF2B5EF4-FFF2-40B4-BE49-F238E27FC236}">
                  <a16:creationId xmlns:a16="http://schemas.microsoft.com/office/drawing/2014/main" id="{797E5500-7BC6-7014-EDDA-86F71BEFEEB6}"/>
                </a:ext>
              </a:extLst>
            </p:cNvPr>
            <p:cNvGrpSpPr/>
            <p:nvPr/>
          </p:nvGrpSpPr>
          <p:grpSpPr>
            <a:xfrm>
              <a:off x="695400" y="260648"/>
              <a:ext cx="5131533" cy="1058822"/>
              <a:chOff x="623392" y="310880"/>
              <a:chExt cx="5131533" cy="1058822"/>
            </a:xfrm>
          </p:grpSpPr>
          <p:sp>
            <p:nvSpPr>
              <p:cNvPr id="9" name="文本框 8">
                <a:extLst>
                  <a:ext uri="{FF2B5EF4-FFF2-40B4-BE49-F238E27FC236}">
                    <a16:creationId xmlns:a16="http://schemas.microsoft.com/office/drawing/2014/main" id="{943E5D6D-CE64-26E2-89C3-9EBFB7EFF860}"/>
                  </a:ext>
                </a:extLst>
              </p:cNvPr>
              <p:cNvSpPr txBox="1"/>
              <p:nvPr/>
            </p:nvSpPr>
            <p:spPr>
              <a:xfrm>
                <a:off x="623392" y="310880"/>
                <a:ext cx="5131533"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如何开发一个人工智能系统</a:t>
                </a:r>
              </a:p>
            </p:txBody>
          </p:sp>
          <p:cxnSp>
            <p:nvCxnSpPr>
              <p:cNvPr id="10" name="直接连接符 9">
                <a:extLst>
                  <a:ext uri="{FF2B5EF4-FFF2-40B4-BE49-F238E27FC236}">
                    <a16:creationId xmlns:a16="http://schemas.microsoft.com/office/drawing/2014/main" id="{9FAA3812-C47F-F467-BD9C-10779D4857FA}"/>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9FDBCF02-CE7D-952C-EC4C-7F356037841E}"/>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77651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11FB75C6-AB02-F491-4C88-91E96B915A65}"/>
              </a:ext>
            </a:extLst>
          </p:cNvPr>
          <p:cNvSpPr>
            <a:spLocks noGrp="1"/>
          </p:cNvSpPr>
          <p:nvPr/>
        </p:nvSpPr>
        <p:spPr bwMode="auto">
          <a:xfrm>
            <a:off x="2692400" y="1263182"/>
            <a:ext cx="34036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a:lstStyle>
          <a:p>
            <a:r>
              <a:rPr lang="en-US" altLang="zh-CN" dirty="0">
                <a:latin typeface="等线" panose="02010600030101010101" pitchFamily="2" charset="-122"/>
                <a:ea typeface="等线" panose="02010600030101010101" pitchFamily="2" charset="-122"/>
              </a:rPr>
              <a:t>What’s the Rule?</a:t>
            </a:r>
            <a:endParaRPr lang="zh-CN" altLang="en-US" dirty="0">
              <a:latin typeface="等线" panose="02010600030101010101" pitchFamily="2" charset="-122"/>
              <a:ea typeface="等线" panose="02010600030101010101" pitchFamily="2" charset="-122"/>
            </a:endParaRPr>
          </a:p>
        </p:txBody>
      </p:sp>
      <p:pic>
        <p:nvPicPr>
          <p:cNvPr id="5" name="图片 4" descr="屏幕剪辑">
            <a:extLst>
              <a:ext uri="{FF2B5EF4-FFF2-40B4-BE49-F238E27FC236}">
                <a16:creationId xmlns:a16="http://schemas.microsoft.com/office/drawing/2014/main" id="{66B94FBA-87C7-E7CF-4B82-E5BCC52D829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49782" y="2318690"/>
            <a:ext cx="4153009" cy="1534926"/>
          </a:xfrm>
          <a:prstGeom prst="rect">
            <a:avLst/>
          </a:prstGeom>
        </p:spPr>
      </p:pic>
      <p:pic>
        <p:nvPicPr>
          <p:cNvPr id="6" name="Picture 2" descr="âPattern Recognition handwrite numberâçå¾çæç´¢ç»æ">
            <a:extLst>
              <a:ext uri="{FF2B5EF4-FFF2-40B4-BE49-F238E27FC236}">
                <a16:creationId xmlns:a16="http://schemas.microsoft.com/office/drawing/2014/main" id="{034B99CE-0FE0-FAEE-4FE7-838ED2B46A6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90800" y="4251915"/>
            <a:ext cx="3670974" cy="216416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3">
            <a:extLst>
              <a:ext uri="{FF2B5EF4-FFF2-40B4-BE49-F238E27FC236}">
                <a16:creationId xmlns:a16="http://schemas.microsoft.com/office/drawing/2014/main" id="{02099DF2-2F0B-E970-2E99-2B0D50C5EE1C}"/>
              </a:ext>
            </a:extLst>
          </p:cNvPr>
          <p:cNvSpPr txBox="1"/>
          <p:nvPr/>
        </p:nvSpPr>
        <p:spPr>
          <a:xfrm>
            <a:off x="7569875" y="3530450"/>
            <a:ext cx="2031325" cy="646331"/>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3600" dirty="0">
                <a:solidFill>
                  <a:srgbClr val="FF0000"/>
                </a:solidFill>
                <a:latin typeface="黑体" panose="02010609060101010101" pitchFamily="49" charset="-122"/>
                <a:ea typeface="黑体" panose="02010609060101010101" pitchFamily="49" charset="-122"/>
              </a:rPr>
              <a:t>机器学习</a:t>
            </a:r>
          </a:p>
        </p:txBody>
      </p:sp>
      <p:grpSp>
        <p:nvGrpSpPr>
          <p:cNvPr id="12" name="组合 11">
            <a:extLst>
              <a:ext uri="{FF2B5EF4-FFF2-40B4-BE49-F238E27FC236}">
                <a16:creationId xmlns:a16="http://schemas.microsoft.com/office/drawing/2014/main" id="{1BE4ACB2-FBC1-8168-EAD5-FDF23B01F2D6}"/>
              </a:ext>
            </a:extLst>
          </p:cNvPr>
          <p:cNvGrpSpPr/>
          <p:nvPr/>
        </p:nvGrpSpPr>
        <p:grpSpPr>
          <a:xfrm>
            <a:off x="0" y="67733"/>
            <a:ext cx="5826933" cy="1058822"/>
            <a:chOff x="0" y="260648"/>
            <a:chExt cx="5826933" cy="1058822"/>
          </a:xfrm>
        </p:grpSpPr>
        <p:sp>
          <p:nvSpPr>
            <p:cNvPr id="13" name="矩形 12">
              <a:extLst>
                <a:ext uri="{FF2B5EF4-FFF2-40B4-BE49-F238E27FC236}">
                  <a16:creationId xmlns:a16="http://schemas.microsoft.com/office/drawing/2014/main" id="{6FE67510-F072-70A2-B411-0FC02917C59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4" name="组合 13">
              <a:extLst>
                <a:ext uri="{FF2B5EF4-FFF2-40B4-BE49-F238E27FC236}">
                  <a16:creationId xmlns:a16="http://schemas.microsoft.com/office/drawing/2014/main" id="{7E5E056D-7344-DFB4-6D89-81A0139AF263}"/>
                </a:ext>
              </a:extLst>
            </p:cNvPr>
            <p:cNvGrpSpPr/>
            <p:nvPr/>
          </p:nvGrpSpPr>
          <p:grpSpPr>
            <a:xfrm>
              <a:off x="695400" y="260648"/>
              <a:ext cx="5131533" cy="1058822"/>
              <a:chOff x="623392" y="310880"/>
              <a:chExt cx="5131533" cy="1058822"/>
            </a:xfrm>
          </p:grpSpPr>
          <p:sp>
            <p:nvSpPr>
              <p:cNvPr id="15" name="文本框 14">
                <a:extLst>
                  <a:ext uri="{FF2B5EF4-FFF2-40B4-BE49-F238E27FC236}">
                    <a16:creationId xmlns:a16="http://schemas.microsoft.com/office/drawing/2014/main" id="{EBB7406B-C212-E267-A194-2E5F05C64ADC}"/>
                  </a:ext>
                </a:extLst>
              </p:cNvPr>
              <p:cNvSpPr txBox="1"/>
              <p:nvPr/>
            </p:nvSpPr>
            <p:spPr>
              <a:xfrm>
                <a:off x="623392" y="310880"/>
                <a:ext cx="5131533"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如何开发一个人工智能系统</a:t>
                </a:r>
              </a:p>
            </p:txBody>
          </p:sp>
          <p:cxnSp>
            <p:nvCxnSpPr>
              <p:cNvPr id="16" name="直接连接符 15">
                <a:extLst>
                  <a:ext uri="{FF2B5EF4-FFF2-40B4-BE49-F238E27FC236}">
                    <a16:creationId xmlns:a16="http://schemas.microsoft.com/office/drawing/2014/main" id="{DAAFF258-0B6D-217E-FE8D-F21D1BB5845A}"/>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7" name="文本框 16">
                <a:extLst>
                  <a:ext uri="{FF2B5EF4-FFF2-40B4-BE49-F238E27FC236}">
                    <a16:creationId xmlns:a16="http://schemas.microsoft.com/office/drawing/2014/main" id="{8C2C9280-17B5-9942-FA1C-FCBAF92E9D27}"/>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03087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2">
            <a:extLst>
              <a:ext uri="{FF2B5EF4-FFF2-40B4-BE49-F238E27FC236}">
                <a16:creationId xmlns:a16="http://schemas.microsoft.com/office/drawing/2014/main" id="{17D3F180-BC0E-C06E-4A72-40149EFDDAE3}"/>
              </a:ext>
            </a:extLst>
          </p:cNvPr>
          <p:cNvSpPr>
            <a:spLocks noGrp="1"/>
          </p:cNvSpPr>
          <p:nvPr/>
        </p:nvSpPr>
        <p:spPr bwMode="auto">
          <a:xfrm>
            <a:off x="609600" y="1785478"/>
            <a:ext cx="10972800" cy="507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dirty="0">
                <a:latin typeface="黑体" panose="02010609060101010101" pitchFamily="49" charset="-122"/>
                <a:ea typeface="黑体" panose="02010609060101010101" pitchFamily="49" charset="-122"/>
              </a:rPr>
              <a:t>语音识别</a:t>
            </a:r>
            <a:endParaRPr lang="en-US" altLang="zh-TW" dirty="0">
              <a:latin typeface="黑体" panose="02010609060101010101" pitchFamily="49" charset="-122"/>
              <a:ea typeface="黑体" panose="02010609060101010101" pitchFamily="49" charset="-122"/>
            </a:endParaRPr>
          </a:p>
          <a:p>
            <a:pPr marL="0" indent="0">
              <a:buNone/>
            </a:pPr>
            <a:endParaRPr lang="en-US" altLang="zh-TW"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图像识别</a:t>
            </a:r>
            <a:endParaRPr lang="en-US" altLang="zh-TW"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围棋</a:t>
            </a: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机器翻译</a:t>
            </a:r>
            <a:endParaRPr lang="zh-TW" altLang="en-US" dirty="0">
              <a:latin typeface="黑体" panose="02010609060101010101" pitchFamily="49" charset="-122"/>
              <a:ea typeface="黑体" panose="02010609060101010101" pitchFamily="49" charset="-122"/>
            </a:endParaRPr>
          </a:p>
        </p:txBody>
      </p:sp>
      <p:pic>
        <p:nvPicPr>
          <p:cNvPr id="8" name="图片 7">
            <a:extLst>
              <a:ext uri="{FF2B5EF4-FFF2-40B4-BE49-F238E27FC236}">
                <a16:creationId xmlns:a16="http://schemas.microsoft.com/office/drawing/2014/main" id="{0A9B0985-9700-2253-C098-D0EC8F1E66B1}"/>
              </a:ext>
            </a:extLst>
          </p:cNvPr>
          <p:cNvPicPr>
            <a:picLocks noChangeAspect="1" noChangeArrowheads="1"/>
          </p:cNvPicPr>
          <p:nvPr/>
        </p:nvPicPr>
        <p:blipFill>
          <a:blip r:embed="rId2"/>
          <a:srcRect/>
          <a:stretch>
            <a:fillRect/>
          </a:stretch>
        </p:blipFill>
        <p:spPr bwMode="auto">
          <a:xfrm>
            <a:off x="3886200" y="1907099"/>
            <a:ext cx="3822700" cy="460375"/>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DCE5A874-72FD-77A0-2F80-B854D9061044}"/>
              </a:ext>
            </a:extLst>
          </p:cNvPr>
          <p:cNvPicPr>
            <a:picLocks noChangeAspect="1" noChangeArrowheads="1"/>
          </p:cNvPicPr>
          <p:nvPr/>
        </p:nvPicPr>
        <p:blipFill>
          <a:blip r:embed="rId2"/>
          <a:srcRect/>
          <a:stretch>
            <a:fillRect/>
          </a:stretch>
        </p:blipFill>
        <p:spPr bwMode="auto">
          <a:xfrm>
            <a:off x="3873595" y="2944049"/>
            <a:ext cx="3822700" cy="460375"/>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C8DA4D9-B440-52A8-F1E7-F224368A9009}"/>
              </a:ext>
            </a:extLst>
          </p:cNvPr>
          <p:cNvPicPr>
            <a:picLocks noChangeAspect="1" noChangeArrowheads="1"/>
          </p:cNvPicPr>
          <p:nvPr/>
        </p:nvPicPr>
        <p:blipFill>
          <a:blip r:embed="rId2"/>
          <a:srcRect/>
          <a:stretch>
            <a:fillRect/>
          </a:stretch>
        </p:blipFill>
        <p:spPr bwMode="auto">
          <a:xfrm>
            <a:off x="3873595" y="4030621"/>
            <a:ext cx="3822700" cy="460375"/>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696055BF-E3A1-247A-8A50-8BC6BEA3A62E}"/>
              </a:ext>
            </a:extLst>
          </p:cNvPr>
          <p:cNvPicPr>
            <a:picLocks noChangeAspect="1" noChangeArrowheads="1"/>
          </p:cNvPicPr>
          <p:nvPr/>
        </p:nvPicPr>
        <p:blipFill>
          <a:blip r:embed="rId3"/>
          <a:srcRect/>
          <a:stretch>
            <a:fillRect/>
          </a:stretch>
        </p:blipFill>
        <p:spPr bwMode="auto">
          <a:xfrm>
            <a:off x="3873595" y="5008998"/>
            <a:ext cx="3578225" cy="460375"/>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7">
            <a:extLst>
              <a:ext uri="{FF2B5EF4-FFF2-40B4-BE49-F238E27FC236}">
                <a16:creationId xmlns:a16="http://schemas.microsoft.com/office/drawing/2014/main" id="{D2DCB080-0CF5-DC75-07EF-CC479550F905}"/>
              </a:ext>
            </a:extLst>
          </p:cNvPr>
          <p:cNvSpPr txBox="1"/>
          <p:nvPr/>
        </p:nvSpPr>
        <p:spPr>
          <a:xfrm>
            <a:off x="7696295" y="2912625"/>
            <a:ext cx="1176772" cy="52322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zh-TW"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9</a:t>
            </a:r>
            <a:r>
              <a:rPr lang="en-US" altLang="zh-TW" sz="2800" b="1" dirty="0">
                <a:latin typeface="黑体" panose="02010609060101010101" pitchFamily="49" charset="-122"/>
                <a:ea typeface="黑体" panose="02010609060101010101" pitchFamily="49" charset="-122"/>
              </a:rPr>
              <a:t>”</a:t>
            </a:r>
            <a:endParaRPr lang="zh-TW" altLang="en-US" sz="2800" b="1" dirty="0">
              <a:latin typeface="黑体" panose="02010609060101010101" pitchFamily="49" charset="-122"/>
              <a:ea typeface="黑体" panose="02010609060101010101" pitchFamily="49" charset="-122"/>
            </a:endParaRPr>
          </a:p>
        </p:txBody>
      </p:sp>
      <p:sp>
        <p:nvSpPr>
          <p:cNvPr id="13" name="文字方塊 8">
            <a:extLst>
              <a:ext uri="{FF2B5EF4-FFF2-40B4-BE49-F238E27FC236}">
                <a16:creationId xmlns:a16="http://schemas.microsoft.com/office/drawing/2014/main" id="{6D5DD487-6268-DBD9-F557-96948745E3B3}"/>
              </a:ext>
            </a:extLst>
          </p:cNvPr>
          <p:cNvSpPr txBox="1"/>
          <p:nvPr/>
        </p:nvSpPr>
        <p:spPr>
          <a:xfrm>
            <a:off x="7708900" y="1875915"/>
            <a:ext cx="2898395" cy="52322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zh-TW"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你好</a:t>
            </a:r>
            <a:r>
              <a:rPr lang="en-US" altLang="zh-TW" sz="2800" b="1" dirty="0">
                <a:latin typeface="黑体" panose="02010609060101010101" pitchFamily="49" charset="-122"/>
                <a:ea typeface="黑体" panose="02010609060101010101" pitchFamily="49" charset="-122"/>
              </a:rPr>
              <a:t>”</a:t>
            </a:r>
            <a:endParaRPr lang="zh-TW" altLang="en-US" sz="2800" b="1" dirty="0">
              <a:latin typeface="黑体" panose="02010609060101010101" pitchFamily="49" charset="-122"/>
              <a:ea typeface="黑体" panose="02010609060101010101" pitchFamily="49" charset="-122"/>
            </a:endParaRPr>
          </a:p>
        </p:txBody>
      </p:sp>
      <p:sp>
        <p:nvSpPr>
          <p:cNvPr id="14" name="文字方塊 9">
            <a:extLst>
              <a:ext uri="{FF2B5EF4-FFF2-40B4-BE49-F238E27FC236}">
                <a16:creationId xmlns:a16="http://schemas.microsoft.com/office/drawing/2014/main" id="{B4369E3B-AE4A-963F-E28D-32FBAB1E33E1}"/>
              </a:ext>
            </a:extLst>
          </p:cNvPr>
          <p:cNvSpPr txBox="1"/>
          <p:nvPr/>
        </p:nvSpPr>
        <p:spPr>
          <a:xfrm>
            <a:off x="7696295" y="3972931"/>
            <a:ext cx="1481571" cy="52322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zh-TW" sz="2800" b="1" dirty="0">
                <a:latin typeface="黑体" panose="02010609060101010101" pitchFamily="49" charset="-122"/>
                <a:ea typeface="黑体" panose="02010609060101010101" pitchFamily="49" charset="-122"/>
              </a:rPr>
              <a:t>“6-5”</a:t>
            </a:r>
            <a:endParaRPr lang="zh-TW" altLang="en-US" sz="2800" b="1" dirty="0">
              <a:latin typeface="黑体" panose="02010609060101010101" pitchFamily="49" charset="-122"/>
              <a:ea typeface="黑体" panose="02010609060101010101" pitchFamily="49" charset="-122"/>
            </a:endParaRPr>
          </a:p>
        </p:txBody>
      </p:sp>
      <p:sp>
        <p:nvSpPr>
          <p:cNvPr id="15" name="文字方塊 10">
            <a:extLst>
              <a:ext uri="{FF2B5EF4-FFF2-40B4-BE49-F238E27FC236}">
                <a16:creationId xmlns:a16="http://schemas.microsoft.com/office/drawing/2014/main" id="{5C9C124C-B014-A527-A4DA-AF9C499B02B5}"/>
              </a:ext>
            </a:extLst>
          </p:cNvPr>
          <p:cNvSpPr txBox="1"/>
          <p:nvPr/>
        </p:nvSpPr>
        <p:spPr>
          <a:xfrm>
            <a:off x="7821273" y="5027847"/>
            <a:ext cx="3031893" cy="52322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US" altLang="zh-TW"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Hello!</a:t>
            </a:r>
            <a:r>
              <a:rPr lang="en-US" altLang="zh-TW" sz="2800" b="1" dirty="0">
                <a:latin typeface="黑体" panose="02010609060101010101" pitchFamily="49" charset="-122"/>
                <a:ea typeface="黑体" panose="02010609060101010101" pitchFamily="49" charset="-122"/>
              </a:rPr>
              <a:t>”</a:t>
            </a:r>
            <a:endParaRPr lang="zh-TW" altLang="en-US" sz="2800" b="1" dirty="0">
              <a:latin typeface="黑体" panose="02010609060101010101" pitchFamily="49" charset="-122"/>
              <a:ea typeface="黑体" panose="02010609060101010101" pitchFamily="49" charset="-122"/>
            </a:endParaRPr>
          </a:p>
        </p:txBody>
      </p:sp>
      <p:sp>
        <p:nvSpPr>
          <p:cNvPr id="16" name="矩形 15">
            <a:extLst>
              <a:ext uri="{FF2B5EF4-FFF2-40B4-BE49-F238E27FC236}">
                <a16:creationId xmlns:a16="http://schemas.microsoft.com/office/drawing/2014/main" id="{3D2159AA-9BC4-BDE6-A827-4006AE9BD889}"/>
              </a:ext>
            </a:extLst>
          </p:cNvPr>
          <p:cNvSpPr/>
          <p:nvPr/>
        </p:nvSpPr>
        <p:spPr>
          <a:xfrm>
            <a:off x="4312706" y="4962196"/>
            <a:ext cx="2659840" cy="523220"/>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US" altLang="zh-TW"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你好！</a:t>
            </a:r>
            <a:r>
              <a:rPr lang="en-US" altLang="zh-TW" sz="2800" b="1" dirty="0">
                <a:latin typeface="黑体" panose="02010609060101010101" pitchFamily="49" charset="-122"/>
                <a:ea typeface="黑体" panose="02010609060101010101" pitchFamily="49" charset="-122"/>
              </a:rPr>
              <a:t>”</a:t>
            </a:r>
            <a:endParaRPr lang="zh-TW" altLang="en-US" sz="2800" b="1" dirty="0">
              <a:latin typeface="黑体" panose="02010609060101010101" pitchFamily="49" charset="-122"/>
              <a:ea typeface="黑体" panose="02010609060101010101" pitchFamily="49" charset="-122"/>
            </a:endParaRPr>
          </a:p>
        </p:txBody>
      </p:sp>
      <p:sp>
        <p:nvSpPr>
          <p:cNvPr id="17" name="文字方塊 17">
            <a:extLst>
              <a:ext uri="{FF2B5EF4-FFF2-40B4-BE49-F238E27FC236}">
                <a16:creationId xmlns:a16="http://schemas.microsoft.com/office/drawing/2014/main" id="{CB6749AA-8766-242F-46A8-C69D7FF087F1}"/>
              </a:ext>
            </a:extLst>
          </p:cNvPr>
          <p:cNvSpPr txBox="1"/>
          <p:nvPr/>
        </p:nvSpPr>
        <p:spPr>
          <a:xfrm>
            <a:off x="8493243" y="4003709"/>
            <a:ext cx="2543153"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US" altLang="zh-TW"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落子位置</a:t>
            </a:r>
            <a:r>
              <a:rPr lang="en-US" altLang="zh-TW" sz="2400" b="1" dirty="0">
                <a:latin typeface="黑体" panose="02010609060101010101" pitchFamily="49" charset="-122"/>
                <a:ea typeface="黑体" panose="02010609060101010101" pitchFamily="49" charset="-122"/>
              </a:rPr>
              <a:t>)</a:t>
            </a:r>
            <a:endParaRPr lang="zh-TW" altLang="en-US" sz="2400" b="1" dirty="0">
              <a:latin typeface="黑体" panose="02010609060101010101" pitchFamily="49" charset="-122"/>
              <a:ea typeface="黑体" panose="02010609060101010101" pitchFamily="49" charset="-122"/>
            </a:endParaRPr>
          </a:p>
        </p:txBody>
      </p:sp>
      <p:pic>
        <p:nvPicPr>
          <p:cNvPr id="18" name="图片 17" descr="屏幕剪辑">
            <a:extLst>
              <a:ext uri="{FF2B5EF4-FFF2-40B4-BE49-F238E27FC236}">
                <a16:creationId xmlns:a16="http://schemas.microsoft.com/office/drawing/2014/main" id="{966CC0D2-ABB2-AC5E-DDA2-3483002AD83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512795" y="2892735"/>
            <a:ext cx="544300" cy="702147"/>
          </a:xfrm>
          <a:prstGeom prst="rect">
            <a:avLst/>
          </a:prstGeom>
        </p:spPr>
      </p:pic>
      <p:pic>
        <p:nvPicPr>
          <p:cNvPr id="19" name="图片 18" descr="屏幕剪辑">
            <a:extLst>
              <a:ext uri="{FF2B5EF4-FFF2-40B4-BE49-F238E27FC236}">
                <a16:creationId xmlns:a16="http://schemas.microsoft.com/office/drawing/2014/main" id="{F6D9B45C-DEEA-0691-7198-C39A4E98CD3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427401" y="3754878"/>
            <a:ext cx="952595" cy="949978"/>
          </a:xfrm>
          <a:prstGeom prst="rect">
            <a:avLst/>
          </a:prstGeom>
        </p:spPr>
      </p:pic>
      <p:pic>
        <p:nvPicPr>
          <p:cNvPr id="20" name="图片 19" descr="屏幕剪辑">
            <a:extLst>
              <a:ext uri="{FF2B5EF4-FFF2-40B4-BE49-F238E27FC236}">
                <a16:creationId xmlns:a16="http://schemas.microsoft.com/office/drawing/2014/main" id="{F7493300-D5EB-DCB7-9277-B7AC7252A6EF}"/>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929356" y="1785478"/>
            <a:ext cx="1639458" cy="731646"/>
          </a:xfrm>
          <a:prstGeom prst="rect">
            <a:avLst/>
          </a:prstGeom>
        </p:spPr>
      </p:pic>
      <p:grpSp>
        <p:nvGrpSpPr>
          <p:cNvPr id="2" name="组合 1">
            <a:extLst>
              <a:ext uri="{FF2B5EF4-FFF2-40B4-BE49-F238E27FC236}">
                <a16:creationId xmlns:a16="http://schemas.microsoft.com/office/drawing/2014/main" id="{E668BED6-BEEF-15C0-446C-7D3576063AF2}"/>
              </a:ext>
            </a:extLst>
          </p:cNvPr>
          <p:cNvGrpSpPr/>
          <p:nvPr/>
        </p:nvGrpSpPr>
        <p:grpSpPr>
          <a:xfrm>
            <a:off x="0" y="67733"/>
            <a:ext cx="6649274" cy="1077218"/>
            <a:chOff x="0" y="260648"/>
            <a:chExt cx="6649274" cy="1077218"/>
          </a:xfrm>
        </p:grpSpPr>
        <p:sp>
          <p:nvSpPr>
            <p:cNvPr id="3" name="矩形 2">
              <a:extLst>
                <a:ext uri="{FF2B5EF4-FFF2-40B4-BE49-F238E27FC236}">
                  <a16:creationId xmlns:a16="http://schemas.microsoft.com/office/drawing/2014/main" id="{97179694-2C48-FA0E-06C9-F7F30DAC6CD4}"/>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4" name="组合 3">
              <a:extLst>
                <a:ext uri="{FF2B5EF4-FFF2-40B4-BE49-F238E27FC236}">
                  <a16:creationId xmlns:a16="http://schemas.microsoft.com/office/drawing/2014/main" id="{73855171-3009-07AA-A2AD-3C5CF2428021}"/>
                </a:ext>
              </a:extLst>
            </p:cNvPr>
            <p:cNvGrpSpPr/>
            <p:nvPr/>
          </p:nvGrpSpPr>
          <p:grpSpPr>
            <a:xfrm>
              <a:off x="695400" y="260648"/>
              <a:ext cx="5953874" cy="1077218"/>
              <a:chOff x="623392" y="310880"/>
              <a:chExt cx="5953874" cy="1077218"/>
            </a:xfrm>
          </p:grpSpPr>
          <p:sp>
            <p:nvSpPr>
              <p:cNvPr id="5" name="文本框 4">
                <a:extLst>
                  <a:ext uri="{FF2B5EF4-FFF2-40B4-BE49-F238E27FC236}">
                    <a16:creationId xmlns:a16="http://schemas.microsoft.com/office/drawing/2014/main" id="{0ADC3BFC-BDF1-2AEF-D899-E4B41EA7AC87}"/>
                  </a:ext>
                </a:extLst>
              </p:cNvPr>
              <p:cNvSpPr txBox="1"/>
              <p:nvPr/>
            </p:nvSpPr>
            <p:spPr>
              <a:xfrm>
                <a:off x="623392" y="310880"/>
                <a:ext cx="5953874" cy="1077218"/>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机器学习 </a:t>
                </a:r>
                <a:r>
                  <a:rPr lang="en-US" altLang="zh-TW" sz="3200" b="1" kern="0" dirty="0">
                    <a:solidFill>
                      <a:prstClr val="black"/>
                    </a:solidFill>
                    <a:latin typeface="黑体" panose="02010609060101010101" pitchFamily="49" charset="-122"/>
                    <a:ea typeface="黑体" panose="02010609060101010101" pitchFamily="49" charset="-122"/>
                  </a:rPr>
                  <a:t>≈ </a:t>
                </a:r>
                <a:r>
                  <a:rPr lang="zh-CN" altLang="en-US" sz="3200" b="1" kern="0" dirty="0">
                    <a:solidFill>
                      <a:prstClr val="black"/>
                    </a:solidFill>
                    <a:latin typeface="黑体" panose="02010609060101010101" pitchFamily="49" charset="-122"/>
                    <a:ea typeface="黑体" panose="02010609060101010101" pitchFamily="49" charset="-122"/>
                  </a:rPr>
                  <a:t>构建一个映射函数</a:t>
                </a:r>
                <a:endParaRPr lang="zh-TW" altLang="en-US" sz="3200" b="1" kern="0" dirty="0">
                  <a:solidFill>
                    <a:prstClr val="black"/>
                  </a:solidFill>
                  <a:latin typeface="黑体" panose="02010609060101010101" pitchFamily="49" charset="-122"/>
                  <a:ea typeface="黑体" panose="02010609060101010101" pitchFamily="49" charset="-122"/>
                </a:endParaRPr>
              </a:p>
              <a:p>
                <a:pPr>
                  <a:defRPr/>
                </a:pPr>
                <a:endParaRPr lang="zh-CN" altLang="en-US" sz="3200" b="1" kern="0" dirty="0">
                  <a:solidFill>
                    <a:prstClr val="black"/>
                  </a:solidFill>
                  <a:latin typeface="黑体" panose="02010609060101010101" pitchFamily="49" charset="-122"/>
                  <a:ea typeface="黑体" panose="02010609060101010101" pitchFamily="49" charset="-122"/>
                </a:endParaRPr>
              </a:p>
            </p:txBody>
          </p:sp>
          <p:cxnSp>
            <p:nvCxnSpPr>
              <p:cNvPr id="21" name="直接连接符 20">
                <a:extLst>
                  <a:ext uri="{FF2B5EF4-FFF2-40B4-BE49-F238E27FC236}">
                    <a16:creationId xmlns:a16="http://schemas.microsoft.com/office/drawing/2014/main" id="{39C5CC1C-CC1B-DBC8-685C-213EF2B1AFA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22" name="文本框 21">
                <a:extLst>
                  <a:ext uri="{FF2B5EF4-FFF2-40B4-BE49-F238E27FC236}">
                    <a16:creationId xmlns:a16="http://schemas.microsoft.com/office/drawing/2014/main" id="{68921F09-96B0-B4A2-F978-D8420C48733F}"/>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081133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419C31E7-4133-F06E-6029-CF349C830D86}"/>
              </a:ext>
            </a:extLst>
          </p:cNvPr>
          <p:cNvSpPr/>
          <p:nvPr/>
        </p:nvSpPr>
        <p:spPr>
          <a:xfrm>
            <a:off x="4507551" y="1756874"/>
            <a:ext cx="1636776" cy="1091184"/>
          </a:xfrm>
          <a:prstGeom prst="rect">
            <a:avLst/>
          </a:prstGeom>
          <a:blipFill>
            <a:blip r:embed="rId2"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 name="object 4">
            <a:extLst>
              <a:ext uri="{FF2B5EF4-FFF2-40B4-BE49-F238E27FC236}">
                <a16:creationId xmlns:a16="http://schemas.microsoft.com/office/drawing/2014/main" id="{F4303AE0-0BEB-7E84-828D-DF7D68EA7BE1}"/>
              </a:ext>
            </a:extLst>
          </p:cNvPr>
          <p:cNvSpPr/>
          <p:nvPr/>
        </p:nvSpPr>
        <p:spPr>
          <a:xfrm>
            <a:off x="4507551" y="1756874"/>
            <a:ext cx="1637030" cy="273050"/>
          </a:xfrm>
          <a:custGeom>
            <a:avLst/>
            <a:gdLst/>
            <a:ahLst/>
            <a:cxnLst/>
            <a:rect l="l" t="t" r="r" b="b"/>
            <a:pathLst>
              <a:path w="1637030" h="273050">
                <a:moveTo>
                  <a:pt x="1636776" y="136398"/>
                </a:moveTo>
                <a:lnTo>
                  <a:pt x="1607543" y="172651"/>
                </a:lnTo>
                <a:lnTo>
                  <a:pt x="1557980" y="194860"/>
                </a:lnTo>
                <a:lnTo>
                  <a:pt x="1487055" y="215051"/>
                </a:lnTo>
                <a:lnTo>
                  <a:pt x="1444304" y="224269"/>
                </a:lnTo>
                <a:lnTo>
                  <a:pt x="1397079" y="232838"/>
                </a:lnTo>
                <a:lnTo>
                  <a:pt x="1345669" y="240710"/>
                </a:lnTo>
                <a:lnTo>
                  <a:pt x="1290362" y="247836"/>
                </a:lnTo>
                <a:lnTo>
                  <a:pt x="1231448" y="254169"/>
                </a:lnTo>
                <a:lnTo>
                  <a:pt x="1169216" y="259659"/>
                </a:lnTo>
                <a:lnTo>
                  <a:pt x="1103954" y="264260"/>
                </a:lnTo>
                <a:lnTo>
                  <a:pt x="1035951" y="267922"/>
                </a:lnTo>
                <a:lnTo>
                  <a:pt x="965496" y="270597"/>
                </a:lnTo>
                <a:lnTo>
                  <a:pt x="892879" y="272238"/>
                </a:lnTo>
                <a:lnTo>
                  <a:pt x="818388" y="272796"/>
                </a:lnTo>
                <a:lnTo>
                  <a:pt x="743896" y="272238"/>
                </a:lnTo>
                <a:lnTo>
                  <a:pt x="671279" y="270597"/>
                </a:lnTo>
                <a:lnTo>
                  <a:pt x="600824" y="267922"/>
                </a:lnTo>
                <a:lnTo>
                  <a:pt x="532821" y="264260"/>
                </a:lnTo>
                <a:lnTo>
                  <a:pt x="467559" y="259659"/>
                </a:lnTo>
                <a:lnTo>
                  <a:pt x="405327" y="254169"/>
                </a:lnTo>
                <a:lnTo>
                  <a:pt x="346413" y="247836"/>
                </a:lnTo>
                <a:lnTo>
                  <a:pt x="291106" y="240710"/>
                </a:lnTo>
                <a:lnTo>
                  <a:pt x="239696" y="232838"/>
                </a:lnTo>
                <a:lnTo>
                  <a:pt x="192471" y="224269"/>
                </a:lnTo>
                <a:lnTo>
                  <a:pt x="149720" y="215051"/>
                </a:lnTo>
                <a:lnTo>
                  <a:pt x="111731" y="205232"/>
                </a:lnTo>
                <a:lnTo>
                  <a:pt x="51199" y="183983"/>
                </a:lnTo>
                <a:lnTo>
                  <a:pt x="13185" y="160910"/>
                </a:lnTo>
                <a:lnTo>
                  <a:pt x="0" y="136398"/>
                </a:lnTo>
                <a:lnTo>
                  <a:pt x="3344" y="123985"/>
                </a:lnTo>
                <a:lnTo>
                  <a:pt x="51199" y="88812"/>
                </a:lnTo>
                <a:lnTo>
                  <a:pt x="111731" y="67563"/>
                </a:lnTo>
                <a:lnTo>
                  <a:pt x="149720" y="57744"/>
                </a:lnTo>
                <a:lnTo>
                  <a:pt x="192471" y="48526"/>
                </a:lnTo>
                <a:lnTo>
                  <a:pt x="239696" y="39957"/>
                </a:lnTo>
                <a:lnTo>
                  <a:pt x="291106" y="32085"/>
                </a:lnTo>
                <a:lnTo>
                  <a:pt x="346413" y="24959"/>
                </a:lnTo>
                <a:lnTo>
                  <a:pt x="405327" y="18626"/>
                </a:lnTo>
                <a:lnTo>
                  <a:pt x="467559" y="13136"/>
                </a:lnTo>
                <a:lnTo>
                  <a:pt x="532821" y="8535"/>
                </a:lnTo>
                <a:lnTo>
                  <a:pt x="600824" y="4873"/>
                </a:lnTo>
                <a:lnTo>
                  <a:pt x="671279" y="2198"/>
                </a:lnTo>
                <a:lnTo>
                  <a:pt x="743896" y="557"/>
                </a:lnTo>
                <a:lnTo>
                  <a:pt x="818388" y="0"/>
                </a:lnTo>
                <a:lnTo>
                  <a:pt x="892879" y="557"/>
                </a:lnTo>
                <a:lnTo>
                  <a:pt x="965496" y="2198"/>
                </a:lnTo>
                <a:lnTo>
                  <a:pt x="1035951" y="4873"/>
                </a:lnTo>
                <a:lnTo>
                  <a:pt x="1103954" y="8535"/>
                </a:lnTo>
                <a:lnTo>
                  <a:pt x="1169216" y="13136"/>
                </a:lnTo>
                <a:lnTo>
                  <a:pt x="1231448" y="18626"/>
                </a:lnTo>
                <a:lnTo>
                  <a:pt x="1290362" y="24959"/>
                </a:lnTo>
                <a:lnTo>
                  <a:pt x="1345669" y="32085"/>
                </a:lnTo>
                <a:lnTo>
                  <a:pt x="1397079" y="39957"/>
                </a:lnTo>
                <a:lnTo>
                  <a:pt x="1444304" y="48526"/>
                </a:lnTo>
                <a:lnTo>
                  <a:pt x="1487055" y="57744"/>
                </a:lnTo>
                <a:lnTo>
                  <a:pt x="1525044" y="67563"/>
                </a:lnTo>
                <a:lnTo>
                  <a:pt x="1585576" y="88812"/>
                </a:lnTo>
                <a:lnTo>
                  <a:pt x="1623590" y="111885"/>
                </a:lnTo>
                <a:lnTo>
                  <a:pt x="1636776" y="136398"/>
                </a:lnTo>
                <a:close/>
              </a:path>
            </a:pathLst>
          </a:custGeom>
          <a:ln w="6096">
            <a:solidFill>
              <a:srgbClr val="EC7C30"/>
            </a:solidFill>
          </a:ln>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7" name="object 5">
            <a:extLst>
              <a:ext uri="{FF2B5EF4-FFF2-40B4-BE49-F238E27FC236}">
                <a16:creationId xmlns:a16="http://schemas.microsoft.com/office/drawing/2014/main" id="{88314FC7-A948-836A-6E5A-2C7E47D70504}"/>
              </a:ext>
            </a:extLst>
          </p:cNvPr>
          <p:cNvSpPr/>
          <p:nvPr/>
        </p:nvSpPr>
        <p:spPr>
          <a:xfrm>
            <a:off x="4507551" y="1893273"/>
            <a:ext cx="1637030" cy="955040"/>
          </a:xfrm>
          <a:custGeom>
            <a:avLst/>
            <a:gdLst/>
            <a:ahLst/>
            <a:cxnLst/>
            <a:rect l="l" t="t" r="r" b="b"/>
            <a:pathLst>
              <a:path w="1637030" h="955039">
                <a:moveTo>
                  <a:pt x="1636776" y="0"/>
                </a:moveTo>
                <a:lnTo>
                  <a:pt x="1636776" y="818388"/>
                </a:lnTo>
                <a:lnTo>
                  <a:pt x="1633431" y="830800"/>
                </a:lnTo>
                <a:lnTo>
                  <a:pt x="1585576" y="865973"/>
                </a:lnTo>
                <a:lnTo>
                  <a:pt x="1525044" y="887222"/>
                </a:lnTo>
                <a:lnTo>
                  <a:pt x="1487055" y="897041"/>
                </a:lnTo>
                <a:lnTo>
                  <a:pt x="1444304" y="906259"/>
                </a:lnTo>
                <a:lnTo>
                  <a:pt x="1397079" y="914828"/>
                </a:lnTo>
                <a:lnTo>
                  <a:pt x="1345669" y="922700"/>
                </a:lnTo>
                <a:lnTo>
                  <a:pt x="1290362" y="929826"/>
                </a:lnTo>
                <a:lnTo>
                  <a:pt x="1231448" y="936159"/>
                </a:lnTo>
                <a:lnTo>
                  <a:pt x="1169216" y="941649"/>
                </a:lnTo>
                <a:lnTo>
                  <a:pt x="1103954" y="946250"/>
                </a:lnTo>
                <a:lnTo>
                  <a:pt x="1035951" y="949912"/>
                </a:lnTo>
                <a:lnTo>
                  <a:pt x="965496" y="952587"/>
                </a:lnTo>
                <a:lnTo>
                  <a:pt x="892879" y="954228"/>
                </a:lnTo>
                <a:lnTo>
                  <a:pt x="818388" y="954786"/>
                </a:lnTo>
                <a:lnTo>
                  <a:pt x="743896" y="954228"/>
                </a:lnTo>
                <a:lnTo>
                  <a:pt x="671279" y="952587"/>
                </a:lnTo>
                <a:lnTo>
                  <a:pt x="600824" y="949912"/>
                </a:lnTo>
                <a:lnTo>
                  <a:pt x="532821" y="946250"/>
                </a:lnTo>
                <a:lnTo>
                  <a:pt x="467559" y="941649"/>
                </a:lnTo>
                <a:lnTo>
                  <a:pt x="405327" y="936159"/>
                </a:lnTo>
                <a:lnTo>
                  <a:pt x="346413" y="929826"/>
                </a:lnTo>
                <a:lnTo>
                  <a:pt x="291106" y="922700"/>
                </a:lnTo>
                <a:lnTo>
                  <a:pt x="239696" y="914828"/>
                </a:lnTo>
                <a:lnTo>
                  <a:pt x="192471" y="906259"/>
                </a:lnTo>
                <a:lnTo>
                  <a:pt x="149720" y="897041"/>
                </a:lnTo>
                <a:lnTo>
                  <a:pt x="111731" y="887222"/>
                </a:lnTo>
                <a:lnTo>
                  <a:pt x="51199" y="865973"/>
                </a:lnTo>
                <a:lnTo>
                  <a:pt x="13185" y="842900"/>
                </a:lnTo>
                <a:lnTo>
                  <a:pt x="0" y="818388"/>
                </a:lnTo>
                <a:lnTo>
                  <a:pt x="0" y="0"/>
                </a:lnTo>
              </a:path>
            </a:pathLst>
          </a:custGeom>
          <a:ln w="6096">
            <a:solidFill>
              <a:srgbClr val="EC7C30"/>
            </a:solidFill>
          </a:ln>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8" name="object 6">
            <a:extLst>
              <a:ext uri="{FF2B5EF4-FFF2-40B4-BE49-F238E27FC236}">
                <a16:creationId xmlns:a16="http://schemas.microsoft.com/office/drawing/2014/main" id="{5343DB0D-6C85-BB27-DCE8-260EED3D378A}"/>
              </a:ext>
            </a:extLst>
          </p:cNvPr>
          <p:cNvSpPr txBox="1"/>
          <p:nvPr/>
        </p:nvSpPr>
        <p:spPr>
          <a:xfrm>
            <a:off x="4796348" y="1972470"/>
            <a:ext cx="1060450" cy="764312"/>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960" algn="ctr">
              <a:lnSpc>
                <a:spcPct val="100000"/>
              </a:lnSpc>
              <a:spcBef>
                <a:spcPts val="100"/>
              </a:spcBef>
            </a:pPr>
            <a:r>
              <a:rPr lang="zh-CN" altLang="en-US" sz="2400" dirty="0">
                <a:latin typeface="黑体" panose="02010609060101010101" pitchFamily="49" charset="-122"/>
                <a:ea typeface="黑体" panose="02010609060101010101" pitchFamily="49" charset="-122"/>
                <a:cs typeface="Calibri"/>
              </a:rPr>
              <a:t>一系列</a:t>
            </a:r>
            <a:endParaRPr lang="en-US" altLang="zh-CN" sz="2400" dirty="0">
              <a:latin typeface="黑体" panose="02010609060101010101" pitchFamily="49" charset="-122"/>
              <a:ea typeface="黑体" panose="02010609060101010101" pitchFamily="49" charset="-122"/>
              <a:cs typeface="Calibri"/>
            </a:endParaRPr>
          </a:p>
          <a:p>
            <a:pPr marL="60960" algn="ctr">
              <a:lnSpc>
                <a:spcPct val="100000"/>
              </a:lnSpc>
              <a:spcBef>
                <a:spcPts val="100"/>
              </a:spcBef>
            </a:pPr>
            <a:r>
              <a:rPr lang="zh-CN" altLang="en-US" sz="2400" dirty="0">
                <a:latin typeface="黑体" panose="02010609060101010101" pitchFamily="49" charset="-122"/>
                <a:ea typeface="黑体" panose="02010609060101010101" pitchFamily="49" charset="-122"/>
                <a:cs typeface="Calibri"/>
              </a:rPr>
              <a:t>函数</a:t>
            </a:r>
            <a:endParaRPr sz="2400" dirty="0">
              <a:latin typeface="黑体" panose="02010609060101010101" pitchFamily="49" charset="-122"/>
              <a:ea typeface="黑体" panose="02010609060101010101" pitchFamily="49" charset="-122"/>
              <a:cs typeface="Calibri"/>
            </a:endParaRPr>
          </a:p>
        </p:txBody>
      </p:sp>
      <p:sp>
        <p:nvSpPr>
          <p:cNvPr id="9" name="object 7">
            <a:extLst>
              <a:ext uri="{FF2B5EF4-FFF2-40B4-BE49-F238E27FC236}">
                <a16:creationId xmlns:a16="http://schemas.microsoft.com/office/drawing/2014/main" id="{50531699-930B-F745-1462-6AF92CA19611}"/>
              </a:ext>
            </a:extLst>
          </p:cNvPr>
          <p:cNvSpPr txBox="1"/>
          <p:nvPr/>
        </p:nvSpPr>
        <p:spPr>
          <a:xfrm>
            <a:off x="6337593" y="2373886"/>
            <a:ext cx="1884056" cy="406522"/>
          </a:xfrm>
          <a:prstGeom prst="rect">
            <a:avLst/>
          </a:prstGeom>
        </p:spPr>
        <p:txBody>
          <a:bodyPr vert="horz" wrap="square" lIns="0" tIns="1397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10"/>
              </a:spcBef>
            </a:pPr>
            <a:r>
              <a:rPr sz="2550" i="1" spc="-5" dirty="0">
                <a:latin typeface="Times New Roman"/>
                <a:cs typeface="Times New Roman"/>
              </a:rPr>
              <a:t>f</a:t>
            </a:r>
            <a:r>
              <a:rPr sz="2250" spc="-7" baseline="-24074" dirty="0">
                <a:latin typeface="Times New Roman"/>
                <a:cs typeface="Times New Roman"/>
              </a:rPr>
              <a:t>1 </a:t>
            </a:r>
            <a:r>
              <a:rPr sz="2550" dirty="0">
                <a:latin typeface="Times New Roman"/>
                <a:cs typeface="Times New Roman"/>
              </a:rPr>
              <a:t>, </a:t>
            </a:r>
            <a:r>
              <a:rPr sz="2550" i="1" spc="75" dirty="0">
                <a:latin typeface="Times New Roman"/>
                <a:cs typeface="Times New Roman"/>
              </a:rPr>
              <a:t>f</a:t>
            </a:r>
            <a:r>
              <a:rPr sz="2250" spc="112" baseline="-24074" dirty="0">
                <a:latin typeface="Times New Roman"/>
                <a:cs typeface="Times New Roman"/>
              </a:rPr>
              <a:t>2</a:t>
            </a:r>
            <a:r>
              <a:rPr sz="2250" spc="-254" baseline="-24074" dirty="0">
                <a:latin typeface="Times New Roman"/>
                <a:cs typeface="Times New Roman"/>
              </a:rPr>
              <a:t> </a:t>
            </a:r>
            <a:r>
              <a:rPr sz="2550" dirty="0">
                <a:latin typeface="MT Extra"/>
                <a:cs typeface="Times New Roman" panose="02020603050405020304" pitchFamily="18" charset="0"/>
              </a:rPr>
              <a:t></a:t>
            </a:r>
            <a:r>
              <a:rPr lang="en-US" altLang="zh-CN" sz="2550" i="1" spc="75" dirty="0">
                <a:latin typeface="Times New Roman"/>
                <a:cs typeface="Times New Roman"/>
              </a:rPr>
              <a:t> </a:t>
            </a:r>
            <a:r>
              <a:rPr lang="en-US" altLang="zh-CN" sz="2550" i="1" spc="75" dirty="0" err="1">
                <a:latin typeface="Times New Roman"/>
                <a:cs typeface="Times New Roman"/>
              </a:rPr>
              <a:t>f</a:t>
            </a:r>
            <a:r>
              <a:rPr lang="en-US" altLang="zh-CN" sz="2250" i="1" spc="112" baseline="-24074" dirty="0" err="1">
                <a:latin typeface="Times New Roman"/>
                <a:cs typeface="Times New Roman"/>
              </a:rPr>
              <a:t>n</a:t>
            </a:r>
            <a:endParaRPr sz="2550" dirty="0">
              <a:latin typeface="MT Extra"/>
              <a:cs typeface="Times New Roman" panose="02020603050405020304" pitchFamily="18" charset="0"/>
            </a:endParaRPr>
          </a:p>
        </p:txBody>
      </p:sp>
      <p:sp>
        <p:nvSpPr>
          <p:cNvPr id="10" name="object 8">
            <a:extLst>
              <a:ext uri="{FF2B5EF4-FFF2-40B4-BE49-F238E27FC236}">
                <a16:creationId xmlns:a16="http://schemas.microsoft.com/office/drawing/2014/main" id="{F3C6A920-166E-A8F1-52DA-95056897B902}"/>
              </a:ext>
            </a:extLst>
          </p:cNvPr>
          <p:cNvSpPr txBox="1"/>
          <p:nvPr/>
        </p:nvSpPr>
        <p:spPr>
          <a:xfrm>
            <a:off x="6696545" y="3615663"/>
            <a:ext cx="36004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3350" spc="0" dirty="0">
                <a:latin typeface="Symbol"/>
                <a:cs typeface="Times New Roman" panose="02020603050405020304" pitchFamily="18" charset="0"/>
              </a:rPr>
              <a:t></a:t>
            </a:r>
            <a:r>
              <a:rPr sz="2550" spc="0" dirty="0">
                <a:latin typeface="Symbol"/>
                <a:cs typeface="Times New Roman" panose="02020603050405020304" pitchFamily="18" charset="0"/>
              </a:rPr>
              <a:t></a:t>
            </a:r>
            <a:endParaRPr sz="2550">
              <a:latin typeface="Symbol"/>
              <a:cs typeface="Times New Roman" panose="02020603050405020304" pitchFamily="18" charset="0"/>
            </a:endParaRPr>
          </a:p>
        </p:txBody>
      </p:sp>
      <p:sp>
        <p:nvSpPr>
          <p:cNvPr id="11" name="object 9">
            <a:extLst>
              <a:ext uri="{FF2B5EF4-FFF2-40B4-BE49-F238E27FC236}">
                <a16:creationId xmlns:a16="http://schemas.microsoft.com/office/drawing/2014/main" id="{F3A447C8-7133-49C6-174D-B92CA5F3C104}"/>
              </a:ext>
            </a:extLst>
          </p:cNvPr>
          <p:cNvSpPr txBox="1"/>
          <p:nvPr/>
        </p:nvSpPr>
        <p:spPr>
          <a:xfrm>
            <a:off x="5056152" y="3615663"/>
            <a:ext cx="33845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2550" i="1" spc="-5" dirty="0">
                <a:latin typeface="Times New Roman"/>
                <a:cs typeface="Times New Roman"/>
              </a:rPr>
              <a:t>f</a:t>
            </a:r>
            <a:r>
              <a:rPr sz="2250" spc="-7" baseline="-24074" dirty="0">
                <a:latin typeface="Times New Roman"/>
                <a:cs typeface="Times New Roman"/>
              </a:rPr>
              <a:t>1</a:t>
            </a:r>
            <a:r>
              <a:rPr sz="2250" spc="-405" baseline="-24074" dirty="0">
                <a:latin typeface="Times New Roman"/>
                <a:cs typeface="Times New Roman"/>
              </a:rPr>
              <a:t> </a:t>
            </a:r>
            <a:r>
              <a:rPr sz="3350" spc="-275" dirty="0">
                <a:latin typeface="Symbol"/>
                <a:cs typeface="Times New Roman" panose="02020603050405020304" pitchFamily="18" charset="0"/>
              </a:rPr>
              <a:t></a:t>
            </a:r>
            <a:endParaRPr sz="3350">
              <a:latin typeface="Symbol"/>
              <a:cs typeface="Times New Roman" panose="02020603050405020304" pitchFamily="18" charset="0"/>
            </a:endParaRPr>
          </a:p>
        </p:txBody>
      </p:sp>
      <p:sp>
        <p:nvSpPr>
          <p:cNvPr id="12" name="object 10">
            <a:extLst>
              <a:ext uri="{FF2B5EF4-FFF2-40B4-BE49-F238E27FC236}">
                <a16:creationId xmlns:a16="http://schemas.microsoft.com/office/drawing/2014/main" id="{1FCBB1C9-10DA-636C-F5AD-8F4377DADB1B}"/>
              </a:ext>
            </a:extLst>
          </p:cNvPr>
          <p:cNvSpPr/>
          <p:nvPr/>
        </p:nvSpPr>
        <p:spPr>
          <a:xfrm>
            <a:off x="5580447" y="3390602"/>
            <a:ext cx="899159" cy="1075944"/>
          </a:xfrm>
          <a:prstGeom prst="rect">
            <a:avLst/>
          </a:prstGeom>
          <a:blipFill>
            <a:blip r:embed="rId3"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 name="object 11">
            <a:extLst>
              <a:ext uri="{FF2B5EF4-FFF2-40B4-BE49-F238E27FC236}">
                <a16:creationId xmlns:a16="http://schemas.microsoft.com/office/drawing/2014/main" id="{CF7611CC-448F-715A-B107-B85C37335A70}"/>
              </a:ext>
            </a:extLst>
          </p:cNvPr>
          <p:cNvSpPr txBox="1"/>
          <p:nvPr/>
        </p:nvSpPr>
        <p:spPr>
          <a:xfrm>
            <a:off x="7269800" y="3711913"/>
            <a:ext cx="648335" cy="39116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spc="-105" dirty="0">
                <a:latin typeface="Calibri"/>
                <a:cs typeface="Calibri"/>
              </a:rPr>
              <a:t>“</a:t>
            </a:r>
            <a:r>
              <a:rPr sz="2400" spc="-20" dirty="0">
                <a:latin typeface="Calibri"/>
                <a:cs typeface="Calibri"/>
              </a:rPr>
              <a:t>c</a:t>
            </a:r>
            <a:r>
              <a:rPr sz="2400" spc="-35" dirty="0">
                <a:latin typeface="Calibri"/>
                <a:cs typeface="Calibri"/>
              </a:rPr>
              <a:t>a</a:t>
            </a:r>
            <a:r>
              <a:rPr sz="2400" spc="75" dirty="0">
                <a:latin typeface="Calibri"/>
                <a:cs typeface="Calibri"/>
              </a:rPr>
              <a:t>t</a:t>
            </a:r>
            <a:r>
              <a:rPr sz="2400" dirty="0">
                <a:latin typeface="Calibri"/>
                <a:cs typeface="Calibri"/>
              </a:rPr>
              <a:t>”</a:t>
            </a:r>
            <a:endParaRPr sz="2400">
              <a:latin typeface="Calibri"/>
              <a:cs typeface="Calibri"/>
            </a:endParaRPr>
          </a:p>
        </p:txBody>
      </p:sp>
      <p:sp>
        <p:nvSpPr>
          <p:cNvPr id="14" name="object 12">
            <a:extLst>
              <a:ext uri="{FF2B5EF4-FFF2-40B4-BE49-F238E27FC236}">
                <a16:creationId xmlns:a16="http://schemas.microsoft.com/office/drawing/2014/main" id="{BE854899-5C0C-BF29-7CB9-C7DFCE638A8F}"/>
              </a:ext>
            </a:extLst>
          </p:cNvPr>
          <p:cNvSpPr txBox="1"/>
          <p:nvPr/>
        </p:nvSpPr>
        <p:spPr>
          <a:xfrm>
            <a:off x="6696545" y="5007075"/>
            <a:ext cx="36004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3350" spc="0" dirty="0">
                <a:latin typeface="Symbol"/>
                <a:cs typeface="Times New Roman" panose="02020603050405020304" pitchFamily="18" charset="0"/>
              </a:rPr>
              <a:t></a:t>
            </a:r>
            <a:r>
              <a:rPr sz="2550" spc="0" dirty="0">
                <a:latin typeface="Symbol"/>
                <a:cs typeface="Times New Roman" panose="02020603050405020304" pitchFamily="18" charset="0"/>
              </a:rPr>
              <a:t></a:t>
            </a:r>
            <a:endParaRPr sz="2550">
              <a:latin typeface="Symbol"/>
              <a:cs typeface="Times New Roman" panose="02020603050405020304" pitchFamily="18" charset="0"/>
            </a:endParaRPr>
          </a:p>
        </p:txBody>
      </p:sp>
      <p:sp>
        <p:nvSpPr>
          <p:cNvPr id="15" name="object 13">
            <a:extLst>
              <a:ext uri="{FF2B5EF4-FFF2-40B4-BE49-F238E27FC236}">
                <a16:creationId xmlns:a16="http://schemas.microsoft.com/office/drawing/2014/main" id="{96A426FF-33FC-5E20-C3C8-4B5188F10A1B}"/>
              </a:ext>
            </a:extLst>
          </p:cNvPr>
          <p:cNvSpPr txBox="1"/>
          <p:nvPr/>
        </p:nvSpPr>
        <p:spPr>
          <a:xfrm>
            <a:off x="5056152" y="5007075"/>
            <a:ext cx="33845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2550" i="1" spc="-5" dirty="0">
                <a:latin typeface="Times New Roman"/>
                <a:cs typeface="Times New Roman"/>
              </a:rPr>
              <a:t>f</a:t>
            </a:r>
            <a:r>
              <a:rPr sz="2250" spc="-7" baseline="-24074" dirty="0">
                <a:latin typeface="Times New Roman"/>
                <a:cs typeface="Times New Roman"/>
              </a:rPr>
              <a:t>1</a:t>
            </a:r>
            <a:r>
              <a:rPr sz="2250" spc="-405" baseline="-24074" dirty="0">
                <a:latin typeface="Times New Roman"/>
                <a:cs typeface="Times New Roman"/>
              </a:rPr>
              <a:t> </a:t>
            </a:r>
            <a:r>
              <a:rPr sz="3350" spc="-275" dirty="0">
                <a:latin typeface="Symbol"/>
                <a:cs typeface="Times New Roman" panose="02020603050405020304" pitchFamily="18" charset="0"/>
              </a:rPr>
              <a:t></a:t>
            </a:r>
            <a:endParaRPr sz="3350">
              <a:latin typeface="Symbol"/>
              <a:cs typeface="Times New Roman" panose="02020603050405020304" pitchFamily="18" charset="0"/>
            </a:endParaRPr>
          </a:p>
        </p:txBody>
      </p:sp>
      <p:sp>
        <p:nvSpPr>
          <p:cNvPr id="16" name="object 14">
            <a:extLst>
              <a:ext uri="{FF2B5EF4-FFF2-40B4-BE49-F238E27FC236}">
                <a16:creationId xmlns:a16="http://schemas.microsoft.com/office/drawing/2014/main" id="{1858AB01-6C70-8B96-94EB-F937C4094118}"/>
              </a:ext>
            </a:extLst>
          </p:cNvPr>
          <p:cNvSpPr txBox="1"/>
          <p:nvPr/>
        </p:nvSpPr>
        <p:spPr>
          <a:xfrm>
            <a:off x="7222175" y="5104899"/>
            <a:ext cx="742315" cy="39116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spc="-105" dirty="0">
                <a:latin typeface="Calibri"/>
                <a:cs typeface="Calibri"/>
              </a:rPr>
              <a:t>“</a:t>
            </a:r>
            <a:r>
              <a:rPr sz="2400" spc="-5" dirty="0">
                <a:latin typeface="Calibri"/>
                <a:cs typeface="Calibri"/>
              </a:rPr>
              <a:t>do</a:t>
            </a:r>
            <a:r>
              <a:rPr sz="2400" spc="80" dirty="0">
                <a:latin typeface="Calibri"/>
                <a:cs typeface="Calibri"/>
              </a:rPr>
              <a:t>g</a:t>
            </a:r>
            <a:r>
              <a:rPr sz="2400" dirty="0">
                <a:latin typeface="Calibri"/>
                <a:cs typeface="Calibri"/>
              </a:rPr>
              <a:t>”</a:t>
            </a:r>
            <a:endParaRPr sz="2400">
              <a:latin typeface="Calibri"/>
              <a:cs typeface="Calibri"/>
            </a:endParaRPr>
          </a:p>
        </p:txBody>
      </p:sp>
      <p:sp>
        <p:nvSpPr>
          <p:cNvPr id="17" name="object 15">
            <a:extLst>
              <a:ext uri="{FF2B5EF4-FFF2-40B4-BE49-F238E27FC236}">
                <a16:creationId xmlns:a16="http://schemas.microsoft.com/office/drawing/2014/main" id="{4510B03E-C670-EDF3-044E-0B3B219B6D00}"/>
              </a:ext>
            </a:extLst>
          </p:cNvPr>
          <p:cNvSpPr/>
          <p:nvPr/>
        </p:nvSpPr>
        <p:spPr>
          <a:xfrm>
            <a:off x="5580447" y="4806399"/>
            <a:ext cx="915924" cy="1182624"/>
          </a:xfrm>
          <a:prstGeom prst="rect">
            <a:avLst/>
          </a:prstGeom>
          <a:blipFill>
            <a:blip r:embed="rId4"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8" name="object 16">
            <a:extLst>
              <a:ext uri="{FF2B5EF4-FFF2-40B4-BE49-F238E27FC236}">
                <a16:creationId xmlns:a16="http://schemas.microsoft.com/office/drawing/2014/main" id="{E1D02E65-D9F5-3629-739B-6A47B8714FDA}"/>
              </a:ext>
            </a:extLst>
          </p:cNvPr>
          <p:cNvSpPr txBox="1"/>
          <p:nvPr/>
        </p:nvSpPr>
        <p:spPr>
          <a:xfrm>
            <a:off x="10283352" y="3614139"/>
            <a:ext cx="36004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3350" spc="0" dirty="0">
                <a:latin typeface="Symbol"/>
                <a:cs typeface="Times New Roman" panose="02020603050405020304" pitchFamily="18" charset="0"/>
              </a:rPr>
              <a:t></a:t>
            </a:r>
            <a:r>
              <a:rPr sz="2550" spc="0" dirty="0">
                <a:latin typeface="Symbol"/>
                <a:cs typeface="Times New Roman" panose="02020603050405020304" pitchFamily="18" charset="0"/>
              </a:rPr>
              <a:t></a:t>
            </a:r>
            <a:endParaRPr sz="2550">
              <a:latin typeface="Symbol"/>
              <a:cs typeface="Times New Roman" panose="02020603050405020304" pitchFamily="18" charset="0"/>
            </a:endParaRPr>
          </a:p>
        </p:txBody>
      </p:sp>
      <p:sp>
        <p:nvSpPr>
          <p:cNvPr id="19" name="object 17">
            <a:extLst>
              <a:ext uri="{FF2B5EF4-FFF2-40B4-BE49-F238E27FC236}">
                <a16:creationId xmlns:a16="http://schemas.microsoft.com/office/drawing/2014/main" id="{AAE15CFE-EAF3-2A28-7092-B8C1CC031082}"/>
              </a:ext>
            </a:extLst>
          </p:cNvPr>
          <p:cNvSpPr txBox="1"/>
          <p:nvPr/>
        </p:nvSpPr>
        <p:spPr>
          <a:xfrm>
            <a:off x="8608524" y="3614139"/>
            <a:ext cx="37401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2550" i="1" spc="75" dirty="0">
                <a:latin typeface="Times New Roman"/>
                <a:cs typeface="Times New Roman"/>
              </a:rPr>
              <a:t>f</a:t>
            </a:r>
            <a:r>
              <a:rPr sz="2250" spc="112" baseline="-24074" dirty="0">
                <a:latin typeface="Times New Roman"/>
                <a:cs typeface="Times New Roman"/>
              </a:rPr>
              <a:t>2</a:t>
            </a:r>
            <a:r>
              <a:rPr sz="2250" spc="-247" baseline="-24074" dirty="0">
                <a:latin typeface="Times New Roman"/>
                <a:cs typeface="Times New Roman"/>
              </a:rPr>
              <a:t> </a:t>
            </a:r>
            <a:r>
              <a:rPr sz="3350" spc="-275" dirty="0">
                <a:latin typeface="Symbol"/>
                <a:cs typeface="Times New Roman" panose="02020603050405020304" pitchFamily="18" charset="0"/>
              </a:rPr>
              <a:t></a:t>
            </a:r>
            <a:endParaRPr sz="3350">
              <a:latin typeface="Symbol"/>
              <a:cs typeface="Times New Roman" panose="02020603050405020304" pitchFamily="18" charset="0"/>
            </a:endParaRPr>
          </a:p>
        </p:txBody>
      </p:sp>
      <p:sp>
        <p:nvSpPr>
          <p:cNvPr id="20" name="object 18">
            <a:extLst>
              <a:ext uri="{FF2B5EF4-FFF2-40B4-BE49-F238E27FC236}">
                <a16:creationId xmlns:a16="http://schemas.microsoft.com/office/drawing/2014/main" id="{66095B12-7911-4DEA-A7AF-48219E65318D}"/>
              </a:ext>
            </a:extLst>
          </p:cNvPr>
          <p:cNvSpPr/>
          <p:nvPr/>
        </p:nvSpPr>
        <p:spPr>
          <a:xfrm>
            <a:off x="9145082" y="3390602"/>
            <a:ext cx="899160" cy="1075944"/>
          </a:xfrm>
          <a:prstGeom prst="rect">
            <a:avLst/>
          </a:prstGeom>
          <a:blipFill>
            <a:blip r:embed="rId3"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1" name="object 19">
            <a:extLst>
              <a:ext uri="{FF2B5EF4-FFF2-40B4-BE49-F238E27FC236}">
                <a16:creationId xmlns:a16="http://schemas.microsoft.com/office/drawing/2014/main" id="{633B4CB1-093E-C56C-A06F-5DAD8082B61D}"/>
              </a:ext>
            </a:extLst>
          </p:cNvPr>
          <p:cNvSpPr txBox="1"/>
          <p:nvPr/>
        </p:nvSpPr>
        <p:spPr>
          <a:xfrm>
            <a:off x="10818181" y="3711913"/>
            <a:ext cx="1143000" cy="39116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spc="-5" dirty="0">
                <a:latin typeface="Calibri"/>
                <a:cs typeface="Calibri"/>
              </a:rPr>
              <a:t>“</a:t>
            </a:r>
            <a:r>
              <a:rPr sz="2400" dirty="0">
                <a:latin typeface="Calibri"/>
                <a:cs typeface="Calibri"/>
              </a:rPr>
              <a:t>m</a:t>
            </a:r>
            <a:r>
              <a:rPr sz="2400" spc="-5" dirty="0">
                <a:latin typeface="Calibri"/>
                <a:cs typeface="Calibri"/>
              </a:rPr>
              <a:t>on</a:t>
            </a:r>
            <a:r>
              <a:rPr sz="2400" spc="-15" dirty="0">
                <a:latin typeface="Calibri"/>
                <a:cs typeface="Calibri"/>
              </a:rPr>
              <a:t>e</a:t>
            </a:r>
            <a:r>
              <a:rPr sz="2400" spc="75" dirty="0">
                <a:latin typeface="Calibri"/>
                <a:cs typeface="Calibri"/>
              </a:rPr>
              <a:t>y</a:t>
            </a:r>
            <a:r>
              <a:rPr sz="2400" dirty="0">
                <a:latin typeface="Calibri"/>
                <a:cs typeface="Calibri"/>
              </a:rPr>
              <a:t>”</a:t>
            </a:r>
            <a:endParaRPr sz="2400">
              <a:latin typeface="Calibri"/>
              <a:cs typeface="Calibri"/>
            </a:endParaRPr>
          </a:p>
        </p:txBody>
      </p:sp>
      <p:sp>
        <p:nvSpPr>
          <p:cNvPr id="22" name="object 20">
            <a:extLst>
              <a:ext uri="{FF2B5EF4-FFF2-40B4-BE49-F238E27FC236}">
                <a16:creationId xmlns:a16="http://schemas.microsoft.com/office/drawing/2014/main" id="{7DDFD3BC-5411-D51C-4AD4-015A398EA097}"/>
              </a:ext>
            </a:extLst>
          </p:cNvPr>
          <p:cNvSpPr txBox="1"/>
          <p:nvPr/>
        </p:nvSpPr>
        <p:spPr>
          <a:xfrm>
            <a:off x="10283352" y="5008599"/>
            <a:ext cx="36004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3350" spc="0" dirty="0">
                <a:latin typeface="Symbol"/>
                <a:cs typeface="Times New Roman" panose="02020603050405020304" pitchFamily="18" charset="0"/>
              </a:rPr>
              <a:t></a:t>
            </a:r>
            <a:r>
              <a:rPr sz="2550" spc="0" dirty="0">
                <a:latin typeface="Symbol"/>
                <a:cs typeface="Times New Roman" panose="02020603050405020304" pitchFamily="18" charset="0"/>
              </a:rPr>
              <a:t></a:t>
            </a:r>
            <a:endParaRPr sz="2550">
              <a:latin typeface="Symbol"/>
              <a:cs typeface="Times New Roman" panose="02020603050405020304" pitchFamily="18" charset="0"/>
            </a:endParaRPr>
          </a:p>
        </p:txBody>
      </p:sp>
      <p:sp>
        <p:nvSpPr>
          <p:cNvPr id="23" name="object 21">
            <a:extLst>
              <a:ext uri="{FF2B5EF4-FFF2-40B4-BE49-F238E27FC236}">
                <a16:creationId xmlns:a16="http://schemas.microsoft.com/office/drawing/2014/main" id="{5BA3EE6B-AE35-E244-AE22-8464D2ACBDCB}"/>
              </a:ext>
            </a:extLst>
          </p:cNvPr>
          <p:cNvSpPr txBox="1"/>
          <p:nvPr/>
        </p:nvSpPr>
        <p:spPr>
          <a:xfrm>
            <a:off x="8608524" y="5008599"/>
            <a:ext cx="37401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2550" i="1" spc="75" dirty="0">
                <a:latin typeface="Times New Roman"/>
                <a:cs typeface="Times New Roman"/>
              </a:rPr>
              <a:t>f</a:t>
            </a:r>
            <a:r>
              <a:rPr sz="2250" spc="112" baseline="-24074" dirty="0">
                <a:latin typeface="Times New Roman"/>
                <a:cs typeface="Times New Roman"/>
              </a:rPr>
              <a:t>2</a:t>
            </a:r>
            <a:r>
              <a:rPr sz="2250" spc="-247" baseline="-24074" dirty="0">
                <a:latin typeface="Times New Roman"/>
                <a:cs typeface="Times New Roman"/>
              </a:rPr>
              <a:t> </a:t>
            </a:r>
            <a:r>
              <a:rPr sz="3350" spc="-275" dirty="0">
                <a:latin typeface="Symbol"/>
                <a:cs typeface="Times New Roman" panose="02020603050405020304" pitchFamily="18" charset="0"/>
              </a:rPr>
              <a:t></a:t>
            </a:r>
            <a:endParaRPr sz="3350">
              <a:latin typeface="Symbol"/>
              <a:cs typeface="Times New Roman" panose="02020603050405020304" pitchFamily="18" charset="0"/>
            </a:endParaRPr>
          </a:p>
        </p:txBody>
      </p:sp>
      <p:sp>
        <p:nvSpPr>
          <p:cNvPr id="24" name="object 22">
            <a:extLst>
              <a:ext uri="{FF2B5EF4-FFF2-40B4-BE49-F238E27FC236}">
                <a16:creationId xmlns:a16="http://schemas.microsoft.com/office/drawing/2014/main" id="{4E938139-A37E-2A3F-DAE3-373A15E5F73F}"/>
              </a:ext>
            </a:extLst>
          </p:cNvPr>
          <p:cNvSpPr txBox="1"/>
          <p:nvPr/>
        </p:nvSpPr>
        <p:spPr>
          <a:xfrm>
            <a:off x="10807005" y="5104899"/>
            <a:ext cx="980440" cy="39116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spc="-25" dirty="0">
                <a:latin typeface="Calibri"/>
                <a:cs typeface="Calibri"/>
              </a:rPr>
              <a:t>“snake”</a:t>
            </a:r>
            <a:endParaRPr sz="2400">
              <a:latin typeface="Calibri"/>
              <a:cs typeface="Calibri"/>
            </a:endParaRPr>
          </a:p>
        </p:txBody>
      </p:sp>
      <p:sp>
        <p:nvSpPr>
          <p:cNvPr id="25" name="object 23">
            <a:extLst>
              <a:ext uri="{FF2B5EF4-FFF2-40B4-BE49-F238E27FC236}">
                <a16:creationId xmlns:a16="http://schemas.microsoft.com/office/drawing/2014/main" id="{62B8297D-52C8-3576-CA1A-FC6391EDF8C2}"/>
              </a:ext>
            </a:extLst>
          </p:cNvPr>
          <p:cNvSpPr/>
          <p:nvPr/>
        </p:nvSpPr>
        <p:spPr>
          <a:xfrm>
            <a:off x="9145082" y="4806399"/>
            <a:ext cx="914399" cy="1182624"/>
          </a:xfrm>
          <a:prstGeom prst="rect">
            <a:avLst/>
          </a:prstGeom>
          <a:blipFill>
            <a:blip r:embed="rId4"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6" name="object 24">
            <a:extLst>
              <a:ext uri="{FF2B5EF4-FFF2-40B4-BE49-F238E27FC236}">
                <a16:creationId xmlns:a16="http://schemas.microsoft.com/office/drawing/2014/main" id="{E087539E-E0D9-4265-4FE3-6AE0EFAC0094}"/>
              </a:ext>
            </a:extLst>
          </p:cNvPr>
          <p:cNvSpPr/>
          <p:nvPr/>
        </p:nvSpPr>
        <p:spPr>
          <a:xfrm>
            <a:off x="6180903" y="1810214"/>
            <a:ext cx="1324356" cy="640079"/>
          </a:xfrm>
          <a:prstGeom prst="rect">
            <a:avLst/>
          </a:prstGeom>
          <a:blipFill>
            <a:blip r:embed="rId5"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8" name="object 26">
            <a:extLst>
              <a:ext uri="{FF2B5EF4-FFF2-40B4-BE49-F238E27FC236}">
                <a16:creationId xmlns:a16="http://schemas.microsoft.com/office/drawing/2014/main" id="{F6BD5095-0773-CC78-C8BF-CFD2128A9960}"/>
              </a:ext>
            </a:extLst>
          </p:cNvPr>
          <p:cNvSpPr/>
          <p:nvPr/>
        </p:nvSpPr>
        <p:spPr>
          <a:xfrm>
            <a:off x="6240338" y="1849839"/>
            <a:ext cx="1205484" cy="522732"/>
          </a:xfrm>
          <a:prstGeom prst="rect">
            <a:avLst/>
          </a:prstGeom>
          <a:blipFill>
            <a:blip r:embed="rId6"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9" name="object 27">
            <a:extLst>
              <a:ext uri="{FF2B5EF4-FFF2-40B4-BE49-F238E27FC236}">
                <a16:creationId xmlns:a16="http://schemas.microsoft.com/office/drawing/2014/main" id="{399D8B18-A562-C0D1-CD76-26B4EBB0FA59}"/>
              </a:ext>
            </a:extLst>
          </p:cNvPr>
          <p:cNvSpPr txBox="1"/>
          <p:nvPr/>
        </p:nvSpPr>
        <p:spPr>
          <a:xfrm>
            <a:off x="6240338" y="1860329"/>
            <a:ext cx="1205865" cy="452120"/>
          </a:xfrm>
          <a:prstGeom prst="rect">
            <a:avLst/>
          </a:prstGeom>
        </p:spPr>
        <p:txBody>
          <a:bodyPr vert="horz" wrap="square" lIns="0" tIns="12065"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5255">
              <a:lnSpc>
                <a:spcPct val="100000"/>
              </a:lnSpc>
              <a:spcBef>
                <a:spcPts val="95"/>
              </a:spcBef>
            </a:pPr>
            <a:r>
              <a:rPr lang="zh-CN" altLang="en-US" sz="2800" spc="-5" dirty="0">
                <a:solidFill>
                  <a:srgbClr val="FFFFFF"/>
                </a:solidFill>
                <a:latin typeface="黑体" panose="02010609060101010101" pitchFamily="49" charset="-122"/>
                <a:ea typeface="黑体" panose="02010609060101010101" pitchFamily="49" charset="-122"/>
                <a:cs typeface="Calibri"/>
              </a:rPr>
              <a:t>模型</a:t>
            </a:r>
            <a:endParaRPr sz="2800" dirty="0">
              <a:latin typeface="黑体" panose="02010609060101010101" pitchFamily="49" charset="-122"/>
              <a:ea typeface="黑体" panose="02010609060101010101" pitchFamily="49" charset="-122"/>
              <a:cs typeface="Calibri"/>
            </a:endParaRPr>
          </a:p>
        </p:txBody>
      </p:sp>
      <p:grpSp>
        <p:nvGrpSpPr>
          <p:cNvPr id="38" name="组合 37">
            <a:extLst>
              <a:ext uri="{FF2B5EF4-FFF2-40B4-BE49-F238E27FC236}">
                <a16:creationId xmlns:a16="http://schemas.microsoft.com/office/drawing/2014/main" id="{3114930B-3973-E0A3-5F85-0346AFA7B782}"/>
              </a:ext>
            </a:extLst>
          </p:cNvPr>
          <p:cNvGrpSpPr/>
          <p:nvPr/>
        </p:nvGrpSpPr>
        <p:grpSpPr>
          <a:xfrm>
            <a:off x="42488" y="3146381"/>
            <a:ext cx="3686812" cy="1537257"/>
            <a:chOff x="108892" y="2333440"/>
            <a:chExt cx="3686812" cy="1537257"/>
          </a:xfrm>
        </p:grpSpPr>
        <p:sp>
          <p:nvSpPr>
            <p:cNvPr id="34" name="object 28">
              <a:extLst>
                <a:ext uri="{FF2B5EF4-FFF2-40B4-BE49-F238E27FC236}">
                  <a16:creationId xmlns:a16="http://schemas.microsoft.com/office/drawing/2014/main" id="{E28F0D9C-BB51-8173-B4AD-94A576913956}"/>
                </a:ext>
              </a:extLst>
            </p:cNvPr>
            <p:cNvSpPr txBox="1"/>
            <p:nvPr/>
          </p:nvSpPr>
          <p:spPr>
            <a:xfrm>
              <a:off x="2543225" y="3115825"/>
              <a:ext cx="360045" cy="539750"/>
            </a:xfrm>
            <a:prstGeom prst="rect">
              <a:avLst/>
            </a:prstGeom>
          </p:spPr>
          <p:txBody>
            <a:bodyPr vert="horz" wrap="square" lIns="0" tIns="1524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20"/>
                </a:spcBef>
              </a:pPr>
              <a:r>
                <a:rPr sz="3350" spc="0" dirty="0">
                  <a:latin typeface="Symbol"/>
                  <a:cs typeface="Times New Roman" panose="02020603050405020304" pitchFamily="18" charset="0"/>
                </a:rPr>
                <a:t></a:t>
              </a:r>
              <a:r>
                <a:rPr sz="2550" spc="0" dirty="0">
                  <a:latin typeface="Symbol"/>
                  <a:cs typeface="Times New Roman" panose="02020603050405020304" pitchFamily="18" charset="0"/>
                </a:rPr>
                <a:t></a:t>
              </a:r>
              <a:endParaRPr sz="2550">
                <a:latin typeface="Symbol"/>
                <a:cs typeface="Times New Roman" panose="02020603050405020304" pitchFamily="18" charset="0"/>
              </a:endParaRPr>
            </a:p>
          </p:txBody>
        </p:sp>
        <p:sp>
          <p:nvSpPr>
            <p:cNvPr id="35" name="object 29">
              <a:extLst>
                <a:ext uri="{FF2B5EF4-FFF2-40B4-BE49-F238E27FC236}">
                  <a16:creationId xmlns:a16="http://schemas.microsoft.com/office/drawing/2014/main" id="{0AC4EB67-7CAB-2A0B-8C9B-96D2B2BC810F}"/>
                </a:ext>
              </a:extLst>
            </p:cNvPr>
            <p:cNvSpPr txBox="1"/>
            <p:nvPr/>
          </p:nvSpPr>
          <p:spPr>
            <a:xfrm>
              <a:off x="3146099" y="3222489"/>
              <a:ext cx="649605" cy="391160"/>
            </a:xfrm>
            <a:prstGeom prst="rect">
              <a:avLst/>
            </a:prstGeom>
          </p:spPr>
          <p:txBody>
            <a:bodyPr vert="horz" wrap="square" lIns="0" tIns="1270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spc="-105" dirty="0">
                  <a:latin typeface="Calibri"/>
                  <a:cs typeface="Calibri"/>
                </a:rPr>
                <a:t>“</a:t>
              </a:r>
              <a:r>
                <a:rPr sz="2400" spc="-20" dirty="0">
                  <a:latin typeface="Calibri"/>
                  <a:cs typeface="Calibri"/>
                </a:rPr>
                <a:t>c</a:t>
              </a:r>
              <a:r>
                <a:rPr sz="2400" spc="-25" dirty="0">
                  <a:latin typeface="Calibri"/>
                  <a:cs typeface="Calibri"/>
                </a:rPr>
                <a:t>a</a:t>
              </a:r>
              <a:r>
                <a:rPr sz="2400" spc="75" dirty="0">
                  <a:latin typeface="Calibri"/>
                  <a:cs typeface="Calibri"/>
                </a:rPr>
                <a:t>t</a:t>
              </a:r>
              <a:r>
                <a:rPr sz="2400" dirty="0">
                  <a:latin typeface="Calibri"/>
                  <a:cs typeface="Calibri"/>
                </a:rPr>
                <a:t>”</a:t>
              </a:r>
            </a:p>
          </p:txBody>
        </p:sp>
        <p:sp>
          <p:nvSpPr>
            <p:cNvPr id="36" name="object 30">
              <a:extLst>
                <a:ext uri="{FF2B5EF4-FFF2-40B4-BE49-F238E27FC236}">
                  <a16:creationId xmlns:a16="http://schemas.microsoft.com/office/drawing/2014/main" id="{B2B26E9A-45F9-70B8-FCD4-53E149F8F23F}"/>
                </a:ext>
              </a:extLst>
            </p:cNvPr>
            <p:cNvSpPr/>
            <p:nvPr/>
          </p:nvSpPr>
          <p:spPr>
            <a:xfrm>
              <a:off x="1318697" y="3043165"/>
              <a:ext cx="1089659" cy="827532"/>
            </a:xfrm>
            <a:prstGeom prst="rect">
              <a:avLst/>
            </a:prstGeom>
            <a:blipFill>
              <a:blip r:embed="rId7"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7" name="object 31">
              <a:extLst>
                <a:ext uri="{FF2B5EF4-FFF2-40B4-BE49-F238E27FC236}">
                  <a16:creationId xmlns:a16="http://schemas.microsoft.com/office/drawing/2014/main" id="{7A46D116-3435-08D6-BC7C-CF5611BC68AA}"/>
                </a:ext>
              </a:extLst>
            </p:cNvPr>
            <p:cNvSpPr txBox="1"/>
            <p:nvPr/>
          </p:nvSpPr>
          <p:spPr>
            <a:xfrm>
              <a:off x="108892" y="2333440"/>
              <a:ext cx="2398395" cy="1320165"/>
            </a:xfrm>
            <a:prstGeom prst="rect">
              <a:avLst/>
            </a:prstGeom>
          </p:spPr>
          <p:txBody>
            <a:bodyPr vert="horz" wrap="square" lIns="0" tIns="18542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460"/>
                </a:spcBef>
              </a:pPr>
              <a:r>
                <a:rPr lang="zh-CN" altLang="en-US" sz="2400" spc="-10" dirty="0">
                  <a:latin typeface="Calibri"/>
                  <a:cs typeface="Calibri"/>
                </a:rPr>
                <a:t>              </a:t>
              </a:r>
              <a:r>
                <a:rPr lang="zh-CN" altLang="en-US" sz="2400" spc="-10" dirty="0">
                  <a:latin typeface="黑体" panose="02010609060101010101" pitchFamily="49" charset="-122"/>
                  <a:ea typeface="黑体" panose="02010609060101010101" pitchFamily="49" charset="-122"/>
                  <a:cs typeface="Calibri"/>
                </a:rPr>
                <a:t>图片识别</a:t>
              </a:r>
              <a:r>
                <a:rPr sz="2400" spc="-10" dirty="0">
                  <a:latin typeface="黑体" panose="02010609060101010101" pitchFamily="49" charset="-122"/>
                  <a:ea typeface="黑体" panose="02010609060101010101" pitchFamily="49" charset="-122"/>
                  <a:cs typeface="Calibri"/>
                </a:rPr>
                <a:t>:</a:t>
              </a:r>
              <a:endParaRPr sz="2400" dirty="0">
                <a:latin typeface="黑体" panose="02010609060101010101" pitchFamily="49" charset="-122"/>
                <a:ea typeface="黑体" panose="02010609060101010101" pitchFamily="49" charset="-122"/>
                <a:cs typeface="Calibri"/>
              </a:endParaRPr>
            </a:p>
            <a:p>
              <a:pPr marR="448309" algn="ctr">
                <a:lnSpc>
                  <a:spcPct val="100000"/>
                </a:lnSpc>
                <a:spcBef>
                  <a:spcPts val="1925"/>
                </a:spcBef>
              </a:pPr>
              <a:r>
                <a:rPr sz="2550" i="1" dirty="0">
                  <a:latin typeface="Times New Roman"/>
                  <a:cs typeface="Times New Roman"/>
                </a:rPr>
                <a:t>f</a:t>
              </a:r>
              <a:r>
                <a:rPr sz="2550" i="1" spc="-50" dirty="0">
                  <a:latin typeface="Times New Roman"/>
                  <a:cs typeface="Times New Roman"/>
                </a:rPr>
                <a:t> </a:t>
              </a:r>
              <a:r>
                <a:rPr sz="3350" spc="-280" dirty="0">
                  <a:latin typeface="Symbol"/>
                  <a:cs typeface="Times New Roman" panose="02020603050405020304" pitchFamily="18" charset="0"/>
                </a:rPr>
                <a:t></a:t>
              </a:r>
              <a:endParaRPr sz="3350" dirty="0">
                <a:latin typeface="Symbol"/>
                <a:cs typeface="Times New Roman" panose="02020603050405020304" pitchFamily="18" charset="0"/>
              </a:endParaRPr>
            </a:p>
          </p:txBody>
        </p:sp>
      </p:grpSp>
      <p:grpSp>
        <p:nvGrpSpPr>
          <p:cNvPr id="3" name="组合 2">
            <a:extLst>
              <a:ext uri="{FF2B5EF4-FFF2-40B4-BE49-F238E27FC236}">
                <a16:creationId xmlns:a16="http://schemas.microsoft.com/office/drawing/2014/main" id="{C9E48AC5-7B12-FAE6-344D-4FD8B0A605FE}"/>
              </a:ext>
            </a:extLst>
          </p:cNvPr>
          <p:cNvGrpSpPr/>
          <p:nvPr/>
        </p:nvGrpSpPr>
        <p:grpSpPr>
          <a:xfrm>
            <a:off x="0" y="67733"/>
            <a:ext cx="4587812" cy="1058822"/>
            <a:chOff x="0" y="260648"/>
            <a:chExt cx="4587812" cy="1058822"/>
          </a:xfrm>
        </p:grpSpPr>
        <p:sp>
          <p:nvSpPr>
            <p:cNvPr id="4" name="矩形 3">
              <a:extLst>
                <a:ext uri="{FF2B5EF4-FFF2-40B4-BE49-F238E27FC236}">
                  <a16:creationId xmlns:a16="http://schemas.microsoft.com/office/drawing/2014/main" id="{A0777A24-046F-52A2-04EF-7F6ED27F3BF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27" name="组合 26">
              <a:extLst>
                <a:ext uri="{FF2B5EF4-FFF2-40B4-BE49-F238E27FC236}">
                  <a16:creationId xmlns:a16="http://schemas.microsoft.com/office/drawing/2014/main" id="{8E4132C3-6385-A3F2-8312-317A335CA45E}"/>
                </a:ext>
              </a:extLst>
            </p:cNvPr>
            <p:cNvGrpSpPr/>
            <p:nvPr/>
          </p:nvGrpSpPr>
          <p:grpSpPr>
            <a:xfrm>
              <a:off x="695400" y="260648"/>
              <a:ext cx="3892412" cy="1058822"/>
              <a:chOff x="623392" y="310880"/>
              <a:chExt cx="3892412" cy="1058822"/>
            </a:xfrm>
          </p:grpSpPr>
          <p:sp>
            <p:nvSpPr>
              <p:cNvPr id="30" name="文本框 29">
                <a:extLst>
                  <a:ext uri="{FF2B5EF4-FFF2-40B4-BE49-F238E27FC236}">
                    <a16:creationId xmlns:a16="http://schemas.microsoft.com/office/drawing/2014/main" id="{64F31D48-20BF-3759-20AE-3B6262305A7E}"/>
                  </a:ext>
                </a:extLst>
              </p:cNvPr>
              <p:cNvSpPr txBox="1"/>
              <p:nvPr/>
            </p:nvSpPr>
            <p:spPr>
              <a:xfrm>
                <a:off x="623392" y="310880"/>
                <a:ext cx="3892412"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识别动物的机器学习</a:t>
                </a:r>
              </a:p>
            </p:txBody>
          </p:sp>
          <p:cxnSp>
            <p:nvCxnSpPr>
              <p:cNvPr id="31" name="直接连接符 30">
                <a:extLst>
                  <a:ext uri="{FF2B5EF4-FFF2-40B4-BE49-F238E27FC236}">
                    <a16:creationId xmlns:a16="http://schemas.microsoft.com/office/drawing/2014/main" id="{2DA9A1D0-0AE4-329E-686A-B1A705E78CF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2" name="文本框 31">
                <a:extLst>
                  <a:ext uri="{FF2B5EF4-FFF2-40B4-BE49-F238E27FC236}">
                    <a16:creationId xmlns:a16="http://schemas.microsoft.com/office/drawing/2014/main" id="{EF5664D0-096C-78A8-3A01-F1D9A0F84C0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37948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620808BA-7519-B58D-E78B-A0474F79B5D3}"/>
              </a:ext>
            </a:extLst>
          </p:cNvPr>
          <p:cNvSpPr/>
          <p:nvPr/>
        </p:nvSpPr>
        <p:spPr>
          <a:xfrm>
            <a:off x="1867363" y="1603679"/>
            <a:ext cx="1636776" cy="1091184"/>
          </a:xfrm>
          <a:prstGeom prst="rect">
            <a:avLst/>
          </a:prstGeom>
          <a:blipFill>
            <a:blip r:embed="rId3" cstate="print"/>
            <a:stretch>
              <a:fillRect/>
            </a:stretch>
          </a:blipFill>
        </p:spPr>
        <p:txBody>
          <a:bodyPr wrap="square" lIns="0" tIns="0" rIns="0" bIns="0" rtlCol="0"/>
          <a:lstStyle/>
          <a:p>
            <a:endParaRPr/>
          </a:p>
        </p:txBody>
      </p:sp>
      <p:sp>
        <p:nvSpPr>
          <p:cNvPr id="6" name="object 4">
            <a:extLst>
              <a:ext uri="{FF2B5EF4-FFF2-40B4-BE49-F238E27FC236}">
                <a16:creationId xmlns:a16="http://schemas.microsoft.com/office/drawing/2014/main" id="{0F265C9D-B4C1-69C6-BB81-7945079C8596}"/>
              </a:ext>
            </a:extLst>
          </p:cNvPr>
          <p:cNvSpPr/>
          <p:nvPr/>
        </p:nvSpPr>
        <p:spPr>
          <a:xfrm>
            <a:off x="1867363" y="1603679"/>
            <a:ext cx="1637030" cy="273050"/>
          </a:xfrm>
          <a:custGeom>
            <a:avLst/>
            <a:gdLst/>
            <a:ahLst/>
            <a:cxnLst/>
            <a:rect l="l" t="t" r="r" b="b"/>
            <a:pathLst>
              <a:path w="1637030" h="273050">
                <a:moveTo>
                  <a:pt x="1636776" y="136398"/>
                </a:moveTo>
                <a:lnTo>
                  <a:pt x="1607543" y="172651"/>
                </a:lnTo>
                <a:lnTo>
                  <a:pt x="1557980" y="194860"/>
                </a:lnTo>
                <a:lnTo>
                  <a:pt x="1487055" y="215051"/>
                </a:lnTo>
                <a:lnTo>
                  <a:pt x="1444304" y="224269"/>
                </a:lnTo>
                <a:lnTo>
                  <a:pt x="1397079" y="232838"/>
                </a:lnTo>
                <a:lnTo>
                  <a:pt x="1345669" y="240710"/>
                </a:lnTo>
                <a:lnTo>
                  <a:pt x="1290362" y="247836"/>
                </a:lnTo>
                <a:lnTo>
                  <a:pt x="1231448" y="254169"/>
                </a:lnTo>
                <a:lnTo>
                  <a:pt x="1169216" y="259659"/>
                </a:lnTo>
                <a:lnTo>
                  <a:pt x="1103954" y="264260"/>
                </a:lnTo>
                <a:lnTo>
                  <a:pt x="1035951" y="267922"/>
                </a:lnTo>
                <a:lnTo>
                  <a:pt x="965496" y="270597"/>
                </a:lnTo>
                <a:lnTo>
                  <a:pt x="892879" y="272238"/>
                </a:lnTo>
                <a:lnTo>
                  <a:pt x="818388" y="272796"/>
                </a:lnTo>
                <a:lnTo>
                  <a:pt x="743896" y="272238"/>
                </a:lnTo>
                <a:lnTo>
                  <a:pt x="671279" y="270597"/>
                </a:lnTo>
                <a:lnTo>
                  <a:pt x="600824" y="267922"/>
                </a:lnTo>
                <a:lnTo>
                  <a:pt x="532821" y="264260"/>
                </a:lnTo>
                <a:lnTo>
                  <a:pt x="467559" y="259659"/>
                </a:lnTo>
                <a:lnTo>
                  <a:pt x="405327" y="254169"/>
                </a:lnTo>
                <a:lnTo>
                  <a:pt x="346413" y="247836"/>
                </a:lnTo>
                <a:lnTo>
                  <a:pt x="291106" y="240710"/>
                </a:lnTo>
                <a:lnTo>
                  <a:pt x="239696" y="232838"/>
                </a:lnTo>
                <a:lnTo>
                  <a:pt x="192471" y="224269"/>
                </a:lnTo>
                <a:lnTo>
                  <a:pt x="149720" y="215051"/>
                </a:lnTo>
                <a:lnTo>
                  <a:pt x="111731" y="205232"/>
                </a:lnTo>
                <a:lnTo>
                  <a:pt x="51199" y="183983"/>
                </a:lnTo>
                <a:lnTo>
                  <a:pt x="13185" y="160910"/>
                </a:lnTo>
                <a:lnTo>
                  <a:pt x="0" y="136398"/>
                </a:lnTo>
                <a:lnTo>
                  <a:pt x="3344" y="123985"/>
                </a:lnTo>
                <a:lnTo>
                  <a:pt x="51199" y="88812"/>
                </a:lnTo>
                <a:lnTo>
                  <a:pt x="111731" y="67563"/>
                </a:lnTo>
                <a:lnTo>
                  <a:pt x="149720" y="57744"/>
                </a:lnTo>
                <a:lnTo>
                  <a:pt x="192471" y="48526"/>
                </a:lnTo>
                <a:lnTo>
                  <a:pt x="239696" y="39957"/>
                </a:lnTo>
                <a:lnTo>
                  <a:pt x="291106" y="32085"/>
                </a:lnTo>
                <a:lnTo>
                  <a:pt x="346413" y="24959"/>
                </a:lnTo>
                <a:lnTo>
                  <a:pt x="405327" y="18626"/>
                </a:lnTo>
                <a:lnTo>
                  <a:pt x="467559" y="13136"/>
                </a:lnTo>
                <a:lnTo>
                  <a:pt x="532821" y="8535"/>
                </a:lnTo>
                <a:lnTo>
                  <a:pt x="600824" y="4873"/>
                </a:lnTo>
                <a:lnTo>
                  <a:pt x="671279" y="2198"/>
                </a:lnTo>
                <a:lnTo>
                  <a:pt x="743896" y="557"/>
                </a:lnTo>
                <a:lnTo>
                  <a:pt x="818388" y="0"/>
                </a:lnTo>
                <a:lnTo>
                  <a:pt x="892879" y="557"/>
                </a:lnTo>
                <a:lnTo>
                  <a:pt x="965496" y="2198"/>
                </a:lnTo>
                <a:lnTo>
                  <a:pt x="1035951" y="4873"/>
                </a:lnTo>
                <a:lnTo>
                  <a:pt x="1103954" y="8535"/>
                </a:lnTo>
                <a:lnTo>
                  <a:pt x="1169216" y="13136"/>
                </a:lnTo>
                <a:lnTo>
                  <a:pt x="1231448" y="18626"/>
                </a:lnTo>
                <a:lnTo>
                  <a:pt x="1290362" y="24959"/>
                </a:lnTo>
                <a:lnTo>
                  <a:pt x="1345669" y="32085"/>
                </a:lnTo>
                <a:lnTo>
                  <a:pt x="1397079" y="39957"/>
                </a:lnTo>
                <a:lnTo>
                  <a:pt x="1444304" y="48526"/>
                </a:lnTo>
                <a:lnTo>
                  <a:pt x="1487055" y="57744"/>
                </a:lnTo>
                <a:lnTo>
                  <a:pt x="1525044" y="67563"/>
                </a:lnTo>
                <a:lnTo>
                  <a:pt x="1585576" y="88812"/>
                </a:lnTo>
                <a:lnTo>
                  <a:pt x="1623590" y="111885"/>
                </a:lnTo>
                <a:lnTo>
                  <a:pt x="1636776" y="136398"/>
                </a:lnTo>
                <a:close/>
              </a:path>
            </a:pathLst>
          </a:custGeom>
          <a:ln w="6096">
            <a:solidFill>
              <a:srgbClr val="EC7C30"/>
            </a:solidFill>
          </a:ln>
        </p:spPr>
        <p:txBody>
          <a:bodyPr wrap="square" lIns="0" tIns="0" rIns="0" bIns="0" rtlCol="0"/>
          <a:lstStyle/>
          <a:p>
            <a:endParaRPr/>
          </a:p>
        </p:txBody>
      </p:sp>
      <p:sp>
        <p:nvSpPr>
          <p:cNvPr id="7" name="object 5">
            <a:extLst>
              <a:ext uri="{FF2B5EF4-FFF2-40B4-BE49-F238E27FC236}">
                <a16:creationId xmlns:a16="http://schemas.microsoft.com/office/drawing/2014/main" id="{B4CF5957-3DB9-3780-4CED-FD1551E90BBF}"/>
              </a:ext>
            </a:extLst>
          </p:cNvPr>
          <p:cNvSpPr/>
          <p:nvPr/>
        </p:nvSpPr>
        <p:spPr>
          <a:xfrm>
            <a:off x="1867363" y="1740078"/>
            <a:ext cx="1637030" cy="955040"/>
          </a:xfrm>
          <a:custGeom>
            <a:avLst/>
            <a:gdLst/>
            <a:ahLst/>
            <a:cxnLst/>
            <a:rect l="l" t="t" r="r" b="b"/>
            <a:pathLst>
              <a:path w="1637030" h="955039">
                <a:moveTo>
                  <a:pt x="1636776" y="0"/>
                </a:moveTo>
                <a:lnTo>
                  <a:pt x="1636776" y="818388"/>
                </a:lnTo>
                <a:lnTo>
                  <a:pt x="1633431" y="830800"/>
                </a:lnTo>
                <a:lnTo>
                  <a:pt x="1585576" y="865973"/>
                </a:lnTo>
                <a:lnTo>
                  <a:pt x="1525044" y="887222"/>
                </a:lnTo>
                <a:lnTo>
                  <a:pt x="1487055" y="897041"/>
                </a:lnTo>
                <a:lnTo>
                  <a:pt x="1444304" y="906259"/>
                </a:lnTo>
                <a:lnTo>
                  <a:pt x="1397079" y="914828"/>
                </a:lnTo>
                <a:lnTo>
                  <a:pt x="1345669" y="922700"/>
                </a:lnTo>
                <a:lnTo>
                  <a:pt x="1290362" y="929826"/>
                </a:lnTo>
                <a:lnTo>
                  <a:pt x="1231448" y="936159"/>
                </a:lnTo>
                <a:lnTo>
                  <a:pt x="1169216" y="941649"/>
                </a:lnTo>
                <a:lnTo>
                  <a:pt x="1103954" y="946250"/>
                </a:lnTo>
                <a:lnTo>
                  <a:pt x="1035951" y="949912"/>
                </a:lnTo>
                <a:lnTo>
                  <a:pt x="965496" y="952587"/>
                </a:lnTo>
                <a:lnTo>
                  <a:pt x="892879" y="954228"/>
                </a:lnTo>
                <a:lnTo>
                  <a:pt x="818388" y="954786"/>
                </a:lnTo>
                <a:lnTo>
                  <a:pt x="743896" y="954228"/>
                </a:lnTo>
                <a:lnTo>
                  <a:pt x="671279" y="952587"/>
                </a:lnTo>
                <a:lnTo>
                  <a:pt x="600824" y="949912"/>
                </a:lnTo>
                <a:lnTo>
                  <a:pt x="532821" y="946250"/>
                </a:lnTo>
                <a:lnTo>
                  <a:pt x="467559" y="941649"/>
                </a:lnTo>
                <a:lnTo>
                  <a:pt x="405327" y="936159"/>
                </a:lnTo>
                <a:lnTo>
                  <a:pt x="346413" y="929826"/>
                </a:lnTo>
                <a:lnTo>
                  <a:pt x="291106" y="922700"/>
                </a:lnTo>
                <a:lnTo>
                  <a:pt x="239696" y="914828"/>
                </a:lnTo>
                <a:lnTo>
                  <a:pt x="192471" y="906259"/>
                </a:lnTo>
                <a:lnTo>
                  <a:pt x="149720" y="897041"/>
                </a:lnTo>
                <a:lnTo>
                  <a:pt x="111731" y="887222"/>
                </a:lnTo>
                <a:lnTo>
                  <a:pt x="51199" y="865973"/>
                </a:lnTo>
                <a:lnTo>
                  <a:pt x="13185" y="842900"/>
                </a:lnTo>
                <a:lnTo>
                  <a:pt x="0" y="818388"/>
                </a:lnTo>
                <a:lnTo>
                  <a:pt x="0" y="0"/>
                </a:lnTo>
              </a:path>
            </a:pathLst>
          </a:custGeom>
          <a:ln w="6096">
            <a:solidFill>
              <a:srgbClr val="EC7C30"/>
            </a:solidFill>
          </a:ln>
        </p:spPr>
        <p:txBody>
          <a:bodyPr wrap="square" lIns="0" tIns="0" rIns="0" bIns="0" rtlCol="0"/>
          <a:lstStyle/>
          <a:p>
            <a:endParaRPr/>
          </a:p>
        </p:txBody>
      </p:sp>
      <p:sp>
        <p:nvSpPr>
          <p:cNvPr id="8" name="object 6">
            <a:extLst>
              <a:ext uri="{FF2B5EF4-FFF2-40B4-BE49-F238E27FC236}">
                <a16:creationId xmlns:a16="http://schemas.microsoft.com/office/drawing/2014/main" id="{FA07CFD5-C4D1-B976-5847-660B1526A9F6}"/>
              </a:ext>
            </a:extLst>
          </p:cNvPr>
          <p:cNvSpPr txBox="1"/>
          <p:nvPr/>
        </p:nvSpPr>
        <p:spPr>
          <a:xfrm>
            <a:off x="2204929" y="1819275"/>
            <a:ext cx="963294" cy="391795"/>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Calibri"/>
                <a:cs typeface="Calibri"/>
              </a:rPr>
              <a:t>一系列</a:t>
            </a:r>
            <a:endParaRPr sz="2400" dirty="0">
              <a:latin typeface="Calibri"/>
              <a:cs typeface="Calibri"/>
            </a:endParaRPr>
          </a:p>
        </p:txBody>
      </p:sp>
      <p:sp>
        <p:nvSpPr>
          <p:cNvPr id="9" name="object 7">
            <a:extLst>
              <a:ext uri="{FF2B5EF4-FFF2-40B4-BE49-F238E27FC236}">
                <a16:creationId xmlns:a16="http://schemas.microsoft.com/office/drawing/2014/main" id="{BAF74390-71C3-5B80-9695-4619B50A15FC}"/>
              </a:ext>
            </a:extLst>
          </p:cNvPr>
          <p:cNvSpPr txBox="1"/>
          <p:nvPr/>
        </p:nvSpPr>
        <p:spPr>
          <a:xfrm>
            <a:off x="3697405" y="2220691"/>
            <a:ext cx="986155" cy="416559"/>
          </a:xfrm>
          <a:prstGeom prst="rect">
            <a:avLst/>
          </a:prstGeom>
        </p:spPr>
        <p:txBody>
          <a:bodyPr vert="horz" wrap="square" lIns="0" tIns="13970" rIns="0" bIns="0" rtlCol="0">
            <a:spAutoFit/>
          </a:bodyPr>
          <a:lstStyle/>
          <a:p>
            <a:pPr marL="12700">
              <a:lnSpc>
                <a:spcPct val="100000"/>
              </a:lnSpc>
              <a:spcBef>
                <a:spcPts val="110"/>
              </a:spcBef>
            </a:pPr>
            <a:r>
              <a:rPr sz="2550" i="1" spc="-5" dirty="0">
                <a:latin typeface="Times New Roman"/>
                <a:cs typeface="Times New Roman"/>
              </a:rPr>
              <a:t>f</a:t>
            </a:r>
            <a:r>
              <a:rPr sz="2250" spc="-7" baseline="-24074" dirty="0">
                <a:latin typeface="Times New Roman"/>
                <a:cs typeface="Times New Roman"/>
              </a:rPr>
              <a:t>1 </a:t>
            </a:r>
            <a:r>
              <a:rPr sz="2550" dirty="0">
                <a:latin typeface="Times New Roman"/>
                <a:cs typeface="Times New Roman"/>
              </a:rPr>
              <a:t>, </a:t>
            </a:r>
            <a:r>
              <a:rPr sz="2550" i="1" spc="75" dirty="0">
                <a:latin typeface="Times New Roman"/>
                <a:cs typeface="Times New Roman"/>
              </a:rPr>
              <a:t>f</a:t>
            </a:r>
            <a:r>
              <a:rPr sz="2250" spc="112" baseline="-24074" dirty="0">
                <a:latin typeface="Times New Roman"/>
                <a:cs typeface="Times New Roman"/>
              </a:rPr>
              <a:t>2</a:t>
            </a:r>
            <a:r>
              <a:rPr sz="2250" spc="-254" baseline="-24074" dirty="0">
                <a:latin typeface="Times New Roman"/>
                <a:cs typeface="Times New Roman"/>
              </a:rPr>
              <a:t> </a:t>
            </a:r>
            <a:r>
              <a:rPr sz="2550" dirty="0">
                <a:latin typeface="MT Extra"/>
                <a:cs typeface="MT Extra"/>
              </a:rPr>
              <a:t></a:t>
            </a:r>
            <a:endParaRPr sz="2550">
              <a:latin typeface="MT Extra"/>
              <a:cs typeface="MT Extra"/>
            </a:endParaRPr>
          </a:p>
        </p:txBody>
      </p:sp>
      <p:sp>
        <p:nvSpPr>
          <p:cNvPr id="10" name="object 12">
            <a:extLst>
              <a:ext uri="{FF2B5EF4-FFF2-40B4-BE49-F238E27FC236}">
                <a16:creationId xmlns:a16="http://schemas.microsoft.com/office/drawing/2014/main" id="{4C5E663C-1DD4-0D88-4CC6-A0F6A664D88D}"/>
              </a:ext>
            </a:extLst>
          </p:cNvPr>
          <p:cNvSpPr/>
          <p:nvPr/>
        </p:nvSpPr>
        <p:spPr>
          <a:xfrm>
            <a:off x="3540715" y="1657019"/>
            <a:ext cx="1324356" cy="640079"/>
          </a:xfrm>
          <a:prstGeom prst="rect">
            <a:avLst/>
          </a:prstGeom>
          <a:blipFill>
            <a:blip r:embed="rId4" cstate="print"/>
            <a:stretch>
              <a:fillRect/>
            </a:stretch>
          </a:blipFill>
        </p:spPr>
        <p:txBody>
          <a:bodyPr wrap="square" lIns="0" tIns="0" rIns="0" bIns="0" rtlCol="0"/>
          <a:lstStyle/>
          <a:p>
            <a:endParaRPr/>
          </a:p>
        </p:txBody>
      </p:sp>
      <p:sp>
        <p:nvSpPr>
          <p:cNvPr id="11" name="object 13">
            <a:extLst>
              <a:ext uri="{FF2B5EF4-FFF2-40B4-BE49-F238E27FC236}">
                <a16:creationId xmlns:a16="http://schemas.microsoft.com/office/drawing/2014/main" id="{BE153850-05F6-840C-32D3-FC53AEA59453}"/>
              </a:ext>
            </a:extLst>
          </p:cNvPr>
          <p:cNvSpPr/>
          <p:nvPr/>
        </p:nvSpPr>
        <p:spPr>
          <a:xfrm>
            <a:off x="3461466" y="1596060"/>
            <a:ext cx="1479803" cy="865631"/>
          </a:xfrm>
          <a:prstGeom prst="rect">
            <a:avLst/>
          </a:prstGeom>
          <a:blipFill>
            <a:blip r:embed="rId5" cstate="print"/>
            <a:stretch>
              <a:fillRect/>
            </a:stretch>
          </a:blipFill>
        </p:spPr>
        <p:txBody>
          <a:bodyPr wrap="square" lIns="0" tIns="0" rIns="0" bIns="0" rtlCol="0"/>
          <a:lstStyle/>
          <a:p>
            <a:endParaRPr/>
          </a:p>
        </p:txBody>
      </p:sp>
      <p:sp>
        <p:nvSpPr>
          <p:cNvPr id="12" name="object 14">
            <a:extLst>
              <a:ext uri="{FF2B5EF4-FFF2-40B4-BE49-F238E27FC236}">
                <a16:creationId xmlns:a16="http://schemas.microsoft.com/office/drawing/2014/main" id="{D50242A9-75C1-F4FA-5A5A-F8B8EAB01440}"/>
              </a:ext>
            </a:extLst>
          </p:cNvPr>
          <p:cNvSpPr/>
          <p:nvPr/>
        </p:nvSpPr>
        <p:spPr>
          <a:xfrm>
            <a:off x="3600150" y="1696644"/>
            <a:ext cx="1205484" cy="522732"/>
          </a:xfrm>
          <a:prstGeom prst="rect">
            <a:avLst/>
          </a:prstGeom>
          <a:blipFill>
            <a:blip r:embed="rId6" cstate="print"/>
            <a:stretch>
              <a:fillRect/>
            </a:stretch>
          </a:blipFill>
        </p:spPr>
        <p:txBody>
          <a:bodyPr wrap="square" lIns="0" tIns="0" rIns="0" bIns="0" rtlCol="0"/>
          <a:lstStyle/>
          <a:p>
            <a:endParaRPr/>
          </a:p>
        </p:txBody>
      </p:sp>
      <p:sp>
        <p:nvSpPr>
          <p:cNvPr id="13" name="object 15">
            <a:extLst>
              <a:ext uri="{FF2B5EF4-FFF2-40B4-BE49-F238E27FC236}">
                <a16:creationId xmlns:a16="http://schemas.microsoft.com/office/drawing/2014/main" id="{57D5EABB-FF49-62E4-8F9B-F653FBD8BC29}"/>
              </a:ext>
            </a:extLst>
          </p:cNvPr>
          <p:cNvSpPr txBox="1"/>
          <p:nvPr/>
        </p:nvSpPr>
        <p:spPr>
          <a:xfrm>
            <a:off x="3600150" y="1707134"/>
            <a:ext cx="1205865" cy="443070"/>
          </a:xfrm>
          <a:prstGeom prst="rect">
            <a:avLst/>
          </a:prstGeom>
        </p:spPr>
        <p:txBody>
          <a:bodyPr vert="horz" wrap="square" lIns="0" tIns="12065" rIns="0" bIns="0" rtlCol="0">
            <a:spAutoFit/>
          </a:bodyPr>
          <a:lstStyle/>
          <a:p>
            <a:pPr marL="135255" algn="ctr">
              <a:lnSpc>
                <a:spcPct val="100000"/>
              </a:lnSpc>
              <a:spcBef>
                <a:spcPts val="95"/>
              </a:spcBef>
            </a:pPr>
            <a:r>
              <a:rPr lang="zh-CN" altLang="en-US" sz="2800" spc="-5" dirty="0">
                <a:solidFill>
                  <a:srgbClr val="FFFFFF"/>
                </a:solidFill>
                <a:latin typeface="Calibri"/>
                <a:cs typeface="Calibri"/>
              </a:rPr>
              <a:t>模型</a:t>
            </a:r>
            <a:endParaRPr sz="2800" dirty="0">
              <a:latin typeface="Calibri"/>
              <a:cs typeface="Calibri"/>
            </a:endParaRPr>
          </a:p>
        </p:txBody>
      </p:sp>
      <p:grpSp>
        <p:nvGrpSpPr>
          <p:cNvPr id="72" name="组合 71">
            <a:extLst>
              <a:ext uri="{FF2B5EF4-FFF2-40B4-BE49-F238E27FC236}">
                <a16:creationId xmlns:a16="http://schemas.microsoft.com/office/drawing/2014/main" id="{FAFC1670-A422-7F0E-12D0-5454D71A32B1}"/>
              </a:ext>
            </a:extLst>
          </p:cNvPr>
          <p:cNvGrpSpPr/>
          <p:nvPr/>
        </p:nvGrpSpPr>
        <p:grpSpPr>
          <a:xfrm>
            <a:off x="1809451" y="4784268"/>
            <a:ext cx="1635760" cy="1091438"/>
            <a:chOff x="1809451" y="4784268"/>
            <a:chExt cx="1635760" cy="1091438"/>
          </a:xfrm>
        </p:grpSpPr>
        <p:sp>
          <p:nvSpPr>
            <p:cNvPr id="14" name="object 16">
              <a:extLst>
                <a:ext uri="{FF2B5EF4-FFF2-40B4-BE49-F238E27FC236}">
                  <a16:creationId xmlns:a16="http://schemas.microsoft.com/office/drawing/2014/main" id="{B486334A-0313-598B-6BE6-476B6478EFCD}"/>
                </a:ext>
              </a:extLst>
            </p:cNvPr>
            <p:cNvSpPr/>
            <p:nvPr/>
          </p:nvSpPr>
          <p:spPr>
            <a:xfrm>
              <a:off x="1809451" y="4784268"/>
              <a:ext cx="1635252" cy="1091184"/>
            </a:xfrm>
            <a:prstGeom prst="rect">
              <a:avLst/>
            </a:prstGeom>
            <a:blipFill>
              <a:blip r:embed="rId7" cstate="print"/>
              <a:stretch>
                <a:fillRect/>
              </a:stretch>
            </a:blipFill>
          </p:spPr>
          <p:txBody>
            <a:bodyPr wrap="square" lIns="0" tIns="0" rIns="0" bIns="0" rtlCol="0"/>
            <a:lstStyle/>
            <a:p>
              <a:endParaRPr/>
            </a:p>
          </p:txBody>
        </p:sp>
        <p:sp>
          <p:nvSpPr>
            <p:cNvPr id="15" name="object 17">
              <a:extLst>
                <a:ext uri="{FF2B5EF4-FFF2-40B4-BE49-F238E27FC236}">
                  <a16:creationId xmlns:a16="http://schemas.microsoft.com/office/drawing/2014/main" id="{33AEED8A-5171-FFB9-6672-7F4420EE3B5E}"/>
                </a:ext>
              </a:extLst>
            </p:cNvPr>
            <p:cNvSpPr/>
            <p:nvPr/>
          </p:nvSpPr>
          <p:spPr>
            <a:xfrm>
              <a:off x="1809451" y="4784268"/>
              <a:ext cx="1635760" cy="273050"/>
            </a:xfrm>
            <a:custGeom>
              <a:avLst/>
              <a:gdLst/>
              <a:ahLst/>
              <a:cxnLst/>
              <a:rect l="l" t="t" r="r" b="b"/>
              <a:pathLst>
                <a:path w="1635760" h="273050">
                  <a:moveTo>
                    <a:pt x="1635252" y="136398"/>
                  </a:moveTo>
                  <a:lnTo>
                    <a:pt x="1606049" y="172651"/>
                  </a:lnTo>
                  <a:lnTo>
                    <a:pt x="1556536" y="194860"/>
                  </a:lnTo>
                  <a:lnTo>
                    <a:pt x="1485682" y="215051"/>
                  </a:lnTo>
                  <a:lnTo>
                    <a:pt x="1442972" y="224269"/>
                  </a:lnTo>
                  <a:lnTo>
                    <a:pt x="1395793" y="232838"/>
                  </a:lnTo>
                  <a:lnTo>
                    <a:pt x="1344432" y="240710"/>
                  </a:lnTo>
                  <a:lnTo>
                    <a:pt x="1289178" y="247836"/>
                  </a:lnTo>
                  <a:lnTo>
                    <a:pt x="1230319" y="254169"/>
                  </a:lnTo>
                  <a:lnTo>
                    <a:pt x="1168144" y="259659"/>
                  </a:lnTo>
                  <a:lnTo>
                    <a:pt x="1102942" y="264260"/>
                  </a:lnTo>
                  <a:lnTo>
                    <a:pt x="1035000" y="267922"/>
                  </a:lnTo>
                  <a:lnTo>
                    <a:pt x="964608" y="270597"/>
                  </a:lnTo>
                  <a:lnTo>
                    <a:pt x="892054" y="272238"/>
                  </a:lnTo>
                  <a:lnTo>
                    <a:pt x="817626" y="272796"/>
                  </a:lnTo>
                  <a:lnTo>
                    <a:pt x="743197" y="272238"/>
                  </a:lnTo>
                  <a:lnTo>
                    <a:pt x="670643" y="270597"/>
                  </a:lnTo>
                  <a:lnTo>
                    <a:pt x="600251" y="267922"/>
                  </a:lnTo>
                  <a:lnTo>
                    <a:pt x="532309" y="264260"/>
                  </a:lnTo>
                  <a:lnTo>
                    <a:pt x="467107" y="259659"/>
                  </a:lnTo>
                  <a:lnTo>
                    <a:pt x="404932" y="254169"/>
                  </a:lnTo>
                  <a:lnTo>
                    <a:pt x="346073" y="247836"/>
                  </a:lnTo>
                  <a:lnTo>
                    <a:pt x="290819" y="240710"/>
                  </a:lnTo>
                  <a:lnTo>
                    <a:pt x="239458" y="232838"/>
                  </a:lnTo>
                  <a:lnTo>
                    <a:pt x="192279" y="224269"/>
                  </a:lnTo>
                  <a:lnTo>
                    <a:pt x="149569" y="215051"/>
                  </a:lnTo>
                  <a:lnTo>
                    <a:pt x="111618" y="205231"/>
                  </a:lnTo>
                  <a:lnTo>
                    <a:pt x="51147" y="183983"/>
                  </a:lnTo>
                  <a:lnTo>
                    <a:pt x="13171" y="160910"/>
                  </a:lnTo>
                  <a:lnTo>
                    <a:pt x="0" y="136398"/>
                  </a:lnTo>
                  <a:lnTo>
                    <a:pt x="3340" y="123985"/>
                  </a:lnTo>
                  <a:lnTo>
                    <a:pt x="51147" y="88812"/>
                  </a:lnTo>
                  <a:lnTo>
                    <a:pt x="111618" y="67564"/>
                  </a:lnTo>
                  <a:lnTo>
                    <a:pt x="149569" y="57744"/>
                  </a:lnTo>
                  <a:lnTo>
                    <a:pt x="192279" y="48526"/>
                  </a:lnTo>
                  <a:lnTo>
                    <a:pt x="239458" y="39957"/>
                  </a:lnTo>
                  <a:lnTo>
                    <a:pt x="290819" y="32085"/>
                  </a:lnTo>
                  <a:lnTo>
                    <a:pt x="346073" y="24959"/>
                  </a:lnTo>
                  <a:lnTo>
                    <a:pt x="404932" y="18626"/>
                  </a:lnTo>
                  <a:lnTo>
                    <a:pt x="467107" y="13136"/>
                  </a:lnTo>
                  <a:lnTo>
                    <a:pt x="532309" y="8535"/>
                  </a:lnTo>
                  <a:lnTo>
                    <a:pt x="600251" y="4873"/>
                  </a:lnTo>
                  <a:lnTo>
                    <a:pt x="670643" y="2198"/>
                  </a:lnTo>
                  <a:lnTo>
                    <a:pt x="743197" y="557"/>
                  </a:lnTo>
                  <a:lnTo>
                    <a:pt x="817626" y="0"/>
                  </a:lnTo>
                  <a:lnTo>
                    <a:pt x="892054" y="557"/>
                  </a:lnTo>
                  <a:lnTo>
                    <a:pt x="964608" y="2198"/>
                  </a:lnTo>
                  <a:lnTo>
                    <a:pt x="1035000" y="4873"/>
                  </a:lnTo>
                  <a:lnTo>
                    <a:pt x="1102942" y="8535"/>
                  </a:lnTo>
                  <a:lnTo>
                    <a:pt x="1168144" y="13136"/>
                  </a:lnTo>
                  <a:lnTo>
                    <a:pt x="1230319" y="18626"/>
                  </a:lnTo>
                  <a:lnTo>
                    <a:pt x="1289178" y="24959"/>
                  </a:lnTo>
                  <a:lnTo>
                    <a:pt x="1344432" y="32085"/>
                  </a:lnTo>
                  <a:lnTo>
                    <a:pt x="1395793" y="39957"/>
                  </a:lnTo>
                  <a:lnTo>
                    <a:pt x="1442972" y="48526"/>
                  </a:lnTo>
                  <a:lnTo>
                    <a:pt x="1485682" y="57744"/>
                  </a:lnTo>
                  <a:lnTo>
                    <a:pt x="1523633" y="67563"/>
                  </a:lnTo>
                  <a:lnTo>
                    <a:pt x="1584104" y="88812"/>
                  </a:lnTo>
                  <a:lnTo>
                    <a:pt x="1622080" y="111885"/>
                  </a:lnTo>
                  <a:lnTo>
                    <a:pt x="1635252" y="136398"/>
                  </a:lnTo>
                  <a:close/>
                </a:path>
              </a:pathLst>
            </a:custGeom>
            <a:ln w="6096">
              <a:solidFill>
                <a:srgbClr val="FFC000"/>
              </a:solidFill>
            </a:ln>
          </p:spPr>
          <p:txBody>
            <a:bodyPr wrap="square" lIns="0" tIns="0" rIns="0" bIns="0" rtlCol="0"/>
            <a:lstStyle/>
            <a:p>
              <a:endParaRPr/>
            </a:p>
          </p:txBody>
        </p:sp>
        <p:sp>
          <p:nvSpPr>
            <p:cNvPr id="16" name="object 18">
              <a:extLst>
                <a:ext uri="{FF2B5EF4-FFF2-40B4-BE49-F238E27FC236}">
                  <a16:creationId xmlns:a16="http://schemas.microsoft.com/office/drawing/2014/main" id="{EF41B735-908B-7051-7598-EC22D198D0AC}"/>
                </a:ext>
              </a:extLst>
            </p:cNvPr>
            <p:cNvSpPr/>
            <p:nvPr/>
          </p:nvSpPr>
          <p:spPr>
            <a:xfrm>
              <a:off x="1809451" y="4920666"/>
              <a:ext cx="1635760" cy="955040"/>
            </a:xfrm>
            <a:custGeom>
              <a:avLst/>
              <a:gdLst/>
              <a:ahLst/>
              <a:cxnLst/>
              <a:rect l="l" t="t" r="r" b="b"/>
              <a:pathLst>
                <a:path w="1635760" h="955039">
                  <a:moveTo>
                    <a:pt x="1635252" y="0"/>
                  </a:moveTo>
                  <a:lnTo>
                    <a:pt x="1635252" y="818388"/>
                  </a:lnTo>
                  <a:lnTo>
                    <a:pt x="1631911" y="830803"/>
                  </a:lnTo>
                  <a:lnTo>
                    <a:pt x="1584104" y="865984"/>
                  </a:lnTo>
                  <a:lnTo>
                    <a:pt x="1523633" y="887233"/>
                  </a:lnTo>
                  <a:lnTo>
                    <a:pt x="1485682" y="897052"/>
                  </a:lnTo>
                  <a:lnTo>
                    <a:pt x="1442972" y="906269"/>
                  </a:lnTo>
                  <a:lnTo>
                    <a:pt x="1395793" y="914838"/>
                  </a:lnTo>
                  <a:lnTo>
                    <a:pt x="1344432" y="922708"/>
                  </a:lnTo>
                  <a:lnTo>
                    <a:pt x="1289178" y="929833"/>
                  </a:lnTo>
                  <a:lnTo>
                    <a:pt x="1230319" y="936164"/>
                  </a:lnTo>
                  <a:lnTo>
                    <a:pt x="1168144" y="941654"/>
                  </a:lnTo>
                  <a:lnTo>
                    <a:pt x="1102942" y="946253"/>
                  </a:lnTo>
                  <a:lnTo>
                    <a:pt x="1035000" y="949914"/>
                  </a:lnTo>
                  <a:lnTo>
                    <a:pt x="964608" y="952588"/>
                  </a:lnTo>
                  <a:lnTo>
                    <a:pt x="892054" y="954228"/>
                  </a:lnTo>
                  <a:lnTo>
                    <a:pt x="817626" y="954786"/>
                  </a:lnTo>
                  <a:lnTo>
                    <a:pt x="743197" y="954228"/>
                  </a:lnTo>
                  <a:lnTo>
                    <a:pt x="670643" y="952588"/>
                  </a:lnTo>
                  <a:lnTo>
                    <a:pt x="600251" y="949914"/>
                  </a:lnTo>
                  <a:lnTo>
                    <a:pt x="532309" y="946253"/>
                  </a:lnTo>
                  <a:lnTo>
                    <a:pt x="467107" y="941654"/>
                  </a:lnTo>
                  <a:lnTo>
                    <a:pt x="404932" y="936164"/>
                  </a:lnTo>
                  <a:lnTo>
                    <a:pt x="346073" y="929833"/>
                  </a:lnTo>
                  <a:lnTo>
                    <a:pt x="290819" y="922708"/>
                  </a:lnTo>
                  <a:lnTo>
                    <a:pt x="239458" y="914838"/>
                  </a:lnTo>
                  <a:lnTo>
                    <a:pt x="192279" y="906269"/>
                  </a:lnTo>
                  <a:lnTo>
                    <a:pt x="149569" y="897052"/>
                  </a:lnTo>
                  <a:lnTo>
                    <a:pt x="111618" y="887233"/>
                  </a:lnTo>
                  <a:lnTo>
                    <a:pt x="51147" y="865984"/>
                  </a:lnTo>
                  <a:lnTo>
                    <a:pt x="13171" y="842907"/>
                  </a:lnTo>
                  <a:lnTo>
                    <a:pt x="0" y="818388"/>
                  </a:lnTo>
                  <a:lnTo>
                    <a:pt x="0" y="0"/>
                  </a:lnTo>
                </a:path>
              </a:pathLst>
            </a:custGeom>
            <a:ln w="6096">
              <a:solidFill>
                <a:srgbClr val="FFC000"/>
              </a:solidFill>
            </a:ln>
          </p:spPr>
          <p:txBody>
            <a:bodyPr wrap="square" lIns="0" tIns="0" rIns="0" bIns="0" rtlCol="0"/>
            <a:lstStyle/>
            <a:p>
              <a:endParaRPr/>
            </a:p>
          </p:txBody>
        </p:sp>
        <p:sp>
          <p:nvSpPr>
            <p:cNvPr id="17" name="object 19">
              <a:extLst>
                <a:ext uri="{FF2B5EF4-FFF2-40B4-BE49-F238E27FC236}">
                  <a16:creationId xmlns:a16="http://schemas.microsoft.com/office/drawing/2014/main" id="{86FF3FAD-2943-C5E9-A610-FCAB819F445B}"/>
                </a:ext>
              </a:extLst>
            </p:cNvPr>
            <p:cNvSpPr txBox="1"/>
            <p:nvPr/>
          </p:nvSpPr>
          <p:spPr>
            <a:xfrm>
              <a:off x="2124665" y="5001692"/>
              <a:ext cx="1005205" cy="764312"/>
            </a:xfrm>
            <a:prstGeom prst="rect">
              <a:avLst/>
            </a:prstGeom>
          </p:spPr>
          <p:txBody>
            <a:bodyPr vert="horz" wrap="square" lIns="0" tIns="12700" rIns="0" bIns="0" rtlCol="0">
              <a:spAutoFit/>
            </a:bodyPr>
            <a:lstStyle/>
            <a:p>
              <a:pPr marL="213360" marR="5080" indent="-201295" algn="ctr">
                <a:lnSpc>
                  <a:spcPct val="100000"/>
                </a:lnSpc>
                <a:spcBef>
                  <a:spcPts val="100"/>
                </a:spcBef>
              </a:pPr>
              <a:r>
                <a:rPr lang="zh-CN" altLang="en-US" sz="2400" dirty="0">
                  <a:latin typeface="Calibri"/>
                  <a:cs typeface="Calibri"/>
                </a:rPr>
                <a:t>训练</a:t>
              </a:r>
              <a:endParaRPr lang="en-US" altLang="zh-CN" sz="2400" dirty="0">
                <a:latin typeface="Calibri"/>
                <a:cs typeface="Calibri"/>
              </a:endParaRPr>
            </a:p>
            <a:p>
              <a:pPr marL="213360" marR="5080" indent="-201295" algn="ctr">
                <a:lnSpc>
                  <a:spcPct val="100000"/>
                </a:lnSpc>
                <a:spcBef>
                  <a:spcPts val="100"/>
                </a:spcBef>
              </a:pPr>
              <a:r>
                <a:rPr lang="zh-CN" altLang="en-US" sz="2400" dirty="0">
                  <a:latin typeface="Calibri"/>
                  <a:cs typeface="Calibri"/>
                </a:rPr>
                <a:t>数据</a:t>
              </a:r>
              <a:endParaRPr sz="2400" dirty="0">
                <a:latin typeface="Calibri"/>
                <a:cs typeface="Calibri"/>
              </a:endParaRPr>
            </a:p>
          </p:txBody>
        </p:sp>
      </p:grpSp>
      <p:sp>
        <p:nvSpPr>
          <p:cNvPr id="18" name="object 20">
            <a:extLst>
              <a:ext uri="{FF2B5EF4-FFF2-40B4-BE49-F238E27FC236}">
                <a16:creationId xmlns:a16="http://schemas.microsoft.com/office/drawing/2014/main" id="{8354252B-7A47-6409-5402-9EA75595A2B4}"/>
              </a:ext>
            </a:extLst>
          </p:cNvPr>
          <p:cNvSpPr/>
          <p:nvPr/>
        </p:nvSpPr>
        <p:spPr>
          <a:xfrm>
            <a:off x="1670766" y="3231311"/>
            <a:ext cx="1912620" cy="1089659"/>
          </a:xfrm>
          <a:prstGeom prst="rect">
            <a:avLst/>
          </a:prstGeom>
          <a:blipFill>
            <a:blip r:embed="rId8" cstate="print"/>
            <a:stretch>
              <a:fillRect/>
            </a:stretch>
          </a:blipFill>
        </p:spPr>
        <p:txBody>
          <a:bodyPr wrap="square" lIns="0" tIns="0" rIns="0" bIns="0" rtlCol="0"/>
          <a:lstStyle/>
          <a:p>
            <a:endParaRPr/>
          </a:p>
        </p:txBody>
      </p:sp>
      <p:sp>
        <p:nvSpPr>
          <p:cNvPr id="20" name="object 22">
            <a:extLst>
              <a:ext uri="{FF2B5EF4-FFF2-40B4-BE49-F238E27FC236}">
                <a16:creationId xmlns:a16="http://schemas.microsoft.com/office/drawing/2014/main" id="{75969474-4B1C-F9AB-79B3-DEDB452FE2C6}"/>
              </a:ext>
            </a:extLst>
          </p:cNvPr>
          <p:cNvSpPr txBox="1"/>
          <p:nvPr/>
        </p:nvSpPr>
        <p:spPr>
          <a:xfrm>
            <a:off x="1841556" y="3378885"/>
            <a:ext cx="1569720" cy="751488"/>
          </a:xfrm>
          <a:prstGeom prst="rect">
            <a:avLst/>
          </a:prstGeom>
        </p:spPr>
        <p:txBody>
          <a:bodyPr vert="horz" wrap="square" lIns="0" tIns="12700" rIns="0" bIns="0" rtlCol="0">
            <a:spAutoFit/>
          </a:bodyPr>
          <a:lstStyle/>
          <a:p>
            <a:pPr marL="12700">
              <a:lnSpc>
                <a:spcPct val="100000"/>
              </a:lnSpc>
              <a:spcBef>
                <a:spcPts val="100"/>
              </a:spcBef>
            </a:pPr>
            <a:r>
              <a:rPr lang="zh-CN" altLang="en-US" sz="2400" spc="-5" dirty="0">
                <a:latin typeface="Calibri"/>
                <a:cs typeface="Calibri"/>
              </a:rPr>
              <a:t>模型和数据   的拟合</a:t>
            </a:r>
            <a:endParaRPr sz="2400" dirty="0">
              <a:latin typeface="Calibri"/>
              <a:cs typeface="Calibri"/>
            </a:endParaRPr>
          </a:p>
        </p:txBody>
      </p:sp>
      <p:sp>
        <p:nvSpPr>
          <p:cNvPr id="22" name="object 24">
            <a:extLst>
              <a:ext uri="{FF2B5EF4-FFF2-40B4-BE49-F238E27FC236}">
                <a16:creationId xmlns:a16="http://schemas.microsoft.com/office/drawing/2014/main" id="{A222D217-DCC9-5F22-162B-16E8D514BB30}"/>
              </a:ext>
            </a:extLst>
          </p:cNvPr>
          <p:cNvSpPr/>
          <p:nvPr/>
        </p:nvSpPr>
        <p:spPr>
          <a:xfrm>
            <a:off x="2591262" y="4344593"/>
            <a:ext cx="114300" cy="545465"/>
          </a:xfrm>
          <a:custGeom>
            <a:avLst/>
            <a:gdLst/>
            <a:ahLst/>
            <a:cxnLst/>
            <a:rect l="l" t="t" r="r" b="b"/>
            <a:pathLst>
              <a:path w="114300" h="545464">
                <a:moveTo>
                  <a:pt x="76200" y="95250"/>
                </a:moveTo>
                <a:lnTo>
                  <a:pt x="38100" y="95250"/>
                </a:lnTo>
                <a:lnTo>
                  <a:pt x="38100" y="545465"/>
                </a:lnTo>
                <a:lnTo>
                  <a:pt x="76200" y="545465"/>
                </a:lnTo>
                <a:lnTo>
                  <a:pt x="76200" y="95250"/>
                </a:lnTo>
                <a:close/>
              </a:path>
              <a:path w="114300" h="545464">
                <a:moveTo>
                  <a:pt x="57150" y="0"/>
                </a:moveTo>
                <a:lnTo>
                  <a:pt x="0" y="114300"/>
                </a:lnTo>
                <a:lnTo>
                  <a:pt x="38100" y="114300"/>
                </a:lnTo>
                <a:lnTo>
                  <a:pt x="38100" y="95250"/>
                </a:lnTo>
                <a:lnTo>
                  <a:pt x="104775" y="95250"/>
                </a:lnTo>
                <a:lnTo>
                  <a:pt x="57150" y="0"/>
                </a:lnTo>
                <a:close/>
              </a:path>
              <a:path w="114300" h="545464">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23" name="object 25">
            <a:extLst>
              <a:ext uri="{FF2B5EF4-FFF2-40B4-BE49-F238E27FC236}">
                <a16:creationId xmlns:a16="http://schemas.microsoft.com/office/drawing/2014/main" id="{10D98307-3699-5813-2EDF-87163526D299}"/>
              </a:ext>
            </a:extLst>
          </p:cNvPr>
          <p:cNvSpPr/>
          <p:nvPr/>
        </p:nvSpPr>
        <p:spPr>
          <a:xfrm>
            <a:off x="2591262" y="2729154"/>
            <a:ext cx="114300" cy="481330"/>
          </a:xfrm>
          <a:custGeom>
            <a:avLst/>
            <a:gdLst/>
            <a:ahLst/>
            <a:cxnLst/>
            <a:rect l="l" t="t" r="r" b="b"/>
            <a:pathLst>
              <a:path w="114300" h="481329">
                <a:moveTo>
                  <a:pt x="38100" y="366649"/>
                </a:moveTo>
                <a:lnTo>
                  <a:pt x="0" y="366649"/>
                </a:lnTo>
                <a:lnTo>
                  <a:pt x="57150" y="480949"/>
                </a:lnTo>
                <a:lnTo>
                  <a:pt x="104775" y="385699"/>
                </a:lnTo>
                <a:lnTo>
                  <a:pt x="38100" y="385699"/>
                </a:lnTo>
                <a:lnTo>
                  <a:pt x="38100" y="366649"/>
                </a:lnTo>
                <a:close/>
              </a:path>
              <a:path w="114300" h="481329">
                <a:moveTo>
                  <a:pt x="76200" y="0"/>
                </a:moveTo>
                <a:lnTo>
                  <a:pt x="38100" y="0"/>
                </a:lnTo>
                <a:lnTo>
                  <a:pt x="38100" y="385699"/>
                </a:lnTo>
                <a:lnTo>
                  <a:pt x="76200" y="385699"/>
                </a:lnTo>
                <a:lnTo>
                  <a:pt x="76200" y="0"/>
                </a:lnTo>
                <a:close/>
              </a:path>
              <a:path w="114300" h="481329">
                <a:moveTo>
                  <a:pt x="114300" y="366649"/>
                </a:moveTo>
                <a:lnTo>
                  <a:pt x="76200" y="366649"/>
                </a:lnTo>
                <a:lnTo>
                  <a:pt x="76200" y="385699"/>
                </a:lnTo>
                <a:lnTo>
                  <a:pt x="104775" y="385699"/>
                </a:lnTo>
                <a:lnTo>
                  <a:pt x="114300" y="366649"/>
                </a:lnTo>
                <a:close/>
              </a:path>
            </a:pathLst>
          </a:custGeom>
          <a:solidFill>
            <a:srgbClr val="000000"/>
          </a:solidFill>
        </p:spPr>
        <p:txBody>
          <a:bodyPr wrap="square" lIns="0" tIns="0" rIns="0" bIns="0" rtlCol="0"/>
          <a:lstStyle/>
          <a:p>
            <a:endParaRPr/>
          </a:p>
        </p:txBody>
      </p:sp>
      <p:sp>
        <p:nvSpPr>
          <p:cNvPr id="24" name="object 26">
            <a:extLst>
              <a:ext uri="{FF2B5EF4-FFF2-40B4-BE49-F238E27FC236}">
                <a16:creationId xmlns:a16="http://schemas.microsoft.com/office/drawing/2014/main" id="{E8D48CB0-54C3-EC2C-8043-16D2BDD1CE32}"/>
              </a:ext>
            </a:extLst>
          </p:cNvPr>
          <p:cNvSpPr txBox="1"/>
          <p:nvPr/>
        </p:nvSpPr>
        <p:spPr>
          <a:xfrm>
            <a:off x="3462228" y="5785332"/>
            <a:ext cx="1297305"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212121"/>
                </a:solidFill>
                <a:latin typeface="Arial"/>
                <a:cs typeface="Arial"/>
              </a:rPr>
              <a:t>“monkey”</a:t>
            </a:r>
            <a:endParaRPr sz="2400">
              <a:latin typeface="Arial"/>
              <a:cs typeface="Arial"/>
            </a:endParaRPr>
          </a:p>
        </p:txBody>
      </p:sp>
      <p:sp>
        <p:nvSpPr>
          <p:cNvPr id="25" name="object 27">
            <a:extLst>
              <a:ext uri="{FF2B5EF4-FFF2-40B4-BE49-F238E27FC236}">
                <a16:creationId xmlns:a16="http://schemas.microsoft.com/office/drawing/2014/main" id="{E96D7731-E0A2-8DE9-DAA6-4F8E0B746A1F}"/>
              </a:ext>
            </a:extLst>
          </p:cNvPr>
          <p:cNvSpPr/>
          <p:nvPr/>
        </p:nvSpPr>
        <p:spPr>
          <a:xfrm>
            <a:off x="3644347" y="4692828"/>
            <a:ext cx="931163" cy="1051560"/>
          </a:xfrm>
          <a:prstGeom prst="rect">
            <a:avLst/>
          </a:prstGeom>
          <a:blipFill>
            <a:blip r:embed="rId9" cstate="print"/>
            <a:stretch>
              <a:fillRect/>
            </a:stretch>
          </a:blipFill>
        </p:spPr>
        <p:txBody>
          <a:bodyPr wrap="square" lIns="0" tIns="0" rIns="0" bIns="0" rtlCol="0"/>
          <a:lstStyle/>
          <a:p>
            <a:endParaRPr/>
          </a:p>
        </p:txBody>
      </p:sp>
      <p:sp>
        <p:nvSpPr>
          <p:cNvPr id="26" name="object 28">
            <a:extLst>
              <a:ext uri="{FF2B5EF4-FFF2-40B4-BE49-F238E27FC236}">
                <a16:creationId xmlns:a16="http://schemas.microsoft.com/office/drawing/2014/main" id="{1CE36256-5229-E6B1-2D38-9E69C85E763C}"/>
              </a:ext>
            </a:extLst>
          </p:cNvPr>
          <p:cNvSpPr/>
          <p:nvPr/>
        </p:nvSpPr>
        <p:spPr>
          <a:xfrm>
            <a:off x="4918411" y="4692828"/>
            <a:ext cx="899160" cy="1074420"/>
          </a:xfrm>
          <a:prstGeom prst="rect">
            <a:avLst/>
          </a:prstGeom>
          <a:blipFill>
            <a:blip r:embed="rId10" cstate="print"/>
            <a:stretch>
              <a:fillRect/>
            </a:stretch>
          </a:blipFill>
        </p:spPr>
        <p:txBody>
          <a:bodyPr wrap="square" lIns="0" tIns="0" rIns="0" bIns="0" rtlCol="0"/>
          <a:lstStyle/>
          <a:p>
            <a:endParaRPr/>
          </a:p>
        </p:txBody>
      </p:sp>
      <p:sp>
        <p:nvSpPr>
          <p:cNvPr id="27" name="object 29">
            <a:extLst>
              <a:ext uri="{FF2B5EF4-FFF2-40B4-BE49-F238E27FC236}">
                <a16:creationId xmlns:a16="http://schemas.microsoft.com/office/drawing/2014/main" id="{D637D2F1-9A65-1885-749E-EF7C742C862D}"/>
              </a:ext>
            </a:extLst>
          </p:cNvPr>
          <p:cNvSpPr txBox="1"/>
          <p:nvPr/>
        </p:nvSpPr>
        <p:spPr>
          <a:xfrm>
            <a:off x="5062429" y="5799658"/>
            <a:ext cx="650240" cy="39179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alibri"/>
                <a:cs typeface="Calibri"/>
              </a:rPr>
              <a:t>“cat”</a:t>
            </a:r>
            <a:endParaRPr sz="2400">
              <a:latin typeface="Calibri"/>
              <a:cs typeface="Calibri"/>
            </a:endParaRPr>
          </a:p>
        </p:txBody>
      </p:sp>
      <p:sp>
        <p:nvSpPr>
          <p:cNvPr id="28" name="object 30">
            <a:extLst>
              <a:ext uri="{FF2B5EF4-FFF2-40B4-BE49-F238E27FC236}">
                <a16:creationId xmlns:a16="http://schemas.microsoft.com/office/drawing/2014/main" id="{3C6C6685-B615-4BFA-DF54-22F89EA32EC4}"/>
              </a:ext>
            </a:extLst>
          </p:cNvPr>
          <p:cNvSpPr txBox="1"/>
          <p:nvPr/>
        </p:nvSpPr>
        <p:spPr>
          <a:xfrm>
            <a:off x="6197809" y="5762777"/>
            <a:ext cx="742315" cy="391160"/>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Calibri"/>
                <a:cs typeface="Calibri"/>
              </a:rPr>
              <a:t>“</a:t>
            </a:r>
            <a:r>
              <a:rPr sz="2400" spc="-5" dirty="0">
                <a:latin typeface="Calibri"/>
                <a:cs typeface="Calibri"/>
              </a:rPr>
              <a:t>do</a:t>
            </a:r>
            <a:r>
              <a:rPr sz="2400" spc="80" dirty="0">
                <a:latin typeface="Calibri"/>
                <a:cs typeface="Calibri"/>
              </a:rPr>
              <a:t>g</a:t>
            </a:r>
            <a:r>
              <a:rPr sz="2400" dirty="0">
                <a:latin typeface="Calibri"/>
                <a:cs typeface="Calibri"/>
              </a:rPr>
              <a:t>”</a:t>
            </a:r>
            <a:endParaRPr sz="2400">
              <a:latin typeface="Calibri"/>
              <a:cs typeface="Calibri"/>
            </a:endParaRPr>
          </a:p>
        </p:txBody>
      </p:sp>
      <p:sp>
        <p:nvSpPr>
          <p:cNvPr id="29" name="object 31">
            <a:extLst>
              <a:ext uri="{FF2B5EF4-FFF2-40B4-BE49-F238E27FC236}">
                <a16:creationId xmlns:a16="http://schemas.microsoft.com/office/drawing/2014/main" id="{DCC95081-9A4B-4F66-CA27-C0552B44F6B1}"/>
              </a:ext>
            </a:extLst>
          </p:cNvPr>
          <p:cNvSpPr/>
          <p:nvPr/>
        </p:nvSpPr>
        <p:spPr>
          <a:xfrm>
            <a:off x="6160471" y="4705019"/>
            <a:ext cx="824484" cy="1062227"/>
          </a:xfrm>
          <a:prstGeom prst="rect">
            <a:avLst/>
          </a:prstGeom>
          <a:blipFill>
            <a:blip r:embed="rId11" cstate="print"/>
            <a:stretch>
              <a:fillRect/>
            </a:stretch>
          </a:blipFill>
        </p:spPr>
        <p:txBody>
          <a:bodyPr wrap="square" lIns="0" tIns="0" rIns="0" bIns="0" rtlCol="0"/>
          <a:lstStyle/>
          <a:p>
            <a:endParaRPr/>
          </a:p>
        </p:txBody>
      </p:sp>
      <p:sp>
        <p:nvSpPr>
          <p:cNvPr id="30" name="object 32">
            <a:extLst>
              <a:ext uri="{FF2B5EF4-FFF2-40B4-BE49-F238E27FC236}">
                <a16:creationId xmlns:a16="http://schemas.microsoft.com/office/drawing/2014/main" id="{45B133B8-D5F6-FDA6-F2DE-BD476572A16D}"/>
              </a:ext>
            </a:extLst>
          </p:cNvPr>
          <p:cNvSpPr txBox="1"/>
          <p:nvPr/>
        </p:nvSpPr>
        <p:spPr>
          <a:xfrm>
            <a:off x="5334422" y="3712554"/>
            <a:ext cx="289560" cy="417195"/>
          </a:xfrm>
          <a:prstGeom prst="rect">
            <a:avLst/>
          </a:prstGeom>
        </p:spPr>
        <p:txBody>
          <a:bodyPr vert="horz" wrap="square" lIns="0" tIns="14604" rIns="0" bIns="0" rtlCol="0">
            <a:spAutoFit/>
          </a:bodyPr>
          <a:lstStyle/>
          <a:p>
            <a:pPr marL="12700">
              <a:lnSpc>
                <a:spcPct val="100000"/>
              </a:lnSpc>
              <a:spcBef>
                <a:spcPts val="114"/>
              </a:spcBef>
            </a:pPr>
            <a:r>
              <a:rPr sz="3825" i="1" spc="0" baseline="-25054" dirty="0">
                <a:latin typeface="Times New Roman"/>
                <a:cs typeface="Times New Roman"/>
              </a:rPr>
              <a:t>f</a:t>
            </a:r>
            <a:r>
              <a:rPr sz="3825" i="1" spc="-165" baseline="-25054" dirty="0">
                <a:latin typeface="Times New Roman"/>
                <a:cs typeface="Times New Roman"/>
              </a:rPr>
              <a:t> </a:t>
            </a:r>
            <a:r>
              <a:rPr sz="1500" spc="-5" dirty="0">
                <a:latin typeface="Times New Roman"/>
                <a:cs typeface="Times New Roman"/>
              </a:rPr>
              <a:t>*</a:t>
            </a:r>
            <a:endParaRPr sz="1500">
              <a:latin typeface="Times New Roman"/>
              <a:cs typeface="Times New Roman"/>
            </a:endParaRPr>
          </a:p>
        </p:txBody>
      </p:sp>
      <p:sp>
        <p:nvSpPr>
          <p:cNvPr id="31" name="object 33">
            <a:extLst>
              <a:ext uri="{FF2B5EF4-FFF2-40B4-BE49-F238E27FC236}">
                <a16:creationId xmlns:a16="http://schemas.microsoft.com/office/drawing/2014/main" id="{14681E3D-15A0-C282-04C9-FACFDBFD5BCB}"/>
              </a:ext>
            </a:extLst>
          </p:cNvPr>
          <p:cNvSpPr txBox="1"/>
          <p:nvPr/>
        </p:nvSpPr>
        <p:spPr>
          <a:xfrm>
            <a:off x="4001090" y="3297224"/>
            <a:ext cx="3020695" cy="391160"/>
          </a:xfrm>
          <a:prstGeom prst="rect">
            <a:avLst/>
          </a:prstGeom>
        </p:spPr>
        <p:txBody>
          <a:bodyPr vert="horz" wrap="square" lIns="0" tIns="12700" rIns="0" bIns="0" rtlCol="0">
            <a:spAutoFit/>
          </a:bodyPr>
          <a:lstStyle/>
          <a:p>
            <a:pPr marL="12700" algn="ctr">
              <a:lnSpc>
                <a:spcPct val="100000"/>
              </a:lnSpc>
              <a:spcBef>
                <a:spcPts val="100"/>
              </a:spcBef>
            </a:pPr>
            <a:r>
              <a:rPr lang="zh-CN" altLang="en-US" sz="2400" dirty="0">
                <a:latin typeface="Calibri"/>
                <a:cs typeface="Calibri"/>
              </a:rPr>
              <a:t>选择最优函数</a:t>
            </a:r>
            <a:endParaRPr sz="2400" dirty="0">
              <a:latin typeface="Calibri"/>
              <a:cs typeface="Calibri"/>
            </a:endParaRPr>
          </a:p>
        </p:txBody>
      </p:sp>
      <p:sp>
        <p:nvSpPr>
          <p:cNvPr id="32" name="object 34">
            <a:extLst>
              <a:ext uri="{FF2B5EF4-FFF2-40B4-BE49-F238E27FC236}">
                <a16:creationId xmlns:a16="http://schemas.microsoft.com/office/drawing/2014/main" id="{4C45477A-6442-4374-F737-FB34FCCF9417}"/>
              </a:ext>
            </a:extLst>
          </p:cNvPr>
          <p:cNvSpPr/>
          <p:nvPr/>
        </p:nvSpPr>
        <p:spPr>
          <a:xfrm>
            <a:off x="3600912" y="3726611"/>
            <a:ext cx="3724910" cy="114300"/>
          </a:xfrm>
          <a:custGeom>
            <a:avLst/>
            <a:gdLst/>
            <a:ahLst/>
            <a:cxnLst/>
            <a:rect l="l" t="t" r="r" b="b"/>
            <a:pathLst>
              <a:path w="3724909" h="114300">
                <a:moveTo>
                  <a:pt x="3610610" y="0"/>
                </a:moveTo>
                <a:lnTo>
                  <a:pt x="3610610" y="114300"/>
                </a:lnTo>
                <a:lnTo>
                  <a:pt x="3686810" y="76200"/>
                </a:lnTo>
                <a:lnTo>
                  <a:pt x="3629660" y="76200"/>
                </a:lnTo>
                <a:lnTo>
                  <a:pt x="3629660" y="38100"/>
                </a:lnTo>
                <a:lnTo>
                  <a:pt x="3686810" y="38100"/>
                </a:lnTo>
                <a:lnTo>
                  <a:pt x="3610610" y="0"/>
                </a:lnTo>
                <a:close/>
              </a:path>
              <a:path w="3724909" h="114300">
                <a:moveTo>
                  <a:pt x="3610610" y="38100"/>
                </a:moveTo>
                <a:lnTo>
                  <a:pt x="0" y="38100"/>
                </a:lnTo>
                <a:lnTo>
                  <a:pt x="0" y="76200"/>
                </a:lnTo>
                <a:lnTo>
                  <a:pt x="3610610" y="76200"/>
                </a:lnTo>
                <a:lnTo>
                  <a:pt x="3610610" y="38100"/>
                </a:lnTo>
                <a:close/>
              </a:path>
              <a:path w="3724909" h="114300">
                <a:moveTo>
                  <a:pt x="3686810" y="38100"/>
                </a:moveTo>
                <a:lnTo>
                  <a:pt x="3629660" y="38100"/>
                </a:lnTo>
                <a:lnTo>
                  <a:pt x="3629660" y="76200"/>
                </a:lnTo>
                <a:lnTo>
                  <a:pt x="3686810" y="76200"/>
                </a:lnTo>
                <a:lnTo>
                  <a:pt x="3724910" y="57150"/>
                </a:lnTo>
                <a:lnTo>
                  <a:pt x="3686810" y="38100"/>
                </a:lnTo>
                <a:close/>
              </a:path>
            </a:pathLst>
          </a:custGeom>
          <a:solidFill>
            <a:srgbClr val="000000"/>
          </a:solidFill>
        </p:spPr>
        <p:txBody>
          <a:bodyPr wrap="square" lIns="0" tIns="0" rIns="0" bIns="0" rtlCol="0"/>
          <a:lstStyle/>
          <a:p>
            <a:endParaRPr/>
          </a:p>
        </p:txBody>
      </p:sp>
      <p:sp>
        <p:nvSpPr>
          <p:cNvPr id="33" name="object 35">
            <a:extLst>
              <a:ext uri="{FF2B5EF4-FFF2-40B4-BE49-F238E27FC236}">
                <a16:creationId xmlns:a16="http://schemas.microsoft.com/office/drawing/2014/main" id="{1D752FDD-E1AD-8723-A309-100A5ABD586F}"/>
              </a:ext>
            </a:extLst>
          </p:cNvPr>
          <p:cNvSpPr/>
          <p:nvPr/>
        </p:nvSpPr>
        <p:spPr>
          <a:xfrm>
            <a:off x="7353762" y="3199307"/>
            <a:ext cx="2069592" cy="1091183"/>
          </a:xfrm>
          <a:prstGeom prst="rect">
            <a:avLst/>
          </a:prstGeom>
          <a:blipFill>
            <a:blip r:embed="rId12" cstate="print"/>
            <a:stretch>
              <a:fillRect/>
            </a:stretch>
          </a:blipFill>
        </p:spPr>
        <p:txBody>
          <a:bodyPr wrap="square" lIns="0" tIns="0" rIns="0" bIns="0" rtlCol="0"/>
          <a:lstStyle/>
          <a:p>
            <a:endParaRPr/>
          </a:p>
        </p:txBody>
      </p:sp>
      <p:sp>
        <p:nvSpPr>
          <p:cNvPr id="34" name="object 36">
            <a:extLst>
              <a:ext uri="{FF2B5EF4-FFF2-40B4-BE49-F238E27FC236}">
                <a16:creationId xmlns:a16="http://schemas.microsoft.com/office/drawing/2014/main" id="{7E1DC0B9-8244-F06C-7658-882DD79876B1}"/>
              </a:ext>
            </a:extLst>
          </p:cNvPr>
          <p:cNvSpPr/>
          <p:nvPr/>
        </p:nvSpPr>
        <p:spPr>
          <a:xfrm>
            <a:off x="7353762" y="3199307"/>
            <a:ext cx="2070100" cy="1091565"/>
          </a:xfrm>
          <a:custGeom>
            <a:avLst/>
            <a:gdLst/>
            <a:ahLst/>
            <a:cxnLst/>
            <a:rect l="l" t="t" r="r" b="b"/>
            <a:pathLst>
              <a:path w="2070100" h="1091564">
                <a:moveTo>
                  <a:pt x="0" y="181863"/>
                </a:moveTo>
                <a:lnTo>
                  <a:pt x="6495" y="133511"/>
                </a:lnTo>
                <a:lnTo>
                  <a:pt x="24826" y="90066"/>
                </a:lnTo>
                <a:lnTo>
                  <a:pt x="53260" y="53260"/>
                </a:lnTo>
                <a:lnTo>
                  <a:pt x="90066" y="24826"/>
                </a:lnTo>
                <a:lnTo>
                  <a:pt x="133511" y="6495"/>
                </a:lnTo>
                <a:lnTo>
                  <a:pt x="181864" y="0"/>
                </a:lnTo>
                <a:lnTo>
                  <a:pt x="1887728" y="0"/>
                </a:lnTo>
                <a:lnTo>
                  <a:pt x="1936080" y="6495"/>
                </a:lnTo>
                <a:lnTo>
                  <a:pt x="1979525" y="24826"/>
                </a:lnTo>
                <a:lnTo>
                  <a:pt x="2016331" y="53260"/>
                </a:lnTo>
                <a:lnTo>
                  <a:pt x="2044765" y="90066"/>
                </a:lnTo>
                <a:lnTo>
                  <a:pt x="2063096" y="133511"/>
                </a:lnTo>
                <a:lnTo>
                  <a:pt x="2069592" y="181863"/>
                </a:lnTo>
                <a:lnTo>
                  <a:pt x="2069592" y="909319"/>
                </a:lnTo>
                <a:lnTo>
                  <a:pt x="2063096" y="957672"/>
                </a:lnTo>
                <a:lnTo>
                  <a:pt x="2044765" y="1001117"/>
                </a:lnTo>
                <a:lnTo>
                  <a:pt x="2016331" y="1037923"/>
                </a:lnTo>
                <a:lnTo>
                  <a:pt x="1979525" y="1066357"/>
                </a:lnTo>
                <a:lnTo>
                  <a:pt x="1936080" y="1084688"/>
                </a:lnTo>
                <a:lnTo>
                  <a:pt x="1887728" y="1091183"/>
                </a:lnTo>
                <a:lnTo>
                  <a:pt x="181864" y="1091183"/>
                </a:lnTo>
                <a:lnTo>
                  <a:pt x="133511" y="1084688"/>
                </a:lnTo>
                <a:lnTo>
                  <a:pt x="90066" y="1066357"/>
                </a:lnTo>
                <a:lnTo>
                  <a:pt x="53260" y="1037923"/>
                </a:lnTo>
                <a:lnTo>
                  <a:pt x="24826" y="1001117"/>
                </a:lnTo>
                <a:lnTo>
                  <a:pt x="6495" y="957672"/>
                </a:lnTo>
                <a:lnTo>
                  <a:pt x="0" y="909319"/>
                </a:lnTo>
                <a:lnTo>
                  <a:pt x="0" y="181863"/>
                </a:lnTo>
                <a:close/>
              </a:path>
            </a:pathLst>
          </a:custGeom>
          <a:ln w="6095">
            <a:solidFill>
              <a:srgbClr val="6FAC46"/>
            </a:solidFill>
          </a:ln>
        </p:spPr>
        <p:txBody>
          <a:bodyPr wrap="square" lIns="0" tIns="0" rIns="0" bIns="0" rtlCol="0"/>
          <a:lstStyle/>
          <a:p>
            <a:endParaRPr/>
          </a:p>
        </p:txBody>
      </p:sp>
      <p:sp>
        <p:nvSpPr>
          <p:cNvPr id="35" name="object 37">
            <a:extLst>
              <a:ext uri="{FF2B5EF4-FFF2-40B4-BE49-F238E27FC236}">
                <a16:creationId xmlns:a16="http://schemas.microsoft.com/office/drawing/2014/main" id="{812C6489-CAC6-52DC-9663-7EDB92E27066}"/>
              </a:ext>
            </a:extLst>
          </p:cNvPr>
          <p:cNvSpPr txBox="1"/>
          <p:nvPr/>
        </p:nvSpPr>
        <p:spPr>
          <a:xfrm>
            <a:off x="7759528" y="3530397"/>
            <a:ext cx="7137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U</a:t>
            </a:r>
            <a:r>
              <a:rPr sz="2400" spc="-10" dirty="0">
                <a:latin typeface="Calibri"/>
                <a:cs typeface="Calibri"/>
              </a:rPr>
              <a:t>s</a:t>
            </a:r>
            <a:r>
              <a:rPr sz="2400" dirty="0">
                <a:latin typeface="Calibri"/>
                <a:cs typeface="Calibri"/>
              </a:rPr>
              <a:t>ing</a:t>
            </a:r>
            <a:endParaRPr sz="2400">
              <a:latin typeface="Calibri"/>
              <a:cs typeface="Calibri"/>
            </a:endParaRPr>
          </a:p>
        </p:txBody>
      </p:sp>
      <p:sp>
        <p:nvSpPr>
          <p:cNvPr id="36" name="object 38">
            <a:extLst>
              <a:ext uri="{FF2B5EF4-FFF2-40B4-BE49-F238E27FC236}">
                <a16:creationId xmlns:a16="http://schemas.microsoft.com/office/drawing/2014/main" id="{8A89FC1E-5480-E3D0-B6A8-1C61D2436AAA}"/>
              </a:ext>
            </a:extLst>
          </p:cNvPr>
          <p:cNvSpPr/>
          <p:nvPr/>
        </p:nvSpPr>
        <p:spPr>
          <a:xfrm>
            <a:off x="8336743" y="4350690"/>
            <a:ext cx="114300" cy="545465"/>
          </a:xfrm>
          <a:custGeom>
            <a:avLst/>
            <a:gdLst/>
            <a:ahLst/>
            <a:cxnLst/>
            <a:rect l="l" t="t" r="r" b="b"/>
            <a:pathLst>
              <a:path w="114300" h="545464">
                <a:moveTo>
                  <a:pt x="76200" y="95250"/>
                </a:moveTo>
                <a:lnTo>
                  <a:pt x="38100" y="95250"/>
                </a:lnTo>
                <a:lnTo>
                  <a:pt x="38100" y="545465"/>
                </a:lnTo>
                <a:lnTo>
                  <a:pt x="76200" y="545465"/>
                </a:lnTo>
                <a:lnTo>
                  <a:pt x="76200" y="95250"/>
                </a:lnTo>
                <a:close/>
              </a:path>
              <a:path w="114300" h="545464">
                <a:moveTo>
                  <a:pt x="57150" y="0"/>
                </a:moveTo>
                <a:lnTo>
                  <a:pt x="0" y="114300"/>
                </a:lnTo>
                <a:lnTo>
                  <a:pt x="38100" y="114300"/>
                </a:lnTo>
                <a:lnTo>
                  <a:pt x="38100" y="95250"/>
                </a:lnTo>
                <a:lnTo>
                  <a:pt x="104775" y="95250"/>
                </a:lnTo>
                <a:lnTo>
                  <a:pt x="57150" y="0"/>
                </a:lnTo>
                <a:close/>
              </a:path>
              <a:path w="114300" h="545464">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37" name="object 39">
            <a:extLst>
              <a:ext uri="{FF2B5EF4-FFF2-40B4-BE49-F238E27FC236}">
                <a16:creationId xmlns:a16="http://schemas.microsoft.com/office/drawing/2014/main" id="{BD1ED82F-79AB-6375-99CE-B8EE01A0EB44}"/>
              </a:ext>
            </a:extLst>
          </p:cNvPr>
          <p:cNvSpPr/>
          <p:nvPr/>
        </p:nvSpPr>
        <p:spPr>
          <a:xfrm>
            <a:off x="8312358" y="2703245"/>
            <a:ext cx="114300" cy="497840"/>
          </a:xfrm>
          <a:custGeom>
            <a:avLst/>
            <a:gdLst/>
            <a:ahLst/>
            <a:cxnLst/>
            <a:rect l="l" t="t" r="r" b="b"/>
            <a:pathLst>
              <a:path w="114300" h="497839">
                <a:moveTo>
                  <a:pt x="76200" y="95250"/>
                </a:moveTo>
                <a:lnTo>
                  <a:pt x="38100" y="95250"/>
                </a:lnTo>
                <a:lnTo>
                  <a:pt x="38100" y="497332"/>
                </a:lnTo>
                <a:lnTo>
                  <a:pt x="76200" y="497332"/>
                </a:lnTo>
                <a:lnTo>
                  <a:pt x="76200" y="95250"/>
                </a:lnTo>
                <a:close/>
              </a:path>
              <a:path w="114300" h="497839">
                <a:moveTo>
                  <a:pt x="57150" y="0"/>
                </a:moveTo>
                <a:lnTo>
                  <a:pt x="0" y="114300"/>
                </a:lnTo>
                <a:lnTo>
                  <a:pt x="38100" y="114300"/>
                </a:lnTo>
                <a:lnTo>
                  <a:pt x="38100" y="95250"/>
                </a:lnTo>
                <a:lnTo>
                  <a:pt x="104775" y="95250"/>
                </a:lnTo>
                <a:lnTo>
                  <a:pt x="57150" y="0"/>
                </a:lnTo>
                <a:close/>
              </a:path>
              <a:path w="114300" h="497839">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38" name="object 40">
            <a:extLst>
              <a:ext uri="{FF2B5EF4-FFF2-40B4-BE49-F238E27FC236}">
                <a16:creationId xmlns:a16="http://schemas.microsoft.com/office/drawing/2014/main" id="{C2B9CEC5-BB54-EB32-607E-3F0B5525C413}"/>
              </a:ext>
            </a:extLst>
          </p:cNvPr>
          <p:cNvSpPr txBox="1"/>
          <p:nvPr/>
        </p:nvSpPr>
        <p:spPr>
          <a:xfrm>
            <a:off x="8752366" y="3368130"/>
            <a:ext cx="291465" cy="417195"/>
          </a:xfrm>
          <a:prstGeom prst="rect">
            <a:avLst/>
          </a:prstGeom>
        </p:spPr>
        <p:txBody>
          <a:bodyPr vert="horz" wrap="square" lIns="0" tIns="14604" rIns="0" bIns="0" rtlCol="0">
            <a:spAutoFit/>
          </a:bodyPr>
          <a:lstStyle/>
          <a:p>
            <a:pPr marL="12700">
              <a:lnSpc>
                <a:spcPct val="100000"/>
              </a:lnSpc>
              <a:spcBef>
                <a:spcPts val="114"/>
              </a:spcBef>
            </a:pPr>
            <a:r>
              <a:rPr sz="3825" i="1" baseline="-25054" dirty="0">
                <a:latin typeface="Times New Roman"/>
                <a:cs typeface="Times New Roman"/>
              </a:rPr>
              <a:t>f</a:t>
            </a:r>
            <a:r>
              <a:rPr sz="3825" i="1" spc="-135" baseline="-25054" dirty="0">
                <a:latin typeface="Times New Roman"/>
                <a:cs typeface="Times New Roman"/>
              </a:rPr>
              <a:t> </a:t>
            </a:r>
            <a:r>
              <a:rPr sz="1500" spc="-5" dirty="0">
                <a:latin typeface="Symbol"/>
                <a:cs typeface="Symbol"/>
              </a:rPr>
              <a:t></a:t>
            </a:r>
            <a:endParaRPr sz="1500">
              <a:latin typeface="Symbol"/>
              <a:cs typeface="Symbol"/>
            </a:endParaRPr>
          </a:p>
        </p:txBody>
      </p:sp>
      <p:sp>
        <p:nvSpPr>
          <p:cNvPr id="39" name="object 41">
            <a:extLst>
              <a:ext uri="{FF2B5EF4-FFF2-40B4-BE49-F238E27FC236}">
                <a16:creationId xmlns:a16="http://schemas.microsoft.com/office/drawing/2014/main" id="{51568AC0-6255-093F-96B9-5BE5F8A551F4}"/>
              </a:ext>
            </a:extLst>
          </p:cNvPr>
          <p:cNvSpPr/>
          <p:nvPr/>
        </p:nvSpPr>
        <p:spPr>
          <a:xfrm>
            <a:off x="7856683" y="5002199"/>
            <a:ext cx="1089659" cy="827532"/>
          </a:xfrm>
          <a:prstGeom prst="rect">
            <a:avLst/>
          </a:prstGeom>
          <a:blipFill>
            <a:blip r:embed="rId13" cstate="print"/>
            <a:stretch>
              <a:fillRect/>
            </a:stretch>
          </a:blipFill>
        </p:spPr>
        <p:txBody>
          <a:bodyPr wrap="square" lIns="0" tIns="0" rIns="0" bIns="0" rtlCol="0"/>
          <a:lstStyle/>
          <a:p>
            <a:endParaRPr/>
          </a:p>
        </p:txBody>
      </p:sp>
      <p:sp>
        <p:nvSpPr>
          <p:cNvPr id="40" name="object 42">
            <a:extLst>
              <a:ext uri="{FF2B5EF4-FFF2-40B4-BE49-F238E27FC236}">
                <a16:creationId xmlns:a16="http://schemas.microsoft.com/office/drawing/2014/main" id="{90A48B79-5BE9-2A2F-8439-664A61DFFBFF}"/>
              </a:ext>
            </a:extLst>
          </p:cNvPr>
          <p:cNvSpPr txBox="1"/>
          <p:nvPr/>
        </p:nvSpPr>
        <p:spPr>
          <a:xfrm>
            <a:off x="8044896" y="2205151"/>
            <a:ext cx="649605" cy="391160"/>
          </a:xfrm>
          <a:prstGeom prst="rect">
            <a:avLst/>
          </a:prstGeom>
        </p:spPr>
        <p:txBody>
          <a:bodyPr vert="horz" wrap="square" lIns="0" tIns="12700" rIns="0" bIns="0" rtlCol="0">
            <a:spAutoFit/>
          </a:bodyPr>
          <a:lstStyle/>
          <a:p>
            <a:pPr marL="12700">
              <a:lnSpc>
                <a:spcPct val="100000"/>
              </a:lnSpc>
              <a:spcBef>
                <a:spcPts val="100"/>
              </a:spcBef>
            </a:pPr>
            <a:r>
              <a:rPr sz="2400" spc="-105" dirty="0">
                <a:latin typeface="Calibri"/>
                <a:cs typeface="Calibri"/>
              </a:rPr>
              <a:t>“</a:t>
            </a:r>
            <a:r>
              <a:rPr sz="2400" spc="-20" dirty="0">
                <a:latin typeface="Calibri"/>
                <a:cs typeface="Calibri"/>
              </a:rPr>
              <a:t>c</a:t>
            </a:r>
            <a:r>
              <a:rPr sz="2400" spc="-25" dirty="0">
                <a:latin typeface="Calibri"/>
                <a:cs typeface="Calibri"/>
              </a:rPr>
              <a:t>a</a:t>
            </a:r>
            <a:r>
              <a:rPr sz="2400" spc="75" dirty="0">
                <a:latin typeface="Calibri"/>
                <a:cs typeface="Calibri"/>
              </a:rPr>
              <a:t>t</a:t>
            </a:r>
            <a:r>
              <a:rPr sz="2400" dirty="0">
                <a:latin typeface="Calibri"/>
                <a:cs typeface="Calibri"/>
              </a:rPr>
              <a:t>”</a:t>
            </a:r>
            <a:endParaRPr sz="2400">
              <a:latin typeface="Calibri"/>
              <a:cs typeface="Calibri"/>
            </a:endParaRPr>
          </a:p>
        </p:txBody>
      </p:sp>
      <p:sp>
        <p:nvSpPr>
          <p:cNvPr id="41" name="object 43">
            <a:extLst>
              <a:ext uri="{FF2B5EF4-FFF2-40B4-BE49-F238E27FC236}">
                <a16:creationId xmlns:a16="http://schemas.microsoft.com/office/drawing/2014/main" id="{D5877BF0-9CEC-6F37-CA35-7BCA54391717}"/>
              </a:ext>
            </a:extLst>
          </p:cNvPr>
          <p:cNvSpPr/>
          <p:nvPr/>
        </p:nvSpPr>
        <p:spPr>
          <a:xfrm>
            <a:off x="1567896" y="1448994"/>
            <a:ext cx="5689600" cy="4799330"/>
          </a:xfrm>
          <a:custGeom>
            <a:avLst/>
            <a:gdLst/>
            <a:ahLst/>
            <a:cxnLst/>
            <a:rect l="l" t="t" r="r" b="b"/>
            <a:pathLst>
              <a:path w="5689600" h="4799330">
                <a:moveTo>
                  <a:pt x="0" y="4799076"/>
                </a:moveTo>
                <a:lnTo>
                  <a:pt x="5689092" y="4799076"/>
                </a:lnTo>
                <a:lnTo>
                  <a:pt x="5689092" y="0"/>
                </a:lnTo>
                <a:lnTo>
                  <a:pt x="0" y="0"/>
                </a:lnTo>
                <a:lnTo>
                  <a:pt x="0" y="4799076"/>
                </a:lnTo>
                <a:close/>
              </a:path>
            </a:pathLst>
          </a:custGeom>
          <a:ln w="38100">
            <a:solidFill>
              <a:srgbClr val="0000FF"/>
            </a:solidFill>
          </a:ln>
        </p:spPr>
        <p:txBody>
          <a:bodyPr wrap="square" lIns="0" tIns="0" rIns="0" bIns="0" rtlCol="0"/>
          <a:lstStyle/>
          <a:p>
            <a:endParaRPr/>
          </a:p>
        </p:txBody>
      </p:sp>
      <p:sp>
        <p:nvSpPr>
          <p:cNvPr id="42" name="object 44">
            <a:extLst>
              <a:ext uri="{FF2B5EF4-FFF2-40B4-BE49-F238E27FC236}">
                <a16:creationId xmlns:a16="http://schemas.microsoft.com/office/drawing/2014/main" id="{921B2C02-2231-E7AF-C89B-CE3405FBCDF4}"/>
              </a:ext>
            </a:extLst>
          </p:cNvPr>
          <p:cNvSpPr/>
          <p:nvPr/>
        </p:nvSpPr>
        <p:spPr>
          <a:xfrm>
            <a:off x="7255465" y="1448994"/>
            <a:ext cx="2341245" cy="4799330"/>
          </a:xfrm>
          <a:custGeom>
            <a:avLst/>
            <a:gdLst/>
            <a:ahLst/>
            <a:cxnLst/>
            <a:rect l="l" t="t" r="r" b="b"/>
            <a:pathLst>
              <a:path w="2341245" h="4799330">
                <a:moveTo>
                  <a:pt x="0" y="4799076"/>
                </a:moveTo>
                <a:lnTo>
                  <a:pt x="2340864" y="4799076"/>
                </a:lnTo>
                <a:lnTo>
                  <a:pt x="2340864" y="0"/>
                </a:lnTo>
                <a:lnTo>
                  <a:pt x="0" y="0"/>
                </a:lnTo>
                <a:lnTo>
                  <a:pt x="0" y="4799076"/>
                </a:lnTo>
                <a:close/>
              </a:path>
            </a:pathLst>
          </a:custGeom>
          <a:ln w="38099">
            <a:solidFill>
              <a:srgbClr val="0000FF"/>
            </a:solidFill>
          </a:ln>
        </p:spPr>
        <p:txBody>
          <a:bodyPr wrap="square" lIns="0" tIns="0" rIns="0" bIns="0" rtlCol="0"/>
          <a:lstStyle/>
          <a:p>
            <a:endParaRPr/>
          </a:p>
        </p:txBody>
      </p:sp>
      <p:grpSp>
        <p:nvGrpSpPr>
          <p:cNvPr id="70" name="组合 69">
            <a:extLst>
              <a:ext uri="{FF2B5EF4-FFF2-40B4-BE49-F238E27FC236}">
                <a16:creationId xmlns:a16="http://schemas.microsoft.com/office/drawing/2014/main" id="{52CE235B-EECB-48CE-0FA9-59CF55F414EB}"/>
              </a:ext>
            </a:extLst>
          </p:cNvPr>
          <p:cNvGrpSpPr/>
          <p:nvPr/>
        </p:nvGrpSpPr>
        <p:grpSpPr>
          <a:xfrm>
            <a:off x="5739847" y="1519860"/>
            <a:ext cx="1533144" cy="758951"/>
            <a:chOff x="5739847" y="1519860"/>
            <a:chExt cx="1533144" cy="758951"/>
          </a:xfrm>
        </p:grpSpPr>
        <p:sp>
          <p:nvSpPr>
            <p:cNvPr id="43" name="object 45">
              <a:extLst>
                <a:ext uri="{FF2B5EF4-FFF2-40B4-BE49-F238E27FC236}">
                  <a16:creationId xmlns:a16="http://schemas.microsoft.com/office/drawing/2014/main" id="{6EE14C56-D159-3F9F-FBEC-C6915D03BF4E}"/>
                </a:ext>
              </a:extLst>
            </p:cNvPr>
            <p:cNvSpPr/>
            <p:nvPr/>
          </p:nvSpPr>
          <p:spPr>
            <a:xfrm>
              <a:off x="5811474" y="1565579"/>
              <a:ext cx="1322831" cy="579120"/>
            </a:xfrm>
            <a:prstGeom prst="rect">
              <a:avLst/>
            </a:prstGeom>
            <a:blipFill>
              <a:blip r:embed="rId14" cstate="print"/>
              <a:stretch>
                <a:fillRect/>
              </a:stretch>
            </a:blipFill>
          </p:spPr>
          <p:txBody>
            <a:bodyPr wrap="square" lIns="0" tIns="0" rIns="0" bIns="0" rtlCol="0"/>
            <a:lstStyle/>
            <a:p>
              <a:endParaRPr/>
            </a:p>
          </p:txBody>
        </p:sp>
        <p:sp>
          <p:nvSpPr>
            <p:cNvPr id="44" name="object 46">
              <a:extLst>
                <a:ext uri="{FF2B5EF4-FFF2-40B4-BE49-F238E27FC236}">
                  <a16:creationId xmlns:a16="http://schemas.microsoft.com/office/drawing/2014/main" id="{D7C99CDD-2002-304D-4978-EEFE6C7E8454}"/>
                </a:ext>
              </a:extLst>
            </p:cNvPr>
            <p:cNvSpPr/>
            <p:nvPr/>
          </p:nvSpPr>
          <p:spPr>
            <a:xfrm>
              <a:off x="5739847" y="1519860"/>
              <a:ext cx="1533144" cy="758951"/>
            </a:xfrm>
            <a:prstGeom prst="rect">
              <a:avLst/>
            </a:prstGeom>
            <a:blipFill>
              <a:blip r:embed="rId15" cstate="print"/>
              <a:stretch>
                <a:fillRect/>
              </a:stretch>
            </a:blipFill>
          </p:spPr>
          <p:txBody>
            <a:bodyPr wrap="square" lIns="0" tIns="0" rIns="0" bIns="0" rtlCol="0"/>
            <a:lstStyle/>
            <a:p>
              <a:endParaRPr/>
            </a:p>
          </p:txBody>
        </p:sp>
        <p:sp>
          <p:nvSpPr>
            <p:cNvPr id="45" name="object 47">
              <a:extLst>
                <a:ext uri="{FF2B5EF4-FFF2-40B4-BE49-F238E27FC236}">
                  <a16:creationId xmlns:a16="http://schemas.microsoft.com/office/drawing/2014/main" id="{8B987E5F-C9F3-6E66-95DF-370A18BB788D}"/>
                </a:ext>
              </a:extLst>
            </p:cNvPr>
            <p:cNvSpPr/>
            <p:nvPr/>
          </p:nvSpPr>
          <p:spPr>
            <a:xfrm>
              <a:off x="5870911" y="1605204"/>
              <a:ext cx="1203960" cy="461772"/>
            </a:xfrm>
            <a:prstGeom prst="rect">
              <a:avLst/>
            </a:prstGeom>
            <a:blipFill>
              <a:blip r:embed="rId16" cstate="print"/>
              <a:stretch>
                <a:fillRect/>
              </a:stretch>
            </a:blipFill>
          </p:spPr>
          <p:txBody>
            <a:bodyPr wrap="square" lIns="0" tIns="0" rIns="0" bIns="0" rtlCol="0"/>
            <a:lstStyle/>
            <a:p>
              <a:endParaRPr/>
            </a:p>
          </p:txBody>
        </p:sp>
        <p:sp>
          <p:nvSpPr>
            <p:cNvPr id="46" name="object 48">
              <a:extLst>
                <a:ext uri="{FF2B5EF4-FFF2-40B4-BE49-F238E27FC236}">
                  <a16:creationId xmlns:a16="http://schemas.microsoft.com/office/drawing/2014/main" id="{7AFE2C2F-988D-0EB4-D469-3C23E22C14A8}"/>
                </a:ext>
              </a:extLst>
            </p:cNvPr>
            <p:cNvSpPr txBox="1"/>
            <p:nvPr/>
          </p:nvSpPr>
          <p:spPr>
            <a:xfrm>
              <a:off x="5870911" y="1618996"/>
              <a:ext cx="1203960" cy="391795"/>
            </a:xfrm>
            <a:prstGeom prst="rect">
              <a:avLst/>
            </a:prstGeom>
          </p:spPr>
          <p:txBody>
            <a:bodyPr vert="horz" wrap="square" lIns="0" tIns="12700" rIns="0" bIns="0" rtlCol="0">
              <a:spAutoFit/>
            </a:bodyPr>
            <a:lstStyle/>
            <a:p>
              <a:pPr marL="112395" algn="ctr">
                <a:lnSpc>
                  <a:spcPct val="100000"/>
                </a:lnSpc>
                <a:spcBef>
                  <a:spcPts val="100"/>
                </a:spcBef>
              </a:pPr>
              <a:r>
                <a:rPr lang="zh-CN" altLang="en-US" sz="2400" spc="-30" dirty="0">
                  <a:solidFill>
                    <a:srgbClr val="FFFFFF"/>
                  </a:solidFill>
                  <a:latin typeface="Calibri"/>
                  <a:cs typeface="Calibri"/>
                </a:rPr>
                <a:t>训练</a:t>
              </a:r>
              <a:endParaRPr sz="2400" dirty="0">
                <a:latin typeface="Calibri"/>
                <a:cs typeface="Calibri"/>
              </a:endParaRPr>
            </a:p>
          </p:txBody>
        </p:sp>
      </p:grpSp>
      <p:grpSp>
        <p:nvGrpSpPr>
          <p:cNvPr id="71" name="组合 70">
            <a:extLst>
              <a:ext uri="{FF2B5EF4-FFF2-40B4-BE49-F238E27FC236}">
                <a16:creationId xmlns:a16="http://schemas.microsoft.com/office/drawing/2014/main" id="{B5F0CAED-8108-5B50-D1AF-BC51715AD53A}"/>
              </a:ext>
            </a:extLst>
          </p:cNvPr>
          <p:cNvGrpSpPr/>
          <p:nvPr/>
        </p:nvGrpSpPr>
        <p:grpSpPr>
          <a:xfrm>
            <a:off x="7362907" y="1503095"/>
            <a:ext cx="1348740" cy="758951"/>
            <a:chOff x="7362907" y="1503095"/>
            <a:chExt cx="1348740" cy="758951"/>
          </a:xfrm>
        </p:grpSpPr>
        <p:sp>
          <p:nvSpPr>
            <p:cNvPr id="47" name="object 49">
              <a:extLst>
                <a:ext uri="{FF2B5EF4-FFF2-40B4-BE49-F238E27FC236}">
                  <a16:creationId xmlns:a16="http://schemas.microsoft.com/office/drawing/2014/main" id="{582860B7-BF57-8CE8-19E3-42AF3277FD82}"/>
                </a:ext>
              </a:extLst>
            </p:cNvPr>
            <p:cNvSpPr/>
            <p:nvPr/>
          </p:nvSpPr>
          <p:spPr>
            <a:xfrm>
              <a:off x="7375098" y="1548816"/>
              <a:ext cx="1324355" cy="579120"/>
            </a:xfrm>
            <a:prstGeom prst="rect">
              <a:avLst/>
            </a:prstGeom>
            <a:blipFill>
              <a:blip r:embed="rId14" cstate="print"/>
              <a:stretch>
                <a:fillRect/>
              </a:stretch>
            </a:blipFill>
          </p:spPr>
          <p:txBody>
            <a:bodyPr wrap="square" lIns="0" tIns="0" rIns="0" bIns="0" rtlCol="0"/>
            <a:lstStyle/>
            <a:p>
              <a:endParaRPr/>
            </a:p>
          </p:txBody>
        </p:sp>
        <p:sp>
          <p:nvSpPr>
            <p:cNvPr id="48" name="object 50">
              <a:extLst>
                <a:ext uri="{FF2B5EF4-FFF2-40B4-BE49-F238E27FC236}">
                  <a16:creationId xmlns:a16="http://schemas.microsoft.com/office/drawing/2014/main" id="{2CE38E28-B0E9-3A55-AF73-2C4A5BCF34F2}"/>
                </a:ext>
              </a:extLst>
            </p:cNvPr>
            <p:cNvSpPr/>
            <p:nvPr/>
          </p:nvSpPr>
          <p:spPr>
            <a:xfrm>
              <a:off x="7362907" y="1503095"/>
              <a:ext cx="1348740" cy="758951"/>
            </a:xfrm>
            <a:prstGeom prst="rect">
              <a:avLst/>
            </a:prstGeom>
            <a:blipFill>
              <a:blip r:embed="rId17" cstate="print"/>
              <a:stretch>
                <a:fillRect/>
              </a:stretch>
            </a:blipFill>
          </p:spPr>
          <p:txBody>
            <a:bodyPr wrap="square" lIns="0" tIns="0" rIns="0" bIns="0" rtlCol="0"/>
            <a:lstStyle/>
            <a:p>
              <a:endParaRPr/>
            </a:p>
          </p:txBody>
        </p:sp>
        <p:sp>
          <p:nvSpPr>
            <p:cNvPr id="49" name="object 51">
              <a:extLst>
                <a:ext uri="{FF2B5EF4-FFF2-40B4-BE49-F238E27FC236}">
                  <a16:creationId xmlns:a16="http://schemas.microsoft.com/office/drawing/2014/main" id="{22F03D79-09EB-B1B0-8D21-44DD7C44E88C}"/>
                </a:ext>
              </a:extLst>
            </p:cNvPr>
            <p:cNvSpPr/>
            <p:nvPr/>
          </p:nvSpPr>
          <p:spPr>
            <a:xfrm>
              <a:off x="7434534" y="1588440"/>
              <a:ext cx="1205483" cy="461772"/>
            </a:xfrm>
            <a:prstGeom prst="rect">
              <a:avLst/>
            </a:prstGeom>
            <a:blipFill>
              <a:blip r:embed="rId18" cstate="print"/>
              <a:stretch>
                <a:fillRect/>
              </a:stretch>
            </a:blipFill>
          </p:spPr>
          <p:txBody>
            <a:bodyPr wrap="square" lIns="0" tIns="0" rIns="0" bIns="0" rtlCol="0"/>
            <a:lstStyle/>
            <a:p>
              <a:endParaRPr/>
            </a:p>
          </p:txBody>
        </p:sp>
        <p:sp>
          <p:nvSpPr>
            <p:cNvPr id="50" name="object 52">
              <a:extLst>
                <a:ext uri="{FF2B5EF4-FFF2-40B4-BE49-F238E27FC236}">
                  <a16:creationId xmlns:a16="http://schemas.microsoft.com/office/drawing/2014/main" id="{3E2C18FB-0EF1-EA3E-7E99-336F41A3A78B}"/>
                </a:ext>
              </a:extLst>
            </p:cNvPr>
            <p:cNvSpPr txBox="1"/>
            <p:nvPr/>
          </p:nvSpPr>
          <p:spPr>
            <a:xfrm>
              <a:off x="7434534" y="1601978"/>
              <a:ext cx="1205865" cy="391795"/>
            </a:xfrm>
            <a:prstGeom prst="rect">
              <a:avLst/>
            </a:prstGeom>
          </p:spPr>
          <p:txBody>
            <a:bodyPr vert="horz" wrap="square" lIns="0" tIns="12700" rIns="0" bIns="0" rtlCol="0">
              <a:spAutoFit/>
            </a:bodyPr>
            <a:lstStyle/>
            <a:p>
              <a:pPr marL="171450" algn="ctr">
                <a:lnSpc>
                  <a:spcPct val="100000"/>
                </a:lnSpc>
                <a:spcBef>
                  <a:spcPts val="100"/>
                </a:spcBef>
              </a:pPr>
              <a:r>
                <a:rPr lang="zh-CN" altLang="en-US" sz="2400" spc="-35" dirty="0">
                  <a:solidFill>
                    <a:srgbClr val="FFFFFF"/>
                  </a:solidFill>
                  <a:latin typeface="Calibri"/>
                  <a:cs typeface="Calibri"/>
                </a:rPr>
                <a:t>测试</a:t>
              </a:r>
              <a:endParaRPr sz="2400" dirty="0">
                <a:latin typeface="Calibri"/>
                <a:cs typeface="Calibri"/>
              </a:endParaRPr>
            </a:p>
          </p:txBody>
        </p:sp>
      </p:grpSp>
      <p:grpSp>
        <p:nvGrpSpPr>
          <p:cNvPr id="4" name="组合 3">
            <a:extLst>
              <a:ext uri="{FF2B5EF4-FFF2-40B4-BE49-F238E27FC236}">
                <a16:creationId xmlns:a16="http://schemas.microsoft.com/office/drawing/2014/main" id="{C2D89648-F63D-6E82-CF93-75B06B65DBD9}"/>
              </a:ext>
            </a:extLst>
          </p:cNvPr>
          <p:cNvGrpSpPr/>
          <p:nvPr/>
        </p:nvGrpSpPr>
        <p:grpSpPr>
          <a:xfrm>
            <a:off x="0" y="67733"/>
            <a:ext cx="5411756" cy="1058822"/>
            <a:chOff x="0" y="260648"/>
            <a:chExt cx="5411756" cy="1058822"/>
          </a:xfrm>
        </p:grpSpPr>
        <p:sp>
          <p:nvSpPr>
            <p:cNvPr id="19" name="矩形 18">
              <a:extLst>
                <a:ext uri="{FF2B5EF4-FFF2-40B4-BE49-F238E27FC236}">
                  <a16:creationId xmlns:a16="http://schemas.microsoft.com/office/drawing/2014/main" id="{FEC94015-8C32-9322-AB0C-443D25CA507A}"/>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21" name="组合 20">
              <a:extLst>
                <a:ext uri="{FF2B5EF4-FFF2-40B4-BE49-F238E27FC236}">
                  <a16:creationId xmlns:a16="http://schemas.microsoft.com/office/drawing/2014/main" id="{569FC693-D8CD-8C5B-025C-DD7500C3F80F}"/>
                </a:ext>
              </a:extLst>
            </p:cNvPr>
            <p:cNvGrpSpPr/>
            <p:nvPr/>
          </p:nvGrpSpPr>
          <p:grpSpPr>
            <a:xfrm>
              <a:off x="695400" y="260648"/>
              <a:ext cx="4716356" cy="1058822"/>
              <a:chOff x="623392" y="310880"/>
              <a:chExt cx="4716356" cy="1058822"/>
            </a:xfrm>
          </p:grpSpPr>
          <p:sp>
            <p:nvSpPr>
              <p:cNvPr id="51" name="文本框 50">
                <a:extLst>
                  <a:ext uri="{FF2B5EF4-FFF2-40B4-BE49-F238E27FC236}">
                    <a16:creationId xmlns:a16="http://schemas.microsoft.com/office/drawing/2014/main" id="{9B73CF20-C0D6-0214-5719-965CFC53FEC8}"/>
                  </a:ext>
                </a:extLst>
              </p:cNvPr>
              <p:cNvSpPr txBox="1"/>
              <p:nvPr/>
            </p:nvSpPr>
            <p:spPr>
              <a:xfrm>
                <a:off x="623392" y="310880"/>
                <a:ext cx="4716356"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识别动物的机器学习框架</a:t>
                </a:r>
              </a:p>
            </p:txBody>
          </p:sp>
          <p:cxnSp>
            <p:nvCxnSpPr>
              <p:cNvPr id="52" name="直接连接符 51">
                <a:extLst>
                  <a:ext uri="{FF2B5EF4-FFF2-40B4-BE49-F238E27FC236}">
                    <a16:creationId xmlns:a16="http://schemas.microsoft.com/office/drawing/2014/main" id="{0CDE93EE-C4A0-25EF-CB4E-752B908484A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53" name="文本框 52">
                <a:extLst>
                  <a:ext uri="{FF2B5EF4-FFF2-40B4-BE49-F238E27FC236}">
                    <a16:creationId xmlns:a16="http://schemas.microsoft.com/office/drawing/2014/main" id="{E8580E30-8753-095E-2098-A742AFF2A427}"/>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61249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p:bldP spid="22" grpId="0" animBg="1"/>
      <p:bldP spid="23" grpId="0" animBg="1"/>
      <p:bldP spid="24" grpId="0"/>
      <p:bldP spid="25" grpId="0" animBg="1"/>
      <p:bldP spid="26" grpId="0" animBg="1"/>
      <p:bldP spid="27" grpId="0"/>
      <p:bldP spid="28" grpId="0"/>
      <p:bldP spid="29" grpId="0" animBg="1"/>
      <p:bldP spid="30" grpId="0"/>
      <p:bldP spid="31" grpId="0"/>
      <p:bldP spid="32" grpId="0" animBg="1"/>
      <p:bldP spid="33" grpId="0" animBg="1"/>
      <p:bldP spid="34" grpId="0" animBg="1"/>
      <p:bldP spid="35" grpId="0"/>
      <p:bldP spid="36" grpId="0" animBg="1"/>
      <p:bldP spid="37" grpId="0" animBg="1"/>
      <p:bldP spid="38" grpId="0"/>
      <p:bldP spid="39" grpId="0" animBg="1"/>
      <p:bldP spid="40" grpId="0"/>
      <p:bldP spid="41" grpId="0" animBg="1"/>
      <p:bldP spid="4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4F7C8601-E24B-3F3F-009B-E7676C6B5FB4}"/>
              </a:ext>
            </a:extLst>
          </p:cNvPr>
          <p:cNvSpPr/>
          <p:nvPr/>
        </p:nvSpPr>
        <p:spPr>
          <a:xfrm>
            <a:off x="1716163" y="1682218"/>
            <a:ext cx="2071116" cy="1475232"/>
          </a:xfrm>
          <a:prstGeom prst="rect">
            <a:avLst/>
          </a:prstGeom>
          <a:blipFill>
            <a:blip r:embed="rId2" cstate="print"/>
            <a:stretch>
              <a:fillRect/>
            </a:stretch>
          </a:blip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5" name="object 3">
            <a:extLst>
              <a:ext uri="{FF2B5EF4-FFF2-40B4-BE49-F238E27FC236}">
                <a16:creationId xmlns:a16="http://schemas.microsoft.com/office/drawing/2014/main" id="{6A5F35AF-383F-CA32-81CC-244186743989}"/>
              </a:ext>
            </a:extLst>
          </p:cNvPr>
          <p:cNvSpPr txBox="1"/>
          <p:nvPr/>
        </p:nvSpPr>
        <p:spPr>
          <a:xfrm>
            <a:off x="1900973" y="1762483"/>
            <a:ext cx="1703070" cy="1300355"/>
          </a:xfrm>
          <a:prstGeom prst="rect">
            <a:avLst/>
          </a:prstGeom>
        </p:spPr>
        <p:txBody>
          <a:bodyPr vert="horz" wrap="square" lIns="0" tIns="55879" rIns="0" bIns="0" rtlCol="0">
            <a:spAutoFit/>
          </a:bodyPr>
          <a:lstStyle/>
          <a:p>
            <a:pPr marL="12065" marR="5080" algn="ctr">
              <a:lnSpc>
                <a:spcPts val="3070"/>
              </a:lnSpc>
              <a:spcBef>
                <a:spcPts val="439"/>
              </a:spcBef>
            </a:pPr>
            <a:r>
              <a:rPr lang="zh-CN" altLang="en-US" sz="2800" spc="-15" dirty="0">
                <a:solidFill>
                  <a:srgbClr val="FFFFFF"/>
                </a:solidFill>
                <a:latin typeface="黑体" panose="02010609060101010101" pitchFamily="49" charset="-122"/>
                <a:ea typeface="黑体" panose="02010609060101010101" pitchFamily="49" charset="-122"/>
                <a:cs typeface="Calibri"/>
              </a:rPr>
              <a:t>步骤</a:t>
            </a:r>
            <a:r>
              <a:rPr sz="2800" spc="-15" dirty="0">
                <a:solidFill>
                  <a:srgbClr val="FFFFFF"/>
                </a:solidFill>
                <a:latin typeface="黑体" panose="02010609060101010101" pitchFamily="49" charset="-122"/>
                <a:ea typeface="黑体" panose="02010609060101010101" pitchFamily="49" charset="-122"/>
                <a:cs typeface="Calibri"/>
              </a:rPr>
              <a:t> </a:t>
            </a:r>
            <a:r>
              <a:rPr sz="2800" spc="-5" dirty="0">
                <a:solidFill>
                  <a:srgbClr val="FFFFFF"/>
                </a:solidFill>
                <a:latin typeface="黑体" panose="02010609060101010101" pitchFamily="49" charset="-122"/>
                <a:ea typeface="黑体" panose="02010609060101010101" pitchFamily="49" charset="-122"/>
                <a:cs typeface="Calibri"/>
              </a:rPr>
              <a:t>1:</a:t>
            </a:r>
            <a:endParaRPr lang="en-US" sz="2800" spc="-5" dirty="0">
              <a:solidFill>
                <a:srgbClr val="FFFFFF"/>
              </a:solidFill>
              <a:latin typeface="黑体" panose="02010609060101010101" pitchFamily="49" charset="-122"/>
              <a:ea typeface="黑体" panose="02010609060101010101" pitchFamily="49" charset="-122"/>
              <a:cs typeface="Calibri"/>
            </a:endParaRPr>
          </a:p>
          <a:p>
            <a:pPr marL="12065" marR="5080" algn="ctr">
              <a:lnSpc>
                <a:spcPts val="3070"/>
              </a:lnSpc>
              <a:spcBef>
                <a:spcPts val="439"/>
              </a:spcBef>
            </a:pPr>
            <a:r>
              <a:rPr lang="zh-CN" altLang="en-US" sz="2800" spc="-5" dirty="0">
                <a:solidFill>
                  <a:srgbClr val="FFFFFF"/>
                </a:solidFill>
                <a:latin typeface="黑体" panose="02010609060101010101" pitchFamily="49" charset="-122"/>
                <a:ea typeface="黑体" panose="02010609060101010101" pitchFamily="49" charset="-122"/>
                <a:cs typeface="Calibri"/>
              </a:rPr>
              <a:t>定义一组函数</a:t>
            </a:r>
            <a:endParaRPr sz="2800" dirty="0">
              <a:latin typeface="黑体" panose="02010609060101010101" pitchFamily="49" charset="-122"/>
              <a:ea typeface="黑体" panose="02010609060101010101" pitchFamily="49" charset="-122"/>
              <a:cs typeface="Calibri"/>
            </a:endParaRPr>
          </a:p>
        </p:txBody>
      </p:sp>
      <p:sp>
        <p:nvSpPr>
          <p:cNvPr id="6" name="object 4">
            <a:extLst>
              <a:ext uri="{FF2B5EF4-FFF2-40B4-BE49-F238E27FC236}">
                <a16:creationId xmlns:a16="http://schemas.microsoft.com/office/drawing/2014/main" id="{44934781-3773-3566-D447-F91DB519D050}"/>
              </a:ext>
            </a:extLst>
          </p:cNvPr>
          <p:cNvSpPr/>
          <p:nvPr/>
        </p:nvSpPr>
        <p:spPr>
          <a:xfrm>
            <a:off x="3994543" y="2162279"/>
            <a:ext cx="440436" cy="515112"/>
          </a:xfrm>
          <a:prstGeom prst="rect">
            <a:avLst/>
          </a:prstGeom>
          <a:blipFill>
            <a:blip r:embed="rId3" cstate="print"/>
            <a:stretch>
              <a:fillRect/>
            </a:stretch>
          </a:blip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7" name="object 5">
            <a:extLst>
              <a:ext uri="{FF2B5EF4-FFF2-40B4-BE49-F238E27FC236}">
                <a16:creationId xmlns:a16="http://schemas.microsoft.com/office/drawing/2014/main" id="{0EE96E2D-F970-696B-14FF-68174FB0974F}"/>
              </a:ext>
            </a:extLst>
          </p:cNvPr>
          <p:cNvSpPr/>
          <p:nvPr/>
        </p:nvSpPr>
        <p:spPr>
          <a:xfrm>
            <a:off x="4616334" y="1682218"/>
            <a:ext cx="2072640" cy="1475232"/>
          </a:xfrm>
          <a:prstGeom prst="rect">
            <a:avLst/>
          </a:prstGeom>
          <a:blipFill>
            <a:blip r:embed="rId4" cstate="print"/>
            <a:stretch>
              <a:fillRect/>
            </a:stretch>
          </a:blip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8" name="object 6">
            <a:extLst>
              <a:ext uri="{FF2B5EF4-FFF2-40B4-BE49-F238E27FC236}">
                <a16:creationId xmlns:a16="http://schemas.microsoft.com/office/drawing/2014/main" id="{9C65F061-F4C8-472B-C3AA-3C1EAF4BAED5}"/>
              </a:ext>
            </a:extLst>
          </p:cNvPr>
          <p:cNvSpPr txBox="1"/>
          <p:nvPr/>
        </p:nvSpPr>
        <p:spPr>
          <a:xfrm>
            <a:off x="4768226" y="1762483"/>
            <a:ext cx="1770380" cy="1300355"/>
          </a:xfrm>
          <a:prstGeom prst="rect">
            <a:avLst/>
          </a:prstGeom>
        </p:spPr>
        <p:txBody>
          <a:bodyPr vert="horz" wrap="square" lIns="0" tIns="55879" rIns="0" bIns="0" rtlCol="0">
            <a:spAutoFit/>
          </a:bodyPr>
          <a:lstStyle/>
          <a:p>
            <a:pPr marL="12700" marR="5080" indent="635" algn="ctr">
              <a:lnSpc>
                <a:spcPts val="3070"/>
              </a:lnSpc>
              <a:spcBef>
                <a:spcPts val="439"/>
              </a:spcBef>
            </a:pPr>
            <a:r>
              <a:rPr lang="zh-CN" altLang="en-US" sz="2800" spc="-15" dirty="0">
                <a:solidFill>
                  <a:srgbClr val="FFFFFF"/>
                </a:solidFill>
                <a:latin typeface="黑体" panose="02010609060101010101" pitchFamily="49" charset="-122"/>
                <a:ea typeface="黑体" panose="02010609060101010101" pitchFamily="49" charset="-122"/>
                <a:cs typeface="Calibri"/>
              </a:rPr>
              <a:t>步骤</a:t>
            </a:r>
            <a:r>
              <a:rPr sz="2800" spc="-15" dirty="0">
                <a:solidFill>
                  <a:srgbClr val="FFFFFF"/>
                </a:solidFill>
                <a:latin typeface="黑体" panose="02010609060101010101" pitchFamily="49" charset="-122"/>
                <a:ea typeface="黑体" panose="02010609060101010101" pitchFamily="49" charset="-122"/>
                <a:cs typeface="Calibri"/>
              </a:rPr>
              <a:t> </a:t>
            </a:r>
            <a:r>
              <a:rPr sz="2800" spc="-5" dirty="0">
                <a:solidFill>
                  <a:srgbClr val="FFFFFF"/>
                </a:solidFill>
                <a:latin typeface="黑体" panose="02010609060101010101" pitchFamily="49" charset="-122"/>
                <a:ea typeface="黑体" panose="02010609060101010101" pitchFamily="49" charset="-122"/>
                <a:cs typeface="Calibri"/>
              </a:rPr>
              <a:t>2:  </a:t>
            </a:r>
            <a:endParaRPr lang="en-US" sz="2800" spc="-10" dirty="0">
              <a:solidFill>
                <a:srgbClr val="FFFFFF"/>
              </a:solidFill>
              <a:latin typeface="黑体" panose="02010609060101010101" pitchFamily="49" charset="-122"/>
              <a:ea typeface="黑体" panose="02010609060101010101" pitchFamily="49" charset="-122"/>
              <a:cs typeface="Calibri"/>
            </a:endParaRPr>
          </a:p>
          <a:p>
            <a:pPr marL="12700" marR="5080" indent="635" algn="ctr">
              <a:lnSpc>
                <a:spcPts val="3070"/>
              </a:lnSpc>
              <a:spcBef>
                <a:spcPts val="439"/>
              </a:spcBef>
            </a:pPr>
            <a:r>
              <a:rPr lang="zh-CN" altLang="en-US" sz="2800" spc="-10" dirty="0">
                <a:solidFill>
                  <a:srgbClr val="FFFFFF"/>
                </a:solidFill>
                <a:latin typeface="黑体" panose="02010609060101010101" pitchFamily="49" charset="-122"/>
                <a:ea typeface="黑体" panose="02010609060101010101" pitchFamily="49" charset="-122"/>
                <a:cs typeface="Calibri"/>
              </a:rPr>
              <a:t>模型和数据的拟合</a:t>
            </a:r>
            <a:endParaRPr sz="2800" dirty="0">
              <a:latin typeface="黑体" panose="02010609060101010101" pitchFamily="49" charset="-122"/>
              <a:ea typeface="黑体" panose="02010609060101010101" pitchFamily="49" charset="-122"/>
              <a:cs typeface="Calibri"/>
            </a:endParaRPr>
          </a:p>
        </p:txBody>
      </p:sp>
      <p:sp>
        <p:nvSpPr>
          <p:cNvPr id="9" name="object 7">
            <a:extLst>
              <a:ext uri="{FF2B5EF4-FFF2-40B4-BE49-F238E27FC236}">
                <a16:creationId xmlns:a16="http://schemas.microsoft.com/office/drawing/2014/main" id="{69F60DDB-2D33-21A8-C888-B5332B7C5CBF}"/>
              </a:ext>
            </a:extLst>
          </p:cNvPr>
          <p:cNvSpPr/>
          <p:nvPr/>
        </p:nvSpPr>
        <p:spPr>
          <a:xfrm>
            <a:off x="6896239" y="2162279"/>
            <a:ext cx="438912" cy="515112"/>
          </a:xfrm>
          <a:prstGeom prst="rect">
            <a:avLst/>
          </a:prstGeom>
          <a:blipFill>
            <a:blip r:embed="rId5" cstate="print"/>
            <a:stretch>
              <a:fillRect/>
            </a:stretch>
          </a:blip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10" name="object 8">
            <a:extLst>
              <a:ext uri="{FF2B5EF4-FFF2-40B4-BE49-F238E27FC236}">
                <a16:creationId xmlns:a16="http://schemas.microsoft.com/office/drawing/2014/main" id="{88A2AE55-2552-EF1F-93E0-EE0C2E225C38}"/>
              </a:ext>
            </a:extLst>
          </p:cNvPr>
          <p:cNvSpPr/>
          <p:nvPr/>
        </p:nvSpPr>
        <p:spPr>
          <a:xfrm>
            <a:off x="7518031" y="1682218"/>
            <a:ext cx="2071116" cy="1475232"/>
          </a:xfrm>
          <a:prstGeom prst="rect">
            <a:avLst/>
          </a:prstGeom>
          <a:blipFill>
            <a:blip r:embed="rId6" cstate="print"/>
            <a:stretch>
              <a:fillRect/>
            </a:stretch>
          </a:blipFill>
        </p:spPr>
        <p:txBody>
          <a:bodyPr wrap="square" lIns="0" tIns="0" rIns="0" bIns="0" rtlCol="0"/>
          <a:lstStyle/>
          <a:p>
            <a:endParaRPr>
              <a:latin typeface="黑体" panose="02010609060101010101" pitchFamily="49" charset="-122"/>
              <a:ea typeface="黑体" panose="02010609060101010101" pitchFamily="49" charset="-122"/>
            </a:endParaRPr>
          </a:p>
        </p:txBody>
      </p:sp>
      <p:sp>
        <p:nvSpPr>
          <p:cNvPr id="11" name="object 9">
            <a:extLst>
              <a:ext uri="{FF2B5EF4-FFF2-40B4-BE49-F238E27FC236}">
                <a16:creationId xmlns:a16="http://schemas.microsoft.com/office/drawing/2014/main" id="{9064BEF3-BD61-25F5-FF5E-32735E507E35}"/>
              </a:ext>
            </a:extLst>
          </p:cNvPr>
          <p:cNvSpPr txBox="1"/>
          <p:nvPr/>
        </p:nvSpPr>
        <p:spPr>
          <a:xfrm>
            <a:off x="7711960" y="1762483"/>
            <a:ext cx="1682750" cy="1300355"/>
          </a:xfrm>
          <a:prstGeom prst="rect">
            <a:avLst/>
          </a:prstGeom>
        </p:spPr>
        <p:txBody>
          <a:bodyPr vert="horz" wrap="square" lIns="0" tIns="55879" rIns="0" bIns="0" rtlCol="0">
            <a:spAutoFit/>
          </a:bodyPr>
          <a:lstStyle/>
          <a:p>
            <a:pPr marL="239395" marR="5080" indent="-227329">
              <a:lnSpc>
                <a:spcPts val="3070"/>
              </a:lnSpc>
              <a:spcBef>
                <a:spcPts val="439"/>
              </a:spcBef>
            </a:pPr>
            <a:r>
              <a:rPr lang="zh-CN" altLang="en-US" sz="2800" spc="-15" dirty="0">
                <a:solidFill>
                  <a:srgbClr val="FFFFFF"/>
                </a:solidFill>
                <a:latin typeface="黑体" panose="02010609060101010101" pitchFamily="49" charset="-122"/>
                <a:ea typeface="黑体" panose="02010609060101010101" pitchFamily="49" charset="-122"/>
                <a:cs typeface="Calibri"/>
              </a:rPr>
              <a:t> 步骤</a:t>
            </a:r>
            <a:r>
              <a:rPr sz="2800" spc="-15" dirty="0">
                <a:solidFill>
                  <a:srgbClr val="FFFFFF"/>
                </a:solidFill>
                <a:latin typeface="黑体" panose="02010609060101010101" pitchFamily="49" charset="-122"/>
                <a:ea typeface="黑体" panose="02010609060101010101" pitchFamily="49" charset="-122"/>
                <a:cs typeface="Calibri"/>
              </a:rPr>
              <a:t> </a:t>
            </a:r>
            <a:r>
              <a:rPr sz="2800" spc="-5" dirty="0">
                <a:solidFill>
                  <a:srgbClr val="FFFFFF"/>
                </a:solidFill>
                <a:latin typeface="黑体" panose="02010609060101010101" pitchFamily="49" charset="-122"/>
                <a:ea typeface="黑体" panose="02010609060101010101" pitchFamily="49" charset="-122"/>
                <a:cs typeface="Calibri"/>
              </a:rPr>
              <a:t>3:</a:t>
            </a:r>
            <a:r>
              <a:rPr sz="2800" spc="-45" dirty="0">
                <a:solidFill>
                  <a:srgbClr val="FFFFFF"/>
                </a:solidFill>
                <a:latin typeface="黑体" panose="02010609060101010101" pitchFamily="49" charset="-122"/>
                <a:ea typeface="黑体" panose="02010609060101010101" pitchFamily="49" charset="-122"/>
                <a:cs typeface="Calibri"/>
              </a:rPr>
              <a:t> </a:t>
            </a:r>
            <a:endParaRPr lang="en-US" sz="2800" spc="-10" dirty="0">
              <a:solidFill>
                <a:srgbClr val="FFFFFF"/>
              </a:solidFill>
              <a:latin typeface="黑体" panose="02010609060101010101" pitchFamily="49" charset="-122"/>
              <a:ea typeface="黑体" panose="02010609060101010101" pitchFamily="49" charset="-122"/>
              <a:cs typeface="Calibri"/>
            </a:endParaRPr>
          </a:p>
          <a:p>
            <a:pPr marL="239395" marR="5080" indent="-227329">
              <a:lnSpc>
                <a:spcPts val="3070"/>
              </a:lnSpc>
              <a:spcBef>
                <a:spcPts val="439"/>
              </a:spcBef>
            </a:pPr>
            <a:r>
              <a:rPr lang="zh-CN" altLang="en-US" sz="2800" spc="-10" dirty="0">
                <a:solidFill>
                  <a:srgbClr val="FFFFFF"/>
                </a:solidFill>
                <a:latin typeface="黑体" panose="02010609060101010101" pitchFamily="49" charset="-122"/>
                <a:ea typeface="黑体" panose="02010609060101010101" pitchFamily="49" charset="-122"/>
                <a:cs typeface="Calibri"/>
              </a:rPr>
              <a:t>选择最优函数</a:t>
            </a:r>
            <a:endParaRPr sz="2800" dirty="0">
              <a:latin typeface="黑体" panose="02010609060101010101" pitchFamily="49" charset="-122"/>
              <a:ea typeface="黑体" panose="02010609060101010101" pitchFamily="49" charset="-122"/>
              <a:cs typeface="Calibri"/>
            </a:endParaRPr>
          </a:p>
        </p:txBody>
      </p:sp>
      <p:sp>
        <p:nvSpPr>
          <p:cNvPr id="12" name="object 11">
            <a:extLst>
              <a:ext uri="{FF2B5EF4-FFF2-40B4-BE49-F238E27FC236}">
                <a16:creationId xmlns:a16="http://schemas.microsoft.com/office/drawing/2014/main" id="{0C0554E6-75D2-54B7-E220-65362253D49B}"/>
              </a:ext>
            </a:extLst>
          </p:cNvPr>
          <p:cNvSpPr/>
          <p:nvPr/>
        </p:nvSpPr>
        <p:spPr>
          <a:xfrm>
            <a:off x="3019182" y="3940787"/>
            <a:ext cx="6344412" cy="2246376"/>
          </a:xfrm>
          <a:prstGeom prst="rect">
            <a:avLst/>
          </a:prstGeom>
          <a:blipFill>
            <a:blip r:embed="rId7" cstate="print"/>
            <a:stretch>
              <a:fillRect/>
            </a:stretch>
          </a:blipFill>
        </p:spPr>
        <p:txBody>
          <a:bodyPr wrap="square" lIns="0" tIns="0" rIns="0" bIns="0" rtlCol="0"/>
          <a:lstStyle/>
          <a:p>
            <a:endParaRPr/>
          </a:p>
        </p:txBody>
      </p:sp>
      <p:sp>
        <p:nvSpPr>
          <p:cNvPr id="13" name="object 12">
            <a:extLst>
              <a:ext uri="{FF2B5EF4-FFF2-40B4-BE49-F238E27FC236}">
                <a16:creationId xmlns:a16="http://schemas.microsoft.com/office/drawing/2014/main" id="{D1308E5A-CE52-2094-1623-528CC44F33AE}"/>
              </a:ext>
            </a:extLst>
          </p:cNvPr>
          <p:cNvSpPr txBox="1"/>
          <p:nvPr/>
        </p:nvSpPr>
        <p:spPr>
          <a:xfrm>
            <a:off x="1744610" y="3434057"/>
            <a:ext cx="3786504"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5" dirty="0">
                <a:latin typeface="黑体" panose="02010609060101010101" pitchFamily="49" charset="-122"/>
                <a:ea typeface="黑体" panose="02010609060101010101" pitchFamily="49" charset="-122"/>
                <a:cs typeface="Calibri"/>
              </a:rPr>
              <a:t>深度学习是如此简单</a:t>
            </a:r>
            <a:r>
              <a:rPr sz="2400" spc="-5" dirty="0">
                <a:latin typeface="黑体" panose="02010609060101010101" pitchFamily="49" charset="-122"/>
                <a:ea typeface="黑体" panose="02010609060101010101" pitchFamily="49" charset="-122"/>
                <a:cs typeface="Calibri"/>
              </a:rPr>
              <a:t>……</a:t>
            </a:r>
            <a:endParaRPr sz="2400" dirty="0">
              <a:latin typeface="黑体" panose="02010609060101010101" pitchFamily="49" charset="-122"/>
              <a:ea typeface="黑体" panose="02010609060101010101" pitchFamily="49" charset="-122"/>
              <a:cs typeface="Calibri"/>
            </a:endParaRPr>
          </a:p>
        </p:txBody>
      </p:sp>
      <p:grpSp>
        <p:nvGrpSpPr>
          <p:cNvPr id="2" name="组合 1">
            <a:extLst>
              <a:ext uri="{FF2B5EF4-FFF2-40B4-BE49-F238E27FC236}">
                <a16:creationId xmlns:a16="http://schemas.microsoft.com/office/drawing/2014/main" id="{841D00E2-EFB0-9B35-8CC1-46D15E9D82D6}"/>
              </a:ext>
            </a:extLst>
          </p:cNvPr>
          <p:cNvGrpSpPr/>
          <p:nvPr/>
        </p:nvGrpSpPr>
        <p:grpSpPr>
          <a:xfrm>
            <a:off x="0" y="67733"/>
            <a:ext cx="4591018" cy="1058822"/>
            <a:chOff x="0" y="260648"/>
            <a:chExt cx="4591018" cy="1058822"/>
          </a:xfrm>
        </p:grpSpPr>
        <p:sp>
          <p:nvSpPr>
            <p:cNvPr id="3" name="矩形 2">
              <a:extLst>
                <a:ext uri="{FF2B5EF4-FFF2-40B4-BE49-F238E27FC236}">
                  <a16:creationId xmlns:a16="http://schemas.microsoft.com/office/drawing/2014/main" id="{D618FA63-EC22-2481-57EB-248FB8B4C05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5" name="组合 14">
              <a:extLst>
                <a:ext uri="{FF2B5EF4-FFF2-40B4-BE49-F238E27FC236}">
                  <a16:creationId xmlns:a16="http://schemas.microsoft.com/office/drawing/2014/main" id="{A071F1D5-E39E-7F19-700F-40AA34EEE5BD}"/>
                </a:ext>
              </a:extLst>
            </p:cNvPr>
            <p:cNvGrpSpPr/>
            <p:nvPr/>
          </p:nvGrpSpPr>
          <p:grpSpPr>
            <a:xfrm>
              <a:off x="695400" y="260648"/>
              <a:ext cx="3895618" cy="1058822"/>
              <a:chOff x="623392" y="310880"/>
              <a:chExt cx="3895618" cy="1058822"/>
            </a:xfrm>
          </p:grpSpPr>
          <p:sp>
            <p:nvSpPr>
              <p:cNvPr id="16" name="文本框 15">
                <a:extLst>
                  <a:ext uri="{FF2B5EF4-FFF2-40B4-BE49-F238E27FC236}">
                    <a16:creationId xmlns:a16="http://schemas.microsoft.com/office/drawing/2014/main" id="{01F2F5EA-AFA5-7054-91F8-7C307E8790A5}"/>
                  </a:ext>
                </a:extLst>
              </p:cNvPr>
              <p:cNvSpPr txBox="1"/>
              <p:nvPr/>
            </p:nvSpPr>
            <p:spPr>
              <a:xfrm>
                <a:off x="623392" y="310880"/>
                <a:ext cx="3895618"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深度学习的三个步骤</a:t>
                </a:r>
              </a:p>
            </p:txBody>
          </p:sp>
          <p:cxnSp>
            <p:nvCxnSpPr>
              <p:cNvPr id="17" name="直接连接符 16">
                <a:extLst>
                  <a:ext uri="{FF2B5EF4-FFF2-40B4-BE49-F238E27FC236}">
                    <a16:creationId xmlns:a16="http://schemas.microsoft.com/office/drawing/2014/main" id="{DE803D28-8C4C-7255-D86B-BD969430C3A1}"/>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8" name="文本框 17">
                <a:extLst>
                  <a:ext uri="{FF2B5EF4-FFF2-40B4-BE49-F238E27FC236}">
                    <a16:creationId xmlns:a16="http://schemas.microsoft.com/office/drawing/2014/main" id="{C88A53FA-3D79-391A-4BE7-1A5FB551BD0D}"/>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956700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4">
            <a:extLst>
              <a:ext uri="{FF2B5EF4-FFF2-40B4-BE49-F238E27FC236}">
                <a16:creationId xmlns:a16="http://schemas.microsoft.com/office/drawing/2014/main" id="{938BEE20-9A01-36C5-E5AD-9D1D185E4C25}"/>
              </a:ext>
            </a:extLst>
          </p:cNvPr>
          <p:cNvGraphicFramePr>
            <a:graphicFrameLocks/>
          </p:cNvGraphicFramePr>
          <p:nvPr>
            <p:extLst>
              <p:ext uri="{D42A27DB-BD31-4B8C-83A1-F6EECF244321}">
                <p14:modId xmlns:p14="http://schemas.microsoft.com/office/powerpoint/2010/main" val="248772430"/>
              </p:ext>
            </p:extLst>
          </p:nvPr>
        </p:nvGraphicFramePr>
        <p:xfrm>
          <a:off x="1801091" y="1316182"/>
          <a:ext cx="8229600" cy="4937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组合 1">
            <a:extLst>
              <a:ext uri="{FF2B5EF4-FFF2-40B4-BE49-F238E27FC236}">
                <a16:creationId xmlns:a16="http://schemas.microsoft.com/office/drawing/2014/main" id="{956F84B9-AA95-D78A-72C3-371BBE30E0DA}"/>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94A94FAB-C127-A862-DED5-29B8C771EB7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5" name="组合 4">
              <a:extLst>
                <a:ext uri="{FF2B5EF4-FFF2-40B4-BE49-F238E27FC236}">
                  <a16:creationId xmlns:a16="http://schemas.microsoft.com/office/drawing/2014/main" id="{7B0C0D7D-1091-B969-987F-B8A9D748DFA4}"/>
                </a:ext>
              </a:extLst>
            </p:cNvPr>
            <p:cNvGrpSpPr/>
            <p:nvPr/>
          </p:nvGrpSpPr>
          <p:grpSpPr>
            <a:xfrm>
              <a:off x="695400" y="260648"/>
              <a:ext cx="3672271" cy="1058822"/>
              <a:chOff x="623392" y="310880"/>
              <a:chExt cx="3672271" cy="1058822"/>
            </a:xfrm>
          </p:grpSpPr>
          <p:sp>
            <p:nvSpPr>
              <p:cNvPr id="7" name="文本框 6">
                <a:extLst>
                  <a:ext uri="{FF2B5EF4-FFF2-40B4-BE49-F238E27FC236}">
                    <a16:creationId xmlns:a16="http://schemas.microsoft.com/office/drawing/2014/main" id="{14468755-5C95-4FD8-8078-BFFC97E24701}"/>
                  </a:ext>
                </a:extLst>
              </p:cNvPr>
              <p:cNvSpPr txBox="1"/>
              <p:nvPr/>
            </p:nvSpPr>
            <p:spPr>
              <a:xfrm>
                <a:off x="623392" y="310880"/>
                <a:ext cx="3068469" cy="584775"/>
              </a:xfrm>
              <a:prstGeom prst="rect">
                <a:avLst/>
              </a:prstGeom>
              <a:noFill/>
            </p:spPr>
            <p:txBody>
              <a:bodyPr wrap="none" rtlCol="0">
                <a:spAutoFit/>
              </a:bodyPr>
              <a:lstStyle/>
              <a:p>
                <a:pPr>
                  <a:defRPr/>
                </a:pPr>
                <a:r>
                  <a:rPr lang="zh-CN" altLang="en-US" sz="3200" b="1" kern="0" dirty="0">
                    <a:solidFill>
                      <a:prstClr val="black"/>
                    </a:solidFill>
                    <a:latin typeface="黑体" panose="02010609060101010101" pitchFamily="49" charset="-122"/>
                    <a:ea typeface="黑体" panose="02010609060101010101" pitchFamily="49" charset="-122"/>
                  </a:rPr>
                  <a:t>人工智能的路线</a:t>
                </a:r>
              </a:p>
            </p:txBody>
          </p:sp>
          <p:cxnSp>
            <p:nvCxnSpPr>
              <p:cNvPr id="8" name="直接连接符 7">
                <a:extLst>
                  <a:ext uri="{FF2B5EF4-FFF2-40B4-BE49-F238E27FC236}">
                    <a16:creationId xmlns:a16="http://schemas.microsoft.com/office/drawing/2014/main" id="{12761AF3-9F3D-FEC4-FC6B-D4C82952040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 name="文本框 8">
                <a:extLst>
                  <a:ext uri="{FF2B5EF4-FFF2-40B4-BE49-F238E27FC236}">
                    <a16:creationId xmlns:a16="http://schemas.microsoft.com/office/drawing/2014/main" id="{7A5422A3-BE57-7527-127C-BD9E688296E5}"/>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70571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graphicEl>
                                              <a:dgm id="{398C20A5-A9D8-4D3E-B587-799A3BB16507}"/>
                                            </p:graphicEl>
                                          </p:spTgt>
                                        </p:tgtEl>
                                        <p:attrNameLst>
                                          <p:attrName>style.visibility</p:attrName>
                                        </p:attrNameLst>
                                      </p:cBhvr>
                                      <p:to>
                                        <p:strVal val="visible"/>
                                      </p:to>
                                    </p:set>
                                    <p:animEffect transition="in" filter="fade">
                                      <p:cBhvr>
                                        <p:cTn id="7" dur="500"/>
                                        <p:tgtEl>
                                          <p:spTgt spid="6">
                                            <p:graphicEl>
                                              <a:dgm id="{398C20A5-A9D8-4D3E-B587-799A3BB1650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graphicEl>
                                              <a:dgm id="{E701DB57-D095-4995-BA9F-3DC318F851BB}"/>
                                            </p:graphicEl>
                                          </p:spTgt>
                                        </p:tgtEl>
                                        <p:attrNameLst>
                                          <p:attrName>style.visibility</p:attrName>
                                        </p:attrNameLst>
                                      </p:cBhvr>
                                      <p:to>
                                        <p:strVal val="visible"/>
                                      </p:to>
                                    </p:set>
                                    <p:animEffect transition="in" filter="fade">
                                      <p:cBhvr>
                                        <p:cTn id="12" dur="500"/>
                                        <p:tgtEl>
                                          <p:spTgt spid="6">
                                            <p:graphicEl>
                                              <a:dgm id="{E701DB57-D095-4995-BA9F-3DC318F851BB}"/>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graphicEl>
                                              <a:dgm id="{037CC688-649A-434F-9080-67500DD1A79D}"/>
                                            </p:graphicEl>
                                          </p:spTgt>
                                        </p:tgtEl>
                                        <p:attrNameLst>
                                          <p:attrName>style.visibility</p:attrName>
                                        </p:attrNameLst>
                                      </p:cBhvr>
                                      <p:to>
                                        <p:strVal val="visible"/>
                                      </p:to>
                                    </p:set>
                                    <p:animEffect transition="in" filter="fade">
                                      <p:cBhvr>
                                        <p:cTn id="15" dur="500"/>
                                        <p:tgtEl>
                                          <p:spTgt spid="6">
                                            <p:graphicEl>
                                              <a:dgm id="{037CC688-649A-434F-9080-67500DD1A79D}"/>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graphicEl>
                                              <a:dgm id="{33B9F075-4423-4B3D-A2BD-A73956F1955D}"/>
                                            </p:graphicEl>
                                          </p:spTgt>
                                        </p:tgtEl>
                                        <p:attrNameLst>
                                          <p:attrName>style.visibility</p:attrName>
                                        </p:attrNameLst>
                                      </p:cBhvr>
                                      <p:to>
                                        <p:strVal val="visible"/>
                                      </p:to>
                                    </p:set>
                                    <p:animEffect transition="in" filter="fade">
                                      <p:cBhvr>
                                        <p:cTn id="20" dur="500"/>
                                        <p:tgtEl>
                                          <p:spTgt spid="6">
                                            <p:graphicEl>
                                              <a:dgm id="{33B9F075-4423-4B3D-A2BD-A73956F1955D}"/>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graphicEl>
                                              <a:dgm id="{66091779-FD2E-4FDC-86F2-2AC227D5816C}"/>
                                            </p:graphicEl>
                                          </p:spTgt>
                                        </p:tgtEl>
                                        <p:attrNameLst>
                                          <p:attrName>style.visibility</p:attrName>
                                        </p:attrNameLst>
                                      </p:cBhvr>
                                      <p:to>
                                        <p:strVal val="visible"/>
                                      </p:to>
                                    </p:set>
                                    <p:animEffect transition="in" filter="fade">
                                      <p:cBhvr>
                                        <p:cTn id="23" dur="500"/>
                                        <p:tgtEl>
                                          <p:spTgt spid="6">
                                            <p:graphicEl>
                                              <a:dgm id="{66091779-FD2E-4FDC-86F2-2AC227D5816C}"/>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graphicEl>
                                              <a:dgm id="{69ABC5AB-FD09-427D-B12C-5C8B1CBD2726}"/>
                                            </p:graphicEl>
                                          </p:spTgt>
                                        </p:tgtEl>
                                        <p:attrNameLst>
                                          <p:attrName>style.visibility</p:attrName>
                                        </p:attrNameLst>
                                      </p:cBhvr>
                                      <p:to>
                                        <p:strVal val="visible"/>
                                      </p:to>
                                    </p:set>
                                    <p:animEffect transition="in" filter="fade">
                                      <p:cBhvr>
                                        <p:cTn id="28" dur="500"/>
                                        <p:tgtEl>
                                          <p:spTgt spid="6">
                                            <p:graphicEl>
                                              <a:dgm id="{69ABC5AB-FD09-427D-B12C-5C8B1CBD2726}"/>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graphicEl>
                                              <a:dgm id="{5B8380FE-0DCB-4F6C-B2BC-0BBB10FD4D3D}"/>
                                            </p:graphicEl>
                                          </p:spTgt>
                                        </p:tgtEl>
                                        <p:attrNameLst>
                                          <p:attrName>style.visibility</p:attrName>
                                        </p:attrNameLst>
                                      </p:cBhvr>
                                      <p:to>
                                        <p:strVal val="visible"/>
                                      </p:to>
                                    </p:set>
                                    <p:animEffect transition="in" filter="fade">
                                      <p:cBhvr>
                                        <p:cTn id="31" dur="500"/>
                                        <p:tgtEl>
                                          <p:spTgt spid="6">
                                            <p:graphicEl>
                                              <a:dgm id="{5B8380FE-0DCB-4F6C-B2BC-0BBB10FD4D3D}"/>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
                                            <p:graphicEl>
                                              <a:dgm id="{42EAD14C-C4CD-43F4-BBC5-79864427DD73}"/>
                                            </p:graphicEl>
                                          </p:spTgt>
                                        </p:tgtEl>
                                        <p:attrNameLst>
                                          <p:attrName>style.visibility</p:attrName>
                                        </p:attrNameLst>
                                      </p:cBhvr>
                                      <p:to>
                                        <p:strVal val="visible"/>
                                      </p:to>
                                    </p:set>
                                    <p:animEffect transition="in" filter="fade">
                                      <p:cBhvr>
                                        <p:cTn id="36" dur="500"/>
                                        <p:tgtEl>
                                          <p:spTgt spid="6">
                                            <p:graphicEl>
                                              <a:dgm id="{42EAD14C-C4CD-43F4-BBC5-79864427DD73}"/>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graphicEl>
                                              <a:dgm id="{78FFD0A5-EFF7-4D75-9190-24A2A39A0A14}"/>
                                            </p:graphicEl>
                                          </p:spTgt>
                                        </p:tgtEl>
                                        <p:attrNameLst>
                                          <p:attrName>style.visibility</p:attrName>
                                        </p:attrNameLst>
                                      </p:cBhvr>
                                      <p:to>
                                        <p:strVal val="visible"/>
                                      </p:to>
                                    </p:set>
                                    <p:animEffect transition="in" filter="fade">
                                      <p:cBhvr>
                                        <p:cTn id="39" dur="500"/>
                                        <p:tgtEl>
                                          <p:spTgt spid="6">
                                            <p:graphicEl>
                                              <a:dgm id="{78FFD0A5-EFF7-4D75-9190-24A2A39A0A14}"/>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
                                            <p:graphicEl>
                                              <a:dgm id="{E8CC1104-E240-42BE-900E-835E00B649B3}"/>
                                            </p:graphicEl>
                                          </p:spTgt>
                                        </p:tgtEl>
                                        <p:attrNameLst>
                                          <p:attrName>style.visibility</p:attrName>
                                        </p:attrNameLst>
                                      </p:cBhvr>
                                      <p:to>
                                        <p:strVal val="visible"/>
                                      </p:to>
                                    </p:set>
                                    <p:animEffect transition="in" filter="fade">
                                      <p:cBhvr>
                                        <p:cTn id="44" dur="500"/>
                                        <p:tgtEl>
                                          <p:spTgt spid="6">
                                            <p:graphicEl>
                                              <a:dgm id="{E8CC1104-E240-42BE-900E-835E00B649B3}"/>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
                                            <p:graphicEl>
                                              <a:dgm id="{B8B76B01-ABE5-4B2A-967E-5B81E7EB1BEB}"/>
                                            </p:graphicEl>
                                          </p:spTgt>
                                        </p:tgtEl>
                                        <p:attrNameLst>
                                          <p:attrName>style.visibility</p:attrName>
                                        </p:attrNameLst>
                                      </p:cBhvr>
                                      <p:to>
                                        <p:strVal val="visible"/>
                                      </p:to>
                                    </p:set>
                                    <p:animEffect transition="in" filter="fade">
                                      <p:cBhvr>
                                        <p:cTn id="47" dur="500"/>
                                        <p:tgtEl>
                                          <p:spTgt spid="6">
                                            <p:graphicEl>
                                              <a:dgm id="{B8B76B01-ABE5-4B2A-967E-5B81E7EB1BEB}"/>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graphicEl>
                                              <a:dgm id="{5F5B8F60-B6E3-4D33-8006-A534B5219659}"/>
                                            </p:graphicEl>
                                          </p:spTgt>
                                        </p:tgtEl>
                                        <p:attrNameLst>
                                          <p:attrName>style.visibility</p:attrName>
                                        </p:attrNameLst>
                                      </p:cBhvr>
                                      <p:to>
                                        <p:strVal val="visible"/>
                                      </p:to>
                                    </p:set>
                                    <p:animEffect transition="in" filter="fade">
                                      <p:cBhvr>
                                        <p:cTn id="52" dur="500"/>
                                        <p:tgtEl>
                                          <p:spTgt spid="6">
                                            <p:graphicEl>
                                              <a:dgm id="{5F5B8F60-B6E3-4D33-8006-A534B5219659}"/>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
                                            <p:graphicEl>
                                              <a:dgm id="{484FF441-C91D-4E7A-BC24-9D042BC822F3}"/>
                                            </p:graphicEl>
                                          </p:spTgt>
                                        </p:tgtEl>
                                        <p:attrNameLst>
                                          <p:attrName>style.visibility</p:attrName>
                                        </p:attrNameLst>
                                      </p:cBhvr>
                                      <p:to>
                                        <p:strVal val="visible"/>
                                      </p:to>
                                    </p:set>
                                    <p:animEffect transition="in" filter="fade">
                                      <p:cBhvr>
                                        <p:cTn id="55" dur="500"/>
                                        <p:tgtEl>
                                          <p:spTgt spid="6">
                                            <p:graphicEl>
                                              <a:dgm id="{484FF441-C91D-4E7A-BC24-9D042BC822F3}"/>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6">
                                            <p:graphicEl>
                                              <a:dgm id="{52C33EA9-1F67-42E9-95A3-083353CEDF6A}"/>
                                            </p:graphicEl>
                                          </p:spTgt>
                                        </p:tgtEl>
                                        <p:attrNameLst>
                                          <p:attrName>style.visibility</p:attrName>
                                        </p:attrNameLst>
                                      </p:cBhvr>
                                      <p:to>
                                        <p:strVal val="visible"/>
                                      </p:to>
                                    </p:set>
                                    <p:animEffect transition="in" filter="fade">
                                      <p:cBhvr>
                                        <p:cTn id="60" dur="500"/>
                                        <p:tgtEl>
                                          <p:spTgt spid="6">
                                            <p:graphicEl>
                                              <a:dgm id="{52C33EA9-1F67-42E9-95A3-083353CEDF6A}"/>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
                                            <p:graphicEl>
                                              <a:dgm id="{2456E607-9E9A-461B-9DA8-D9F7AFDF1055}"/>
                                            </p:graphicEl>
                                          </p:spTgt>
                                        </p:tgtEl>
                                        <p:attrNameLst>
                                          <p:attrName>style.visibility</p:attrName>
                                        </p:attrNameLst>
                                      </p:cBhvr>
                                      <p:to>
                                        <p:strVal val="visible"/>
                                      </p:to>
                                    </p:set>
                                    <p:animEffect transition="in" filter="fade">
                                      <p:cBhvr>
                                        <p:cTn id="63" dur="500"/>
                                        <p:tgtEl>
                                          <p:spTgt spid="6">
                                            <p:graphicEl>
                                              <a:dgm id="{2456E607-9E9A-461B-9DA8-D9F7AFDF1055}"/>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6">
                                            <p:graphicEl>
                                              <a:dgm id="{E11CDAD6-EF43-4F94-BA41-40CBC44693B1}"/>
                                            </p:graphicEl>
                                          </p:spTgt>
                                        </p:tgtEl>
                                        <p:attrNameLst>
                                          <p:attrName>style.visibility</p:attrName>
                                        </p:attrNameLst>
                                      </p:cBhvr>
                                      <p:to>
                                        <p:strVal val="visible"/>
                                      </p:to>
                                    </p:set>
                                    <p:animEffect transition="in" filter="fade">
                                      <p:cBhvr>
                                        <p:cTn id="68" dur="500"/>
                                        <p:tgtEl>
                                          <p:spTgt spid="6">
                                            <p:graphicEl>
                                              <a:dgm id="{E11CDAD6-EF43-4F94-BA41-40CBC44693B1}"/>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
                                            <p:graphicEl>
                                              <a:dgm id="{FE57452C-E001-4B6F-B3D9-B5C2BCE6A1ED}"/>
                                            </p:graphicEl>
                                          </p:spTgt>
                                        </p:tgtEl>
                                        <p:attrNameLst>
                                          <p:attrName>style.visibility</p:attrName>
                                        </p:attrNameLst>
                                      </p:cBhvr>
                                      <p:to>
                                        <p:strVal val="visible"/>
                                      </p:to>
                                    </p:set>
                                    <p:animEffect transition="in" filter="fade">
                                      <p:cBhvr>
                                        <p:cTn id="71" dur="500"/>
                                        <p:tgtEl>
                                          <p:spTgt spid="6">
                                            <p:graphicEl>
                                              <a:dgm id="{FE57452C-E001-4B6F-B3D9-B5C2BCE6A1ED}"/>
                                            </p:graphic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6">
                                            <p:graphicEl>
                                              <a:dgm id="{68A85DED-C01F-403C-9517-F2C92D2E1D99}"/>
                                            </p:graphicEl>
                                          </p:spTgt>
                                        </p:tgtEl>
                                        <p:attrNameLst>
                                          <p:attrName>style.visibility</p:attrName>
                                        </p:attrNameLst>
                                      </p:cBhvr>
                                      <p:to>
                                        <p:strVal val="visible"/>
                                      </p:to>
                                    </p:set>
                                    <p:animEffect transition="in" filter="fade">
                                      <p:cBhvr>
                                        <p:cTn id="76" dur="500"/>
                                        <p:tgtEl>
                                          <p:spTgt spid="6">
                                            <p:graphicEl>
                                              <a:dgm id="{68A85DED-C01F-403C-9517-F2C92D2E1D99}"/>
                                            </p:graphic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
                                            <p:graphicEl>
                                              <a:dgm id="{E5B3CEF5-212B-4333-BDA5-5231AF422114}"/>
                                            </p:graphicEl>
                                          </p:spTgt>
                                        </p:tgtEl>
                                        <p:attrNameLst>
                                          <p:attrName>style.visibility</p:attrName>
                                        </p:attrNameLst>
                                      </p:cBhvr>
                                      <p:to>
                                        <p:strVal val="visible"/>
                                      </p:to>
                                    </p:set>
                                    <p:animEffect transition="in" filter="fade">
                                      <p:cBhvr>
                                        <p:cTn id="79" dur="500"/>
                                        <p:tgtEl>
                                          <p:spTgt spid="6">
                                            <p:graphicEl>
                                              <a:dgm id="{E5B3CEF5-212B-4333-BDA5-5231AF422114}"/>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
                                            <p:graphicEl>
                                              <a:dgm id="{AC917292-0880-4240-9CF8-AB0D0F2B0832}"/>
                                            </p:graphicEl>
                                          </p:spTgt>
                                        </p:tgtEl>
                                        <p:attrNameLst>
                                          <p:attrName>style.visibility</p:attrName>
                                        </p:attrNameLst>
                                      </p:cBhvr>
                                      <p:to>
                                        <p:strVal val="visible"/>
                                      </p:to>
                                    </p:set>
                                    <p:animEffect transition="in" filter="fade">
                                      <p:cBhvr>
                                        <p:cTn id="84" dur="500"/>
                                        <p:tgtEl>
                                          <p:spTgt spid="6">
                                            <p:graphicEl>
                                              <a:dgm id="{AC917292-0880-4240-9CF8-AB0D0F2B0832}"/>
                                            </p:graphic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
                                            <p:graphicEl>
                                              <a:dgm id="{3D4DFC46-14FD-44CF-889B-312D881097D2}"/>
                                            </p:graphicEl>
                                          </p:spTgt>
                                        </p:tgtEl>
                                        <p:attrNameLst>
                                          <p:attrName>style.visibility</p:attrName>
                                        </p:attrNameLst>
                                      </p:cBhvr>
                                      <p:to>
                                        <p:strVal val="visible"/>
                                      </p:to>
                                    </p:set>
                                    <p:animEffect transition="in" filter="fade">
                                      <p:cBhvr>
                                        <p:cTn id="87" dur="500"/>
                                        <p:tgtEl>
                                          <p:spTgt spid="6">
                                            <p:graphicEl>
                                              <a:dgm id="{3D4DFC46-14FD-44CF-889B-312D881097D2}"/>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6">
                                            <p:graphicEl>
                                              <a:dgm id="{4D5C558E-2E7D-4D1A-ABA2-D5D2DD86206F}"/>
                                            </p:graphicEl>
                                          </p:spTgt>
                                        </p:tgtEl>
                                        <p:attrNameLst>
                                          <p:attrName>style.visibility</p:attrName>
                                        </p:attrNameLst>
                                      </p:cBhvr>
                                      <p:to>
                                        <p:strVal val="visible"/>
                                      </p:to>
                                    </p:set>
                                    <p:animEffect transition="in" filter="fade">
                                      <p:cBhvr>
                                        <p:cTn id="92" dur="500"/>
                                        <p:tgtEl>
                                          <p:spTgt spid="6">
                                            <p:graphicEl>
                                              <a:dgm id="{4D5C558E-2E7D-4D1A-ABA2-D5D2DD86206F}"/>
                                            </p:graphic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
                                            <p:graphicEl>
                                              <a:dgm id="{7CFDB172-E668-43FE-B146-64584C675B7A}"/>
                                            </p:graphicEl>
                                          </p:spTgt>
                                        </p:tgtEl>
                                        <p:attrNameLst>
                                          <p:attrName>style.visibility</p:attrName>
                                        </p:attrNameLst>
                                      </p:cBhvr>
                                      <p:to>
                                        <p:strVal val="visible"/>
                                      </p:to>
                                    </p:set>
                                    <p:animEffect transition="in" filter="fade">
                                      <p:cBhvr>
                                        <p:cTn id="95" dur="500"/>
                                        <p:tgtEl>
                                          <p:spTgt spid="6">
                                            <p:graphicEl>
                                              <a:dgm id="{7CFDB172-E668-43FE-B146-64584C675B7A}"/>
                                            </p:graphic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6">
                                            <p:graphicEl>
                                              <a:dgm id="{AF3A758F-4CD4-4A21-B44A-EE5D60432290}"/>
                                            </p:graphicEl>
                                          </p:spTgt>
                                        </p:tgtEl>
                                        <p:attrNameLst>
                                          <p:attrName>style.visibility</p:attrName>
                                        </p:attrNameLst>
                                      </p:cBhvr>
                                      <p:to>
                                        <p:strVal val="visible"/>
                                      </p:to>
                                    </p:set>
                                    <p:animEffect transition="in" filter="fade">
                                      <p:cBhvr>
                                        <p:cTn id="100" dur="500"/>
                                        <p:tgtEl>
                                          <p:spTgt spid="6">
                                            <p:graphicEl>
                                              <a:dgm id="{AF3A758F-4CD4-4A21-B44A-EE5D60432290}"/>
                                            </p:graphicEl>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
                                            <p:graphicEl>
                                              <a:dgm id="{EAD3BB15-FD98-48A1-AE91-B49E6520FB73}"/>
                                            </p:graphicEl>
                                          </p:spTgt>
                                        </p:tgtEl>
                                        <p:attrNameLst>
                                          <p:attrName>style.visibility</p:attrName>
                                        </p:attrNameLst>
                                      </p:cBhvr>
                                      <p:to>
                                        <p:strVal val="visible"/>
                                      </p:to>
                                    </p:set>
                                    <p:animEffect transition="in" filter="fade">
                                      <p:cBhvr>
                                        <p:cTn id="103" dur="500"/>
                                        <p:tgtEl>
                                          <p:spTgt spid="6">
                                            <p:graphicEl>
                                              <a:dgm id="{EAD3BB15-FD98-48A1-AE91-B49E6520FB7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81"/>
            <a:ext cx="12191999" cy="6872988"/>
          </a:xfrm>
          <a:prstGeom prst="rect">
            <a:avLst/>
          </a:prstGeom>
          <a:gradFill flip="none" rotWithShape="1">
            <a:gsLst>
              <a:gs pos="0">
                <a:srgbClr val="961318"/>
              </a:gs>
              <a:gs pos="54000">
                <a:srgbClr val="961318">
                  <a:alpha val="72000"/>
                </a:srgbClr>
              </a:gs>
              <a:gs pos="100000">
                <a:srgbClr val="961318">
                  <a:alpha val="90000"/>
                </a:srgbClr>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宋体" panose="02010600030101010101" pitchFamily="2" charset="-122"/>
            </a:endParaRPr>
          </a:p>
        </p:txBody>
      </p:sp>
      <p:grpSp>
        <p:nvGrpSpPr>
          <p:cNvPr id="4" name="组合 3"/>
          <p:cNvGrpSpPr/>
          <p:nvPr/>
        </p:nvGrpSpPr>
        <p:grpSpPr>
          <a:xfrm>
            <a:off x="839416" y="146766"/>
            <a:ext cx="10359317" cy="6586418"/>
            <a:chOff x="839416" y="146766"/>
            <a:chExt cx="10359317" cy="6586418"/>
          </a:xfrm>
        </p:grpSpPr>
        <p:grpSp>
          <p:nvGrpSpPr>
            <p:cNvPr id="5" name="组合 4"/>
            <p:cNvGrpSpPr/>
            <p:nvPr/>
          </p:nvGrpSpPr>
          <p:grpSpPr>
            <a:xfrm>
              <a:off x="839416" y="1556792"/>
              <a:ext cx="8964983" cy="3744416"/>
              <a:chOff x="1438213" y="1556792"/>
              <a:chExt cx="8964983" cy="3744416"/>
            </a:xfrm>
          </p:grpSpPr>
          <p:sp>
            <p:nvSpPr>
              <p:cNvPr id="8" name="矩形 7"/>
              <p:cNvSpPr/>
              <p:nvPr/>
            </p:nvSpPr>
            <p:spPr>
              <a:xfrm>
                <a:off x="2135559" y="2802056"/>
                <a:ext cx="8267637" cy="769441"/>
              </a:xfrm>
              <a:prstGeom prst="rect">
                <a:avLst/>
              </a:prstGeom>
              <a:noFill/>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2. </a:t>
                </a:r>
                <a:r>
                  <a:rPr kumimoji="0" lang="zh-CN" altLang="en-US" sz="44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前馈神经网络</a:t>
                </a:r>
              </a:p>
            </p:txBody>
          </p:sp>
          <p:sp>
            <p:nvSpPr>
              <p:cNvPr id="9" name="文本框 8"/>
              <p:cNvSpPr txBox="1"/>
              <p:nvPr/>
            </p:nvSpPr>
            <p:spPr>
              <a:xfrm>
                <a:off x="2334343" y="3662830"/>
                <a:ext cx="4676055" cy="307777"/>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white"/>
                    </a:solidFill>
                    <a:effectLst/>
                    <a:uLnTx/>
                    <a:uFillTx/>
                    <a:latin typeface="思源宋体 CN Heavy"/>
                    <a:ea typeface="宋体" panose="02010600030101010101" pitchFamily="2" charset="-122"/>
                  </a:rPr>
                  <a:t>ADD YOUR TITLE HERE PLEASE </a:t>
                </a:r>
              </a:p>
            </p:txBody>
          </p:sp>
          <p:grpSp>
            <p:nvGrpSpPr>
              <p:cNvPr id="10" name="组合 9"/>
              <p:cNvGrpSpPr/>
              <p:nvPr/>
            </p:nvGrpSpPr>
            <p:grpSpPr>
              <a:xfrm>
                <a:off x="1438213" y="1556792"/>
                <a:ext cx="2520280" cy="3744416"/>
                <a:chOff x="1487488" y="1556792"/>
                <a:chExt cx="2520280" cy="3744416"/>
              </a:xfrm>
            </p:grpSpPr>
            <p:cxnSp>
              <p:nvCxnSpPr>
                <p:cNvPr id="11" name="直接连接符 10"/>
                <p:cNvCxnSpPr/>
                <p:nvPr/>
              </p:nvCxnSpPr>
              <p:spPr>
                <a:xfrm flipV="1">
                  <a:off x="4007768" y="1556792"/>
                  <a:ext cx="0" cy="720080"/>
                </a:xfrm>
                <a:prstGeom prst="line">
                  <a:avLst/>
                </a:prstGeom>
                <a:noFill/>
                <a:ln w="28575" cap="flat" cmpd="sng" algn="ctr">
                  <a:solidFill>
                    <a:sysClr val="window" lastClr="FFFFFF"/>
                  </a:solidFill>
                  <a:prstDash val="solid"/>
                  <a:miter lim="800000"/>
                </a:ln>
                <a:effectLst/>
              </p:spPr>
            </p:cxnSp>
            <p:cxnSp>
              <p:nvCxnSpPr>
                <p:cNvPr id="12" name="直接连接符 11"/>
                <p:cNvCxnSpPr/>
                <p:nvPr/>
              </p:nvCxnSpPr>
              <p:spPr>
                <a:xfrm flipH="1">
                  <a:off x="1487488" y="1556792"/>
                  <a:ext cx="2520280" cy="0"/>
                </a:xfrm>
                <a:prstGeom prst="line">
                  <a:avLst/>
                </a:prstGeom>
                <a:noFill/>
                <a:ln w="28575" cap="flat" cmpd="sng" algn="ctr">
                  <a:solidFill>
                    <a:sysClr val="window" lastClr="FFFFFF"/>
                  </a:solidFill>
                  <a:prstDash val="solid"/>
                  <a:miter lim="800000"/>
                </a:ln>
                <a:effectLst/>
              </p:spPr>
            </p:cxnSp>
            <p:cxnSp>
              <p:nvCxnSpPr>
                <p:cNvPr id="13" name="直接连接符 12"/>
                <p:cNvCxnSpPr/>
                <p:nvPr/>
              </p:nvCxnSpPr>
              <p:spPr>
                <a:xfrm>
                  <a:off x="1487488" y="1556792"/>
                  <a:ext cx="0" cy="3744416"/>
                </a:xfrm>
                <a:prstGeom prst="line">
                  <a:avLst/>
                </a:prstGeom>
                <a:noFill/>
                <a:ln w="28575" cap="flat" cmpd="sng" algn="ctr">
                  <a:solidFill>
                    <a:sysClr val="window" lastClr="FFFFFF"/>
                  </a:solidFill>
                  <a:prstDash val="solid"/>
                  <a:miter lim="800000"/>
                </a:ln>
                <a:effectLst/>
              </p:spPr>
            </p:cxnSp>
            <p:cxnSp>
              <p:nvCxnSpPr>
                <p:cNvPr id="14" name="直接连接符 13"/>
                <p:cNvCxnSpPr/>
                <p:nvPr/>
              </p:nvCxnSpPr>
              <p:spPr>
                <a:xfrm>
                  <a:off x="1487488" y="5301208"/>
                  <a:ext cx="2520280" cy="0"/>
                </a:xfrm>
                <a:prstGeom prst="line">
                  <a:avLst/>
                </a:prstGeom>
                <a:noFill/>
                <a:ln w="28575" cap="flat" cmpd="sng" algn="ctr">
                  <a:solidFill>
                    <a:sysClr val="window" lastClr="FFFFFF"/>
                  </a:solidFill>
                  <a:prstDash val="solid"/>
                  <a:miter lim="800000"/>
                </a:ln>
                <a:effectLst/>
              </p:spPr>
            </p:cxnSp>
            <p:cxnSp>
              <p:nvCxnSpPr>
                <p:cNvPr id="15" name="直接连接符 14"/>
                <p:cNvCxnSpPr/>
                <p:nvPr/>
              </p:nvCxnSpPr>
              <p:spPr>
                <a:xfrm flipV="1">
                  <a:off x="4007768" y="4509120"/>
                  <a:ext cx="0" cy="792088"/>
                </a:xfrm>
                <a:prstGeom prst="line">
                  <a:avLst/>
                </a:prstGeom>
                <a:noFill/>
                <a:ln w="28575" cap="flat" cmpd="sng" algn="ctr">
                  <a:solidFill>
                    <a:sysClr val="window" lastClr="FFFFFF"/>
                  </a:solidFill>
                  <a:prstDash val="solid"/>
                  <a:miter lim="800000"/>
                </a:ln>
                <a:effectLst/>
              </p:spPr>
            </p:cxnSp>
          </p:grpSp>
        </p:grpSp>
        <p:sp>
          <p:nvSpPr>
            <p:cNvPr id="6" name="文本框 5"/>
            <p:cNvSpPr txBox="1"/>
            <p:nvPr/>
          </p:nvSpPr>
          <p:spPr>
            <a:xfrm>
              <a:off x="7404104" y="146766"/>
              <a:ext cx="3794629" cy="6586418"/>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rPr>
                <a:t>2</a:t>
              </a:r>
              <a:endParaRPr kumimoji="0" lang="zh-CN" altLang="en-US"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endParaRPr>
            </a:p>
          </p:txBody>
        </p:sp>
        <p:cxnSp>
          <p:nvCxnSpPr>
            <p:cNvPr id="7" name="直接连接符 6"/>
            <p:cNvCxnSpPr/>
            <p:nvPr/>
          </p:nvCxnSpPr>
          <p:spPr>
            <a:xfrm>
              <a:off x="1735546" y="4221088"/>
              <a:ext cx="760054" cy="0"/>
            </a:xfrm>
            <a:prstGeom prst="line">
              <a:avLst/>
            </a:prstGeom>
            <a:noFill/>
            <a:ln w="9525" cap="flat" cmpd="sng" algn="ctr">
              <a:solidFill>
                <a:sysClr val="window" lastClr="FFFFFF"/>
              </a:solidFill>
              <a:prstDash val="solid"/>
            </a:ln>
            <a:effectLst/>
          </p:spPr>
        </p:cxnSp>
      </p:grpSp>
      <p:sp>
        <p:nvSpPr>
          <p:cNvPr id="16" name="文本框 2"/>
          <p:cNvSpPr txBox="1"/>
          <p:nvPr/>
        </p:nvSpPr>
        <p:spPr>
          <a:xfrm>
            <a:off x="10038079" y="5655967"/>
            <a:ext cx="2153921" cy="10763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3200" dirty="0">
                <a:solidFill>
                  <a:schemeClr val="bg1"/>
                </a:solidFill>
                <a:latin typeface="华文行楷" panose="02010800040101010101" pitchFamily="2" charset="-122"/>
                <a:ea typeface="华文行楷" panose="02010800040101010101" pitchFamily="2" charset="-122"/>
                <a:sym typeface="+mn-ea"/>
              </a:rPr>
              <a:t>厚德 博学 精思 笃行</a:t>
            </a:r>
          </a:p>
        </p:txBody>
      </p:sp>
      <p:pic>
        <p:nvPicPr>
          <p:cNvPr id="19" name="图片 18" descr="D:\360MoveData\Users\xiaoxiao\Desktop\图片1.png图片1"/>
          <p:cNvPicPr>
            <a:picLocks noChangeAspect="1"/>
          </p:cNvPicPr>
          <p:nvPr/>
        </p:nvPicPr>
        <p:blipFill>
          <a:blip r:embed="rId2">
            <a:lum bright="70000" contrast="-70000"/>
          </a:blip>
          <a:srcRect/>
          <a:stretch>
            <a:fillRect/>
          </a:stretch>
        </p:blipFill>
        <p:spPr>
          <a:xfrm>
            <a:off x="1153795" y="453391"/>
            <a:ext cx="3313430" cy="800100"/>
          </a:xfrm>
          <a:prstGeom prst="rect">
            <a:avLst/>
          </a:prstGeom>
        </p:spPr>
      </p:pic>
    </p:spTree>
    <p:extLst>
      <p:ext uri="{BB962C8B-B14F-4D97-AF65-F5344CB8AC3E}">
        <p14:creationId xmlns:p14="http://schemas.microsoft.com/office/powerpoint/2010/main" val="1813575125"/>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C2E27CB-1762-9556-D716-D2DAC9B6FF31}"/>
              </a:ext>
            </a:extLst>
          </p:cNvPr>
          <p:cNvSpPr>
            <a:spLocks noGrp="1"/>
          </p:cNvSpPr>
          <p:nvPr>
            <p:ph idx="1"/>
          </p:nvPr>
        </p:nvSpPr>
        <p:spPr>
          <a:xfrm>
            <a:off x="457200" y="1405466"/>
            <a:ext cx="10972800" cy="4405156"/>
          </a:xfrm>
        </p:spPr>
        <p:txBody>
          <a:bodyPr>
            <a:normAutofit fontScale="92500" lnSpcReduction="20000"/>
          </a:bodyPr>
          <a:lstStyle/>
          <a:p>
            <a:pPr>
              <a:lnSpc>
                <a:spcPct val="150000"/>
              </a:lnSpc>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神经网络最早是作为一种主要的连接主义模型。</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世纪</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80</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年代后期，最流行的一种连接主义模型是分布式并行处理（</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Parallel Distributed Processing</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PDP</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）网络，其有</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个主要特性：</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50000"/>
              </a:lnSpc>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）信息表示是分布式的（非局部的）； </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50000"/>
              </a:lnSpc>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）记忆和知识是存储在单元之间的连接上；</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2">
              <a:lnSpc>
                <a:spcPct val="150000"/>
              </a:lnSpc>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）通过逐渐改变单元之间的连接强度来学习新的知识。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引入误差反向传播来改进其学习能力之后，神经网络也越来越多地应用在各种机器学习任务上</a:t>
            </a:r>
            <a:r>
              <a:rPr lang="zh-CN" altLang="en-US" b="1" dirty="0">
                <a:latin typeface="黑体" panose="02010609060101010101" pitchFamily="49" charset="-122"/>
                <a:ea typeface="黑体" panose="02010609060101010101" pitchFamily="49" charset="-122"/>
              </a:rPr>
              <a:t>。</a:t>
            </a:r>
          </a:p>
        </p:txBody>
      </p:sp>
      <p:grpSp>
        <p:nvGrpSpPr>
          <p:cNvPr id="4" name="组合 3">
            <a:extLst>
              <a:ext uri="{FF2B5EF4-FFF2-40B4-BE49-F238E27FC236}">
                <a16:creationId xmlns:a16="http://schemas.microsoft.com/office/drawing/2014/main" id="{678DE7A6-9261-DCC1-A623-D67D9BB71F94}"/>
              </a:ext>
            </a:extLst>
          </p:cNvPr>
          <p:cNvGrpSpPr/>
          <p:nvPr/>
        </p:nvGrpSpPr>
        <p:grpSpPr>
          <a:xfrm>
            <a:off x="0" y="67733"/>
            <a:ext cx="4367671" cy="1058822"/>
            <a:chOff x="0" y="260648"/>
            <a:chExt cx="4367671" cy="1058822"/>
          </a:xfrm>
        </p:grpSpPr>
        <p:sp>
          <p:nvSpPr>
            <p:cNvPr id="7" name="矩形 6">
              <a:extLst>
                <a:ext uri="{FF2B5EF4-FFF2-40B4-BE49-F238E27FC236}">
                  <a16:creationId xmlns:a16="http://schemas.microsoft.com/office/drawing/2014/main" id="{E0C75803-D68F-4E4F-C625-09F6B180588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 name="组合 7">
              <a:extLst>
                <a:ext uri="{FF2B5EF4-FFF2-40B4-BE49-F238E27FC236}">
                  <a16:creationId xmlns:a16="http://schemas.microsoft.com/office/drawing/2014/main" id="{59B3F293-2029-5BD1-42DF-F0132F74623B}"/>
                </a:ext>
              </a:extLst>
            </p:cNvPr>
            <p:cNvGrpSpPr/>
            <p:nvPr/>
          </p:nvGrpSpPr>
          <p:grpSpPr>
            <a:xfrm>
              <a:off x="695400" y="260648"/>
              <a:ext cx="3672271" cy="1058822"/>
              <a:chOff x="623392" y="310880"/>
              <a:chExt cx="3672271" cy="1058822"/>
            </a:xfrm>
          </p:grpSpPr>
          <p:sp>
            <p:nvSpPr>
              <p:cNvPr id="9" name="文本框 8">
                <a:extLst>
                  <a:ext uri="{FF2B5EF4-FFF2-40B4-BE49-F238E27FC236}">
                    <a16:creationId xmlns:a16="http://schemas.microsoft.com/office/drawing/2014/main" id="{1078DFE7-54A9-3ABE-40A5-7D2576A6E323}"/>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神经网络</a:t>
                </a:r>
              </a:p>
            </p:txBody>
          </p:sp>
          <p:cxnSp>
            <p:nvCxnSpPr>
              <p:cNvPr id="10" name="直接连接符 9">
                <a:extLst>
                  <a:ext uri="{FF2B5EF4-FFF2-40B4-BE49-F238E27FC236}">
                    <a16:creationId xmlns:a16="http://schemas.microsoft.com/office/drawing/2014/main" id="{54093B59-9A3E-F253-20F0-C14A9686E6A4}"/>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8304C526-1D73-CA7F-EE1F-64883EBCEF6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420225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0325879C-7986-4C5F-DB6F-6A157936D6A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bwMode="auto">
          <a:xfrm>
            <a:off x="1752600" y="1138237"/>
            <a:ext cx="7107238"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3DE7980-FB9A-3203-BF0F-86FF96BF3AD8}"/>
              </a:ext>
            </a:extLst>
          </p:cNvPr>
          <p:cNvSpPr/>
          <p:nvPr/>
        </p:nvSpPr>
        <p:spPr>
          <a:xfrm>
            <a:off x="6096000" y="4495801"/>
            <a:ext cx="4114800" cy="954107"/>
          </a:xfrm>
          <a:prstGeom prst="rect">
            <a:avLst/>
          </a:prstGeom>
        </p:spPr>
        <p:txBody>
          <a:bodyPr wrap="square">
            <a:spAutoFit/>
          </a:bodyPr>
          <a:lstStyle/>
          <a:p>
            <a:r>
              <a:rPr lang="zh-CN" altLang="en-US" sz="2800" dirty="0"/>
              <a:t>单个神经细胞只有两种状态：兴奋和抑制</a:t>
            </a:r>
          </a:p>
        </p:txBody>
      </p:sp>
      <p:grpSp>
        <p:nvGrpSpPr>
          <p:cNvPr id="2" name="组合 1">
            <a:extLst>
              <a:ext uri="{FF2B5EF4-FFF2-40B4-BE49-F238E27FC236}">
                <a16:creationId xmlns:a16="http://schemas.microsoft.com/office/drawing/2014/main" id="{B5D9C185-DB6C-0B40-2CCC-397A3681CD7A}"/>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23D6C862-66F3-BEA9-9F32-3BE7E97E9120}"/>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7" name="组合 6">
              <a:extLst>
                <a:ext uri="{FF2B5EF4-FFF2-40B4-BE49-F238E27FC236}">
                  <a16:creationId xmlns:a16="http://schemas.microsoft.com/office/drawing/2014/main" id="{9867740E-0B11-98D9-9364-C72E85BE8F30}"/>
                </a:ext>
              </a:extLst>
            </p:cNvPr>
            <p:cNvGrpSpPr/>
            <p:nvPr/>
          </p:nvGrpSpPr>
          <p:grpSpPr>
            <a:xfrm>
              <a:off x="695400" y="260648"/>
              <a:ext cx="3672271" cy="1058822"/>
              <a:chOff x="623392" y="310880"/>
              <a:chExt cx="3672271" cy="1058822"/>
            </a:xfrm>
          </p:grpSpPr>
          <p:sp>
            <p:nvSpPr>
              <p:cNvPr id="8" name="文本框 7">
                <a:extLst>
                  <a:ext uri="{FF2B5EF4-FFF2-40B4-BE49-F238E27FC236}">
                    <a16:creationId xmlns:a16="http://schemas.microsoft.com/office/drawing/2014/main" id="{0A14EB17-EE3B-1CB7-D0AB-19870EA0524E}"/>
                  </a:ext>
                </a:extLst>
              </p:cNvPr>
              <p:cNvSpPr txBox="1"/>
              <p:nvPr/>
            </p:nvSpPr>
            <p:spPr>
              <a:xfrm>
                <a:off x="623392" y="310880"/>
                <a:ext cx="2244525"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生物神经元</a:t>
                </a:r>
              </a:p>
            </p:txBody>
          </p:sp>
          <p:cxnSp>
            <p:nvCxnSpPr>
              <p:cNvPr id="9" name="直接连接符 8">
                <a:extLst>
                  <a:ext uri="{FF2B5EF4-FFF2-40B4-BE49-F238E27FC236}">
                    <a16:creationId xmlns:a16="http://schemas.microsoft.com/office/drawing/2014/main" id="{A934776D-C02A-FB78-6EC3-7D640C56CC4A}"/>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 name="文本框 9">
                <a:extLst>
                  <a:ext uri="{FF2B5EF4-FFF2-40B4-BE49-F238E27FC236}">
                    <a16:creationId xmlns:a16="http://schemas.microsoft.com/office/drawing/2014/main" id="{4D235CBA-EA10-496F-7957-DF4B94B1B50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382601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E437A84-DEB9-7E49-145F-0FE21D4B8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4211" y="2349101"/>
            <a:ext cx="4883577" cy="3802361"/>
          </a:xfrm>
          <a:prstGeom prst="rect">
            <a:avLst/>
          </a:prstGeom>
        </p:spPr>
      </p:pic>
      <p:sp>
        <p:nvSpPr>
          <p:cNvPr id="5" name="文本框 4">
            <a:extLst>
              <a:ext uri="{FF2B5EF4-FFF2-40B4-BE49-F238E27FC236}">
                <a16:creationId xmlns:a16="http://schemas.microsoft.com/office/drawing/2014/main" id="{2563A8D3-1AE8-76B8-25B0-640F51477AB6}"/>
              </a:ext>
            </a:extLst>
          </p:cNvPr>
          <p:cNvSpPr txBox="1"/>
          <p:nvPr/>
        </p:nvSpPr>
        <p:spPr>
          <a:xfrm>
            <a:off x="6556440" y="5505005"/>
            <a:ext cx="2492990" cy="369332"/>
          </a:xfrm>
          <a:prstGeom prst="rect">
            <a:avLst/>
          </a:prstGeom>
          <a:noFill/>
        </p:spPr>
        <p:txBody>
          <a:bodyPr wrap="none" rtlCol="0">
            <a:spAutoFit/>
          </a:bodyPr>
          <a:lstStyle/>
          <a:p>
            <a:r>
              <a:rPr lang="zh-CN" altLang="en-US" dirty="0">
                <a:solidFill>
                  <a:srgbClr val="FF0000"/>
                </a:solidFill>
                <a:latin typeface="黑体" panose="02010609060101010101" pitchFamily="49" charset="-122"/>
                <a:ea typeface="黑体" panose="02010609060101010101" pitchFamily="49" charset="-122"/>
              </a:rPr>
              <a:t>一个简单的线性模型！</a:t>
            </a:r>
          </a:p>
        </p:txBody>
      </p:sp>
      <p:pic>
        <p:nvPicPr>
          <p:cNvPr id="6" name="图片 5">
            <a:extLst>
              <a:ext uri="{FF2B5EF4-FFF2-40B4-BE49-F238E27FC236}">
                <a16:creationId xmlns:a16="http://schemas.microsoft.com/office/drawing/2014/main" id="{45616B53-4327-7633-A0CF-F64BBB7C6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6146" y="2325878"/>
            <a:ext cx="1023284" cy="473541"/>
          </a:xfrm>
          <a:prstGeom prst="rect">
            <a:avLst/>
          </a:prstGeom>
        </p:spPr>
      </p:pic>
      <p:cxnSp>
        <p:nvCxnSpPr>
          <p:cNvPr id="7" name="直接箭头连接符 6">
            <a:extLst>
              <a:ext uri="{FF2B5EF4-FFF2-40B4-BE49-F238E27FC236}">
                <a16:creationId xmlns:a16="http://schemas.microsoft.com/office/drawing/2014/main" id="{2D843BA1-B353-FE5D-F998-A233AC85C282}"/>
              </a:ext>
            </a:extLst>
          </p:cNvPr>
          <p:cNvCxnSpPr>
            <a:cxnSpLocks/>
            <a:endCxn id="4" idx="0"/>
          </p:cNvCxnSpPr>
          <p:nvPr/>
        </p:nvCxnSpPr>
        <p:spPr>
          <a:xfrm flipV="1">
            <a:off x="5620430" y="2349101"/>
            <a:ext cx="475570" cy="1022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0FB2E62-5235-C038-9791-D58D120D3D2F}"/>
              </a:ext>
            </a:extLst>
          </p:cNvPr>
          <p:cNvCxnSpPr>
            <a:cxnSpLocks/>
          </p:cNvCxnSpPr>
          <p:nvPr/>
        </p:nvCxnSpPr>
        <p:spPr>
          <a:xfrm flipV="1">
            <a:off x="7435488" y="2783080"/>
            <a:ext cx="623342" cy="935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8FAD629B-4DF2-7BFC-F73F-F27DD08463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391" y="885811"/>
            <a:ext cx="1758097" cy="1261748"/>
          </a:xfrm>
          <a:prstGeom prst="rect">
            <a:avLst/>
          </a:prstGeom>
        </p:spPr>
      </p:pic>
      <p:sp>
        <p:nvSpPr>
          <p:cNvPr id="3" name="文本框 2">
            <a:extLst>
              <a:ext uri="{FF2B5EF4-FFF2-40B4-BE49-F238E27FC236}">
                <a16:creationId xmlns:a16="http://schemas.microsoft.com/office/drawing/2014/main" id="{102F8353-DB35-F930-D474-868B2F0F1529}"/>
              </a:ext>
            </a:extLst>
          </p:cNvPr>
          <p:cNvSpPr txBox="1"/>
          <p:nvPr/>
        </p:nvSpPr>
        <p:spPr>
          <a:xfrm>
            <a:off x="3928682" y="6272444"/>
            <a:ext cx="3657816" cy="369332"/>
          </a:xfrm>
          <a:prstGeom prst="rect">
            <a:avLst/>
          </a:prstGeom>
          <a:noFill/>
        </p:spPr>
        <p:txBody>
          <a:bodyPr wrap="square">
            <a:spAutoFit/>
          </a:bodyPr>
          <a:lstStyle/>
          <a:p>
            <a:pPr marL="821690">
              <a:lnSpc>
                <a:spcPct val="100000"/>
              </a:lnSpc>
              <a:spcBef>
                <a:spcPts val="760"/>
              </a:spcBef>
            </a:pPr>
            <a:r>
              <a:rPr lang="en-US" altLang="zh-CN" sz="1800" i="1" spc="5" dirty="0">
                <a:latin typeface="Times New Roman"/>
                <a:cs typeface="Times New Roman"/>
              </a:rPr>
              <a:t>z</a:t>
            </a:r>
            <a:r>
              <a:rPr lang="en-US" altLang="zh-CN" sz="1800" i="1" spc="40" dirty="0">
                <a:latin typeface="Times New Roman"/>
                <a:cs typeface="Times New Roman"/>
              </a:rPr>
              <a:t> </a:t>
            </a:r>
            <a:r>
              <a:rPr lang="en-US" altLang="zh-CN" sz="1800" spc="15" dirty="0">
                <a:latin typeface="Symbol"/>
                <a:cs typeface="Symbol"/>
              </a:rPr>
              <a:t></a:t>
            </a:r>
            <a:r>
              <a:rPr lang="en-US" altLang="zh-CN" sz="1800" spc="25" dirty="0">
                <a:latin typeface="Times New Roman"/>
                <a:cs typeface="Times New Roman"/>
              </a:rPr>
              <a:t> </a:t>
            </a:r>
            <a:r>
              <a:rPr lang="en-US" altLang="zh-CN" sz="1800" i="1" spc="-90" dirty="0">
                <a:latin typeface="Times New Roman"/>
                <a:cs typeface="Times New Roman"/>
              </a:rPr>
              <a:t>w</a:t>
            </a:r>
            <a:r>
              <a:rPr lang="en-US" altLang="zh-CN" sz="1600" spc="-135" baseline="-24853" dirty="0">
                <a:latin typeface="Times New Roman"/>
                <a:cs typeface="Times New Roman"/>
              </a:rPr>
              <a:t>1</a:t>
            </a:r>
            <a:r>
              <a:rPr lang="en-US" altLang="zh-CN" sz="1600" i="1" spc="225" dirty="0">
                <a:latin typeface="Times New Roman"/>
                <a:cs typeface="Times New Roman"/>
              </a:rPr>
              <a:t>x</a:t>
            </a:r>
            <a:r>
              <a:rPr lang="en-US" altLang="zh-CN" sz="1800" spc="-135" baseline="-24853" dirty="0">
                <a:latin typeface="Times New Roman"/>
                <a:cs typeface="Times New Roman"/>
              </a:rPr>
              <a:t>1</a:t>
            </a:r>
            <a:r>
              <a:rPr lang="en-US" altLang="zh-CN" sz="1800" spc="15" dirty="0">
                <a:latin typeface="Symbol"/>
                <a:cs typeface="Symbol"/>
              </a:rPr>
              <a:t></a:t>
            </a:r>
            <a:r>
              <a:rPr lang="en-US" altLang="zh-CN" sz="1800" spc="-530" dirty="0">
                <a:latin typeface="Times New Roman"/>
                <a:cs typeface="Times New Roman"/>
              </a:rPr>
              <a:t> </a:t>
            </a:r>
            <a:r>
              <a:rPr lang="en-US" altLang="zh-CN" sz="1800" spc="30" dirty="0">
                <a:latin typeface="MT Extra"/>
                <a:cs typeface="MT Extra"/>
              </a:rPr>
              <a:t></a:t>
            </a:r>
            <a:r>
              <a:rPr lang="en-US" altLang="zh-CN" sz="1800" spc="-525" dirty="0">
                <a:latin typeface="Times New Roman"/>
                <a:cs typeface="Times New Roman"/>
              </a:rPr>
              <a:t> </a:t>
            </a:r>
            <a:r>
              <a:rPr lang="en-US" altLang="zh-CN" sz="1800" spc="15" dirty="0">
                <a:latin typeface="Symbol"/>
                <a:cs typeface="Symbol"/>
              </a:rPr>
              <a:t></a:t>
            </a:r>
            <a:r>
              <a:rPr lang="en-US" altLang="zh-CN" sz="1800" spc="-225" dirty="0">
                <a:latin typeface="Times New Roman"/>
                <a:cs typeface="Times New Roman"/>
              </a:rPr>
              <a:t> </a:t>
            </a:r>
            <a:r>
              <a:rPr lang="en-US" altLang="zh-CN" sz="1800" i="1" spc="-30" dirty="0" err="1">
                <a:latin typeface="Times New Roman"/>
                <a:cs typeface="Times New Roman"/>
              </a:rPr>
              <a:t>w</a:t>
            </a:r>
            <a:r>
              <a:rPr lang="en-US" altLang="zh-CN" sz="1600" i="1" spc="-44" baseline="-24853" dirty="0" err="1">
                <a:latin typeface="Times New Roman"/>
                <a:cs typeface="Times New Roman"/>
              </a:rPr>
              <a:t>d</a:t>
            </a:r>
            <a:r>
              <a:rPr lang="en-US" altLang="zh-CN" sz="1600" i="1" spc="225" dirty="0" err="1">
                <a:latin typeface="Times New Roman"/>
                <a:cs typeface="Times New Roman"/>
              </a:rPr>
              <a:t>x</a:t>
            </a:r>
            <a:r>
              <a:rPr lang="en-US" altLang="zh-CN" sz="1600" i="1" spc="225" baseline="-25000" dirty="0" err="1">
                <a:latin typeface="Times New Roman"/>
                <a:cs typeface="Times New Roman"/>
              </a:rPr>
              <a:t>d</a:t>
            </a:r>
            <a:r>
              <a:rPr lang="en-US" altLang="zh-CN" sz="1600" i="1" spc="225" dirty="0" err="1">
                <a:latin typeface="Times New Roman"/>
                <a:cs typeface="Times New Roman"/>
              </a:rPr>
              <a:t>+b</a:t>
            </a:r>
            <a:endParaRPr lang="en-US" altLang="zh-CN" sz="1600" dirty="0">
              <a:latin typeface="Times New Roman"/>
              <a:cs typeface="Times New Roman"/>
            </a:endParaRPr>
          </a:p>
        </p:txBody>
      </p:sp>
      <p:grpSp>
        <p:nvGrpSpPr>
          <p:cNvPr id="16" name="组合 15">
            <a:extLst>
              <a:ext uri="{FF2B5EF4-FFF2-40B4-BE49-F238E27FC236}">
                <a16:creationId xmlns:a16="http://schemas.microsoft.com/office/drawing/2014/main" id="{D6142D10-3FCB-C80C-D5AD-C50B94A37394}"/>
              </a:ext>
            </a:extLst>
          </p:cNvPr>
          <p:cNvGrpSpPr/>
          <p:nvPr/>
        </p:nvGrpSpPr>
        <p:grpSpPr>
          <a:xfrm>
            <a:off x="4438253" y="1682861"/>
            <a:ext cx="1123884" cy="929396"/>
            <a:chOff x="9872770" y="4304532"/>
            <a:chExt cx="1438275" cy="1227991"/>
          </a:xfrm>
        </p:grpSpPr>
        <p:sp>
          <p:nvSpPr>
            <p:cNvPr id="2" name="object 13">
              <a:extLst>
                <a:ext uri="{FF2B5EF4-FFF2-40B4-BE49-F238E27FC236}">
                  <a16:creationId xmlns:a16="http://schemas.microsoft.com/office/drawing/2014/main" id="{EB374C16-3263-D559-7E84-5D8DAB3FFBEC}"/>
                </a:ext>
              </a:extLst>
            </p:cNvPr>
            <p:cNvSpPr txBox="1"/>
            <p:nvPr/>
          </p:nvSpPr>
          <p:spPr>
            <a:xfrm>
              <a:off x="9964210" y="5190252"/>
              <a:ext cx="1143000" cy="342271"/>
            </a:xfrm>
            <a:prstGeom prst="rect">
              <a:avLst/>
            </a:prstGeom>
          </p:spPr>
          <p:txBody>
            <a:bodyPr vert="horz" wrap="square" lIns="0" tIns="12700" rIns="0" bIns="0" rtlCol="0">
              <a:spAutoFit/>
            </a:bodyPr>
            <a:lstStyle/>
            <a:p>
              <a:pPr marL="12700">
                <a:lnSpc>
                  <a:spcPct val="100000"/>
                </a:lnSpc>
                <a:spcBef>
                  <a:spcPts val="100"/>
                </a:spcBef>
              </a:pPr>
              <a:r>
                <a:rPr sz="1600" spc="-15" dirty="0">
                  <a:latin typeface="黑体"/>
                  <a:cs typeface="黑体"/>
                </a:rPr>
                <a:t>模型参数</a:t>
              </a:r>
              <a:endParaRPr sz="1600" dirty="0">
                <a:latin typeface="黑体"/>
                <a:cs typeface="黑体"/>
              </a:endParaRPr>
            </a:p>
          </p:txBody>
        </p:sp>
        <p:grpSp>
          <p:nvGrpSpPr>
            <p:cNvPr id="11" name="object 14">
              <a:extLst>
                <a:ext uri="{FF2B5EF4-FFF2-40B4-BE49-F238E27FC236}">
                  <a16:creationId xmlns:a16="http://schemas.microsoft.com/office/drawing/2014/main" id="{A8039C48-74C6-E2E9-0DAE-34E1348BC8D9}"/>
                </a:ext>
              </a:extLst>
            </p:cNvPr>
            <p:cNvGrpSpPr/>
            <p:nvPr/>
          </p:nvGrpSpPr>
          <p:grpSpPr>
            <a:xfrm>
              <a:off x="9872770" y="4304532"/>
              <a:ext cx="1438275" cy="901065"/>
              <a:chOff x="6728501" y="4317724"/>
              <a:chExt cx="1438275" cy="901065"/>
            </a:xfrm>
          </p:grpSpPr>
          <p:pic>
            <p:nvPicPr>
              <p:cNvPr id="12" name="object 15">
                <a:extLst>
                  <a:ext uri="{FF2B5EF4-FFF2-40B4-BE49-F238E27FC236}">
                    <a16:creationId xmlns:a16="http://schemas.microsoft.com/office/drawing/2014/main" id="{67FB7345-4E09-A29A-C621-9EA42DFBD428}"/>
                  </a:ext>
                </a:extLst>
              </p:cNvPr>
              <p:cNvPicPr/>
              <p:nvPr/>
            </p:nvPicPr>
            <p:blipFill>
              <a:blip r:embed="rId5" cstate="print"/>
              <a:stretch>
                <a:fillRect/>
              </a:stretch>
            </p:blipFill>
            <p:spPr>
              <a:xfrm>
                <a:off x="7281671" y="4663440"/>
                <a:ext cx="231648" cy="554736"/>
              </a:xfrm>
              <a:prstGeom prst="rect">
                <a:avLst/>
              </a:prstGeom>
            </p:spPr>
          </p:pic>
          <p:sp>
            <p:nvSpPr>
              <p:cNvPr id="13" name="object 16">
                <a:extLst>
                  <a:ext uri="{FF2B5EF4-FFF2-40B4-BE49-F238E27FC236}">
                    <a16:creationId xmlns:a16="http://schemas.microsoft.com/office/drawing/2014/main" id="{FB2F3875-0CC9-E7E9-367D-06206E3D2E37}"/>
                  </a:ext>
                </a:extLst>
              </p:cNvPr>
              <p:cNvSpPr/>
              <p:nvPr/>
            </p:nvSpPr>
            <p:spPr>
              <a:xfrm>
                <a:off x="7359695" y="4759672"/>
                <a:ext cx="76200" cy="398780"/>
              </a:xfrm>
              <a:custGeom>
                <a:avLst/>
                <a:gdLst/>
                <a:ahLst/>
                <a:cxnLst/>
                <a:rect l="l" t="t" r="r" b="b"/>
                <a:pathLst>
                  <a:path w="76200" h="398779">
                    <a:moveTo>
                      <a:pt x="50800" y="63500"/>
                    </a:moveTo>
                    <a:lnTo>
                      <a:pt x="25400" y="63500"/>
                    </a:lnTo>
                    <a:lnTo>
                      <a:pt x="25397" y="398679"/>
                    </a:lnTo>
                    <a:lnTo>
                      <a:pt x="50797" y="398679"/>
                    </a:lnTo>
                    <a:lnTo>
                      <a:pt x="50800" y="63500"/>
                    </a:lnTo>
                    <a:close/>
                  </a:path>
                  <a:path w="76200" h="398779">
                    <a:moveTo>
                      <a:pt x="38100" y="0"/>
                    </a:moveTo>
                    <a:lnTo>
                      <a:pt x="0" y="76200"/>
                    </a:lnTo>
                    <a:lnTo>
                      <a:pt x="25399" y="76200"/>
                    </a:lnTo>
                    <a:lnTo>
                      <a:pt x="25400" y="63500"/>
                    </a:lnTo>
                    <a:lnTo>
                      <a:pt x="69850" y="63500"/>
                    </a:lnTo>
                    <a:lnTo>
                      <a:pt x="38100" y="0"/>
                    </a:lnTo>
                    <a:close/>
                  </a:path>
                  <a:path w="76200" h="398779">
                    <a:moveTo>
                      <a:pt x="69850" y="63500"/>
                    </a:moveTo>
                    <a:lnTo>
                      <a:pt x="50800" y="63500"/>
                    </a:lnTo>
                    <a:lnTo>
                      <a:pt x="50799" y="76200"/>
                    </a:lnTo>
                    <a:lnTo>
                      <a:pt x="76200" y="76200"/>
                    </a:lnTo>
                    <a:lnTo>
                      <a:pt x="69850" y="63500"/>
                    </a:lnTo>
                    <a:close/>
                  </a:path>
                </a:pathLst>
              </a:custGeom>
              <a:solidFill>
                <a:srgbClr val="000000"/>
              </a:solidFill>
            </p:spPr>
            <p:txBody>
              <a:bodyPr wrap="square" lIns="0" tIns="0" rIns="0" bIns="0" rtlCol="0"/>
              <a:lstStyle/>
              <a:p>
                <a:endParaRPr/>
              </a:p>
            </p:txBody>
          </p:sp>
          <p:sp>
            <p:nvSpPr>
              <p:cNvPr id="14" name="object 17">
                <a:extLst>
                  <a:ext uri="{FF2B5EF4-FFF2-40B4-BE49-F238E27FC236}">
                    <a16:creationId xmlns:a16="http://schemas.microsoft.com/office/drawing/2014/main" id="{7EABF3E8-C4DB-4632-A91F-AD185B1CFB67}"/>
                  </a:ext>
                </a:extLst>
              </p:cNvPr>
              <p:cNvSpPr/>
              <p:nvPr/>
            </p:nvSpPr>
            <p:spPr>
              <a:xfrm>
                <a:off x="6741201" y="4330424"/>
                <a:ext cx="1412875" cy="398780"/>
              </a:xfrm>
              <a:custGeom>
                <a:avLst/>
                <a:gdLst/>
                <a:ahLst/>
                <a:cxnLst/>
                <a:rect l="l" t="t" r="r" b="b"/>
                <a:pathLst>
                  <a:path w="1412875" h="398779">
                    <a:moveTo>
                      <a:pt x="0" y="0"/>
                    </a:moveTo>
                    <a:lnTo>
                      <a:pt x="1412755" y="0"/>
                    </a:lnTo>
                    <a:lnTo>
                      <a:pt x="1412755" y="398681"/>
                    </a:lnTo>
                    <a:lnTo>
                      <a:pt x="0" y="398681"/>
                    </a:lnTo>
                    <a:lnTo>
                      <a:pt x="0" y="0"/>
                    </a:lnTo>
                    <a:close/>
                  </a:path>
                </a:pathLst>
              </a:custGeom>
              <a:ln w="25400">
                <a:solidFill>
                  <a:srgbClr val="0070C0"/>
                </a:solidFill>
              </a:ln>
            </p:spPr>
            <p:txBody>
              <a:bodyPr wrap="square" lIns="0" tIns="0" rIns="0" bIns="0" rtlCol="0"/>
              <a:lstStyle/>
              <a:p>
                <a:endParaRPr/>
              </a:p>
            </p:txBody>
          </p:sp>
        </p:grpSp>
        <p:pic>
          <p:nvPicPr>
            <p:cNvPr id="15" name="object 12">
              <a:extLst>
                <a:ext uri="{FF2B5EF4-FFF2-40B4-BE49-F238E27FC236}">
                  <a16:creationId xmlns:a16="http://schemas.microsoft.com/office/drawing/2014/main" id="{60197081-772D-32FE-1F18-EB93EE86BABC}"/>
                </a:ext>
              </a:extLst>
            </p:cNvPr>
            <p:cNvPicPr/>
            <p:nvPr/>
          </p:nvPicPr>
          <p:blipFill>
            <a:blip r:embed="rId6" cstate="print"/>
            <a:stretch>
              <a:fillRect/>
            </a:stretch>
          </p:blipFill>
          <p:spPr>
            <a:xfrm>
              <a:off x="9930962" y="4342866"/>
              <a:ext cx="1367383" cy="347511"/>
            </a:xfrm>
            <a:prstGeom prst="rect">
              <a:avLst/>
            </a:prstGeom>
          </p:spPr>
        </p:pic>
      </p:grpSp>
      <p:grpSp>
        <p:nvGrpSpPr>
          <p:cNvPr id="19" name="组合 18">
            <a:extLst>
              <a:ext uri="{FF2B5EF4-FFF2-40B4-BE49-F238E27FC236}">
                <a16:creationId xmlns:a16="http://schemas.microsoft.com/office/drawing/2014/main" id="{2B41210D-F6D4-F222-25D4-38B4079C6C21}"/>
              </a:ext>
            </a:extLst>
          </p:cNvPr>
          <p:cNvGrpSpPr/>
          <p:nvPr/>
        </p:nvGrpSpPr>
        <p:grpSpPr>
          <a:xfrm>
            <a:off x="0" y="67733"/>
            <a:ext cx="4367671" cy="1058822"/>
            <a:chOff x="0" y="260648"/>
            <a:chExt cx="4367671" cy="1058822"/>
          </a:xfrm>
        </p:grpSpPr>
        <p:sp>
          <p:nvSpPr>
            <p:cNvPr id="20" name="矩形 19">
              <a:extLst>
                <a:ext uri="{FF2B5EF4-FFF2-40B4-BE49-F238E27FC236}">
                  <a16:creationId xmlns:a16="http://schemas.microsoft.com/office/drawing/2014/main" id="{377EEC16-A966-0915-666F-AA23970D44A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21" name="组合 20">
              <a:extLst>
                <a:ext uri="{FF2B5EF4-FFF2-40B4-BE49-F238E27FC236}">
                  <a16:creationId xmlns:a16="http://schemas.microsoft.com/office/drawing/2014/main" id="{6041E19B-6B17-F2AA-A814-393ACAE34D56}"/>
                </a:ext>
              </a:extLst>
            </p:cNvPr>
            <p:cNvGrpSpPr/>
            <p:nvPr/>
          </p:nvGrpSpPr>
          <p:grpSpPr>
            <a:xfrm>
              <a:off x="695400" y="260648"/>
              <a:ext cx="3672271" cy="1058822"/>
              <a:chOff x="623392" y="310880"/>
              <a:chExt cx="3672271" cy="1058822"/>
            </a:xfrm>
          </p:grpSpPr>
          <p:sp>
            <p:nvSpPr>
              <p:cNvPr id="22" name="文本框 21">
                <a:extLst>
                  <a:ext uri="{FF2B5EF4-FFF2-40B4-BE49-F238E27FC236}">
                    <a16:creationId xmlns:a16="http://schemas.microsoft.com/office/drawing/2014/main" id="{ACBBDFED-0192-AEBD-2F6B-CBBCE757AF96}"/>
                  </a:ext>
                </a:extLst>
              </p:cNvPr>
              <p:cNvSpPr txBox="1"/>
              <p:nvPr/>
            </p:nvSpPr>
            <p:spPr>
              <a:xfrm>
                <a:off x="623392" y="310880"/>
                <a:ext cx="2244525"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人工神经元</a:t>
                </a:r>
              </a:p>
            </p:txBody>
          </p:sp>
          <p:cxnSp>
            <p:nvCxnSpPr>
              <p:cNvPr id="23" name="直接连接符 22">
                <a:extLst>
                  <a:ext uri="{FF2B5EF4-FFF2-40B4-BE49-F238E27FC236}">
                    <a16:creationId xmlns:a16="http://schemas.microsoft.com/office/drawing/2014/main" id="{163D636D-D75B-3DC4-6492-11B127EDC418}"/>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24" name="文本框 23">
                <a:extLst>
                  <a:ext uri="{FF2B5EF4-FFF2-40B4-BE49-F238E27FC236}">
                    <a16:creationId xmlns:a16="http://schemas.microsoft.com/office/drawing/2014/main" id="{2A8EF43F-858E-2B40-A590-359D5AA14CFE}"/>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80955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D3602637-0D54-FB18-A51C-AE62BFCAE183}"/>
              </a:ext>
            </a:extLst>
          </p:cNvPr>
          <p:cNvSpPr/>
          <p:nvPr/>
        </p:nvSpPr>
        <p:spPr>
          <a:xfrm>
            <a:off x="7353917" y="4267659"/>
            <a:ext cx="805180" cy="78105"/>
          </a:xfrm>
          <a:custGeom>
            <a:avLst/>
            <a:gdLst/>
            <a:ahLst/>
            <a:cxnLst/>
            <a:rect l="l" t="t" r="r" b="b"/>
            <a:pathLst>
              <a:path w="805179" h="78104">
                <a:moveTo>
                  <a:pt x="726947" y="0"/>
                </a:moveTo>
                <a:lnTo>
                  <a:pt x="726947" y="77724"/>
                </a:lnTo>
                <a:lnTo>
                  <a:pt x="778763" y="51816"/>
                </a:lnTo>
                <a:lnTo>
                  <a:pt x="739901" y="51816"/>
                </a:lnTo>
                <a:lnTo>
                  <a:pt x="739901" y="25908"/>
                </a:lnTo>
                <a:lnTo>
                  <a:pt x="778763" y="25908"/>
                </a:lnTo>
                <a:lnTo>
                  <a:pt x="726947" y="0"/>
                </a:lnTo>
                <a:close/>
              </a:path>
              <a:path w="805179" h="78104">
                <a:moveTo>
                  <a:pt x="726947" y="25908"/>
                </a:moveTo>
                <a:lnTo>
                  <a:pt x="0" y="25908"/>
                </a:lnTo>
                <a:lnTo>
                  <a:pt x="0" y="51816"/>
                </a:lnTo>
                <a:lnTo>
                  <a:pt x="726947" y="51816"/>
                </a:lnTo>
                <a:lnTo>
                  <a:pt x="726947" y="25908"/>
                </a:lnTo>
                <a:close/>
              </a:path>
              <a:path w="805179" h="78104">
                <a:moveTo>
                  <a:pt x="778763" y="25908"/>
                </a:moveTo>
                <a:lnTo>
                  <a:pt x="739901" y="25908"/>
                </a:lnTo>
                <a:lnTo>
                  <a:pt x="739901" y="51816"/>
                </a:lnTo>
                <a:lnTo>
                  <a:pt x="778763" y="51816"/>
                </a:lnTo>
                <a:lnTo>
                  <a:pt x="804671" y="38862"/>
                </a:lnTo>
                <a:lnTo>
                  <a:pt x="778763" y="25908"/>
                </a:lnTo>
                <a:close/>
              </a:path>
            </a:pathLst>
          </a:custGeom>
          <a:solidFill>
            <a:srgbClr val="000000"/>
          </a:solidFill>
        </p:spPr>
        <p:txBody>
          <a:bodyPr wrap="square" lIns="0" tIns="0" rIns="0" bIns="0" rtlCol="0"/>
          <a:lstStyle/>
          <a:p>
            <a:endParaRPr/>
          </a:p>
        </p:txBody>
      </p:sp>
      <p:sp>
        <p:nvSpPr>
          <p:cNvPr id="5" name="object 4">
            <a:extLst>
              <a:ext uri="{FF2B5EF4-FFF2-40B4-BE49-F238E27FC236}">
                <a16:creationId xmlns:a16="http://schemas.microsoft.com/office/drawing/2014/main" id="{43261278-6BEF-0B5A-42DE-73B17CE0D246}"/>
              </a:ext>
            </a:extLst>
          </p:cNvPr>
          <p:cNvSpPr/>
          <p:nvPr/>
        </p:nvSpPr>
        <p:spPr>
          <a:xfrm>
            <a:off x="5426818" y="5326839"/>
            <a:ext cx="597535" cy="584200"/>
          </a:xfrm>
          <a:custGeom>
            <a:avLst/>
            <a:gdLst/>
            <a:ahLst/>
            <a:cxnLst/>
            <a:rect l="l" t="t" r="r" b="b"/>
            <a:pathLst>
              <a:path w="597535" h="584200">
                <a:moveTo>
                  <a:pt x="0" y="583692"/>
                </a:moveTo>
                <a:lnTo>
                  <a:pt x="597408" y="583692"/>
                </a:lnTo>
                <a:lnTo>
                  <a:pt x="597408" y="0"/>
                </a:lnTo>
                <a:lnTo>
                  <a:pt x="0" y="0"/>
                </a:lnTo>
                <a:lnTo>
                  <a:pt x="0" y="583692"/>
                </a:lnTo>
                <a:close/>
              </a:path>
            </a:pathLst>
          </a:custGeom>
          <a:solidFill>
            <a:srgbClr val="E1EFD9"/>
          </a:solidFill>
        </p:spPr>
        <p:txBody>
          <a:bodyPr wrap="square" lIns="0" tIns="0" rIns="0" bIns="0" rtlCol="0"/>
          <a:lstStyle/>
          <a:p>
            <a:endParaRPr/>
          </a:p>
        </p:txBody>
      </p:sp>
      <p:sp>
        <p:nvSpPr>
          <p:cNvPr id="6" name="object 5">
            <a:extLst>
              <a:ext uri="{FF2B5EF4-FFF2-40B4-BE49-F238E27FC236}">
                <a16:creationId xmlns:a16="http://schemas.microsoft.com/office/drawing/2014/main" id="{B7326950-14EB-E3A3-C001-03846E218B60}"/>
              </a:ext>
            </a:extLst>
          </p:cNvPr>
          <p:cNvSpPr/>
          <p:nvPr/>
        </p:nvSpPr>
        <p:spPr>
          <a:xfrm>
            <a:off x="3336272" y="4317189"/>
            <a:ext cx="2152015" cy="1264920"/>
          </a:xfrm>
          <a:custGeom>
            <a:avLst/>
            <a:gdLst/>
            <a:ahLst/>
            <a:cxnLst/>
            <a:rect l="l" t="t" r="r" b="b"/>
            <a:pathLst>
              <a:path w="2152015" h="1264920">
                <a:moveTo>
                  <a:pt x="2078359" y="27989"/>
                </a:moveTo>
                <a:lnTo>
                  <a:pt x="0" y="1242136"/>
                </a:lnTo>
                <a:lnTo>
                  <a:pt x="12954" y="1264500"/>
                </a:lnTo>
                <a:lnTo>
                  <a:pt x="2091421" y="50351"/>
                </a:lnTo>
                <a:lnTo>
                  <a:pt x="2078359" y="27989"/>
                </a:lnTo>
                <a:close/>
              </a:path>
              <a:path w="2152015" h="1264920">
                <a:moveTo>
                  <a:pt x="2138005" y="21463"/>
                </a:moveTo>
                <a:lnTo>
                  <a:pt x="2089531" y="21463"/>
                </a:lnTo>
                <a:lnTo>
                  <a:pt x="2102612" y="43815"/>
                </a:lnTo>
                <a:lnTo>
                  <a:pt x="2091421" y="50351"/>
                </a:lnTo>
                <a:lnTo>
                  <a:pt x="2104516" y="72771"/>
                </a:lnTo>
                <a:lnTo>
                  <a:pt x="2138005" y="21463"/>
                </a:lnTo>
                <a:close/>
              </a:path>
              <a:path w="2152015" h="1264920">
                <a:moveTo>
                  <a:pt x="2089531" y="21463"/>
                </a:moveTo>
                <a:lnTo>
                  <a:pt x="2078359" y="27989"/>
                </a:lnTo>
                <a:lnTo>
                  <a:pt x="2091421" y="50351"/>
                </a:lnTo>
                <a:lnTo>
                  <a:pt x="2102612" y="43815"/>
                </a:lnTo>
                <a:lnTo>
                  <a:pt x="2089531" y="21463"/>
                </a:lnTo>
                <a:close/>
              </a:path>
              <a:path w="2152015" h="1264920">
                <a:moveTo>
                  <a:pt x="2152015" y="0"/>
                </a:moveTo>
                <a:lnTo>
                  <a:pt x="2065274" y="5588"/>
                </a:lnTo>
                <a:lnTo>
                  <a:pt x="2078359" y="27989"/>
                </a:lnTo>
                <a:lnTo>
                  <a:pt x="2089531" y="21463"/>
                </a:lnTo>
                <a:lnTo>
                  <a:pt x="2138005" y="21463"/>
                </a:lnTo>
                <a:lnTo>
                  <a:pt x="2152015" y="0"/>
                </a:lnTo>
                <a:close/>
              </a:path>
            </a:pathLst>
          </a:custGeom>
          <a:solidFill>
            <a:srgbClr val="000000"/>
          </a:solidFill>
        </p:spPr>
        <p:txBody>
          <a:bodyPr wrap="square" lIns="0" tIns="0" rIns="0" bIns="0" rtlCol="0"/>
          <a:lstStyle/>
          <a:p>
            <a:endParaRPr/>
          </a:p>
        </p:txBody>
      </p:sp>
      <p:sp>
        <p:nvSpPr>
          <p:cNvPr id="7" name="object 6">
            <a:extLst>
              <a:ext uri="{FF2B5EF4-FFF2-40B4-BE49-F238E27FC236}">
                <a16:creationId xmlns:a16="http://schemas.microsoft.com/office/drawing/2014/main" id="{517DD166-DAA4-1E33-7DFB-2B47819E894D}"/>
              </a:ext>
            </a:extLst>
          </p:cNvPr>
          <p:cNvSpPr/>
          <p:nvPr/>
        </p:nvSpPr>
        <p:spPr>
          <a:xfrm>
            <a:off x="6642971" y="3807410"/>
            <a:ext cx="940308" cy="941832"/>
          </a:xfrm>
          <a:prstGeom prst="rect">
            <a:avLst/>
          </a:prstGeom>
          <a:blipFill>
            <a:blip r:embed="rId2" cstate="print"/>
            <a:stretch>
              <a:fillRect/>
            </a:stretch>
          </a:blipFill>
        </p:spPr>
        <p:txBody>
          <a:bodyPr wrap="square" lIns="0" tIns="0" rIns="0" bIns="0" rtlCol="0"/>
          <a:lstStyle/>
          <a:p>
            <a:endParaRPr/>
          </a:p>
        </p:txBody>
      </p:sp>
      <p:sp>
        <p:nvSpPr>
          <p:cNvPr id="8" name="object 7">
            <a:extLst>
              <a:ext uri="{FF2B5EF4-FFF2-40B4-BE49-F238E27FC236}">
                <a16:creationId xmlns:a16="http://schemas.microsoft.com/office/drawing/2014/main" id="{41C53606-2406-6B5A-B96A-7306E66209E3}"/>
              </a:ext>
            </a:extLst>
          </p:cNvPr>
          <p:cNvSpPr/>
          <p:nvPr/>
        </p:nvSpPr>
        <p:spPr>
          <a:xfrm>
            <a:off x="6642971" y="3807410"/>
            <a:ext cx="940435" cy="942340"/>
          </a:xfrm>
          <a:custGeom>
            <a:avLst/>
            <a:gdLst/>
            <a:ahLst/>
            <a:cxnLst/>
            <a:rect l="l" t="t" r="r" b="b"/>
            <a:pathLst>
              <a:path w="940434" h="942339">
                <a:moveTo>
                  <a:pt x="0" y="470916"/>
                </a:moveTo>
                <a:lnTo>
                  <a:pt x="2426" y="422764"/>
                </a:lnTo>
                <a:lnTo>
                  <a:pt x="9549" y="376005"/>
                </a:lnTo>
                <a:lnTo>
                  <a:pt x="21132" y="330873"/>
                </a:lnTo>
                <a:lnTo>
                  <a:pt x="36939" y="287607"/>
                </a:lnTo>
                <a:lnTo>
                  <a:pt x="56733" y="246442"/>
                </a:lnTo>
                <a:lnTo>
                  <a:pt x="80280" y="207615"/>
                </a:lnTo>
                <a:lnTo>
                  <a:pt x="107342" y="171362"/>
                </a:lnTo>
                <a:lnTo>
                  <a:pt x="137683" y="137922"/>
                </a:lnTo>
                <a:lnTo>
                  <a:pt x="171069" y="107529"/>
                </a:lnTo>
                <a:lnTo>
                  <a:pt x="207261" y="80420"/>
                </a:lnTo>
                <a:lnTo>
                  <a:pt x="246025" y="56833"/>
                </a:lnTo>
                <a:lnTo>
                  <a:pt x="287125" y="37004"/>
                </a:lnTo>
                <a:lnTo>
                  <a:pt x="330323" y="21170"/>
                </a:lnTo>
                <a:lnTo>
                  <a:pt x="375385" y="9566"/>
                </a:lnTo>
                <a:lnTo>
                  <a:pt x="422074" y="2431"/>
                </a:lnTo>
                <a:lnTo>
                  <a:pt x="470153" y="0"/>
                </a:lnTo>
                <a:lnTo>
                  <a:pt x="518233" y="2431"/>
                </a:lnTo>
                <a:lnTo>
                  <a:pt x="564922" y="9566"/>
                </a:lnTo>
                <a:lnTo>
                  <a:pt x="609984" y="21170"/>
                </a:lnTo>
                <a:lnTo>
                  <a:pt x="653182" y="37004"/>
                </a:lnTo>
                <a:lnTo>
                  <a:pt x="694282" y="56833"/>
                </a:lnTo>
                <a:lnTo>
                  <a:pt x="733046" y="80420"/>
                </a:lnTo>
                <a:lnTo>
                  <a:pt x="769238" y="107529"/>
                </a:lnTo>
                <a:lnTo>
                  <a:pt x="802624" y="137921"/>
                </a:lnTo>
                <a:lnTo>
                  <a:pt x="832965" y="171362"/>
                </a:lnTo>
                <a:lnTo>
                  <a:pt x="860027" y="207615"/>
                </a:lnTo>
                <a:lnTo>
                  <a:pt x="883574" y="246442"/>
                </a:lnTo>
                <a:lnTo>
                  <a:pt x="903368" y="287607"/>
                </a:lnTo>
                <a:lnTo>
                  <a:pt x="919175" y="330873"/>
                </a:lnTo>
                <a:lnTo>
                  <a:pt x="930758" y="376005"/>
                </a:lnTo>
                <a:lnTo>
                  <a:pt x="937881" y="422764"/>
                </a:lnTo>
                <a:lnTo>
                  <a:pt x="940308" y="470916"/>
                </a:lnTo>
                <a:lnTo>
                  <a:pt x="937881" y="519067"/>
                </a:lnTo>
                <a:lnTo>
                  <a:pt x="930758" y="565826"/>
                </a:lnTo>
                <a:lnTo>
                  <a:pt x="919175" y="610958"/>
                </a:lnTo>
                <a:lnTo>
                  <a:pt x="903368" y="654224"/>
                </a:lnTo>
                <a:lnTo>
                  <a:pt x="883574" y="695389"/>
                </a:lnTo>
                <a:lnTo>
                  <a:pt x="860027" y="734216"/>
                </a:lnTo>
                <a:lnTo>
                  <a:pt x="832965" y="770469"/>
                </a:lnTo>
                <a:lnTo>
                  <a:pt x="802624" y="803910"/>
                </a:lnTo>
                <a:lnTo>
                  <a:pt x="769238" y="834302"/>
                </a:lnTo>
                <a:lnTo>
                  <a:pt x="733046" y="861411"/>
                </a:lnTo>
                <a:lnTo>
                  <a:pt x="694282" y="884998"/>
                </a:lnTo>
                <a:lnTo>
                  <a:pt x="653182" y="904827"/>
                </a:lnTo>
                <a:lnTo>
                  <a:pt x="609984" y="920661"/>
                </a:lnTo>
                <a:lnTo>
                  <a:pt x="564922" y="932265"/>
                </a:lnTo>
                <a:lnTo>
                  <a:pt x="518233" y="939400"/>
                </a:lnTo>
                <a:lnTo>
                  <a:pt x="470153" y="941832"/>
                </a:lnTo>
                <a:lnTo>
                  <a:pt x="422074" y="939400"/>
                </a:lnTo>
                <a:lnTo>
                  <a:pt x="375385" y="932265"/>
                </a:lnTo>
                <a:lnTo>
                  <a:pt x="330323" y="920661"/>
                </a:lnTo>
                <a:lnTo>
                  <a:pt x="287125" y="904827"/>
                </a:lnTo>
                <a:lnTo>
                  <a:pt x="246025" y="884998"/>
                </a:lnTo>
                <a:lnTo>
                  <a:pt x="207261" y="861411"/>
                </a:lnTo>
                <a:lnTo>
                  <a:pt x="171069" y="834302"/>
                </a:lnTo>
                <a:lnTo>
                  <a:pt x="137683" y="803910"/>
                </a:lnTo>
                <a:lnTo>
                  <a:pt x="107342" y="770469"/>
                </a:lnTo>
                <a:lnTo>
                  <a:pt x="80280" y="734216"/>
                </a:lnTo>
                <a:lnTo>
                  <a:pt x="56733" y="695389"/>
                </a:lnTo>
                <a:lnTo>
                  <a:pt x="36939" y="654224"/>
                </a:lnTo>
                <a:lnTo>
                  <a:pt x="21132" y="610958"/>
                </a:lnTo>
                <a:lnTo>
                  <a:pt x="9549" y="565826"/>
                </a:lnTo>
                <a:lnTo>
                  <a:pt x="2426" y="519067"/>
                </a:lnTo>
                <a:lnTo>
                  <a:pt x="0" y="470916"/>
                </a:lnTo>
                <a:close/>
              </a:path>
            </a:pathLst>
          </a:custGeom>
          <a:ln w="6096">
            <a:solidFill>
              <a:srgbClr val="5B9BD4"/>
            </a:solidFill>
          </a:ln>
        </p:spPr>
        <p:txBody>
          <a:bodyPr wrap="square" lIns="0" tIns="0" rIns="0" bIns="0" rtlCol="0"/>
          <a:lstStyle/>
          <a:p>
            <a:endParaRPr/>
          </a:p>
        </p:txBody>
      </p:sp>
      <p:sp>
        <p:nvSpPr>
          <p:cNvPr id="9" name="object 8">
            <a:extLst>
              <a:ext uri="{FF2B5EF4-FFF2-40B4-BE49-F238E27FC236}">
                <a16:creationId xmlns:a16="http://schemas.microsoft.com/office/drawing/2014/main" id="{ECB81C3D-144D-F514-6E86-7BA0392882CE}"/>
              </a:ext>
            </a:extLst>
          </p:cNvPr>
          <p:cNvSpPr/>
          <p:nvPr/>
        </p:nvSpPr>
        <p:spPr>
          <a:xfrm>
            <a:off x="5829917" y="4247847"/>
            <a:ext cx="805180" cy="78105"/>
          </a:xfrm>
          <a:custGeom>
            <a:avLst/>
            <a:gdLst/>
            <a:ahLst/>
            <a:cxnLst/>
            <a:rect l="l" t="t" r="r" b="b"/>
            <a:pathLst>
              <a:path w="805179" h="78104">
                <a:moveTo>
                  <a:pt x="726948" y="0"/>
                </a:moveTo>
                <a:lnTo>
                  <a:pt x="726948" y="77724"/>
                </a:lnTo>
                <a:lnTo>
                  <a:pt x="778763" y="51816"/>
                </a:lnTo>
                <a:lnTo>
                  <a:pt x="739901" y="51816"/>
                </a:lnTo>
                <a:lnTo>
                  <a:pt x="739901" y="25908"/>
                </a:lnTo>
                <a:lnTo>
                  <a:pt x="778763" y="25908"/>
                </a:lnTo>
                <a:lnTo>
                  <a:pt x="726948" y="0"/>
                </a:lnTo>
                <a:close/>
              </a:path>
              <a:path w="805179" h="78104">
                <a:moveTo>
                  <a:pt x="726948" y="25908"/>
                </a:moveTo>
                <a:lnTo>
                  <a:pt x="0" y="25908"/>
                </a:lnTo>
                <a:lnTo>
                  <a:pt x="0" y="51816"/>
                </a:lnTo>
                <a:lnTo>
                  <a:pt x="726948" y="51816"/>
                </a:lnTo>
                <a:lnTo>
                  <a:pt x="726948" y="25908"/>
                </a:lnTo>
                <a:close/>
              </a:path>
              <a:path w="805179" h="78104">
                <a:moveTo>
                  <a:pt x="778763" y="25908"/>
                </a:moveTo>
                <a:lnTo>
                  <a:pt x="739901" y="25908"/>
                </a:lnTo>
                <a:lnTo>
                  <a:pt x="739901" y="51816"/>
                </a:lnTo>
                <a:lnTo>
                  <a:pt x="778763" y="51816"/>
                </a:lnTo>
                <a:lnTo>
                  <a:pt x="804671" y="38862"/>
                </a:lnTo>
                <a:lnTo>
                  <a:pt x="778763" y="25908"/>
                </a:lnTo>
                <a:close/>
              </a:path>
            </a:pathLst>
          </a:custGeom>
          <a:solidFill>
            <a:srgbClr val="000000"/>
          </a:solidFill>
        </p:spPr>
        <p:txBody>
          <a:bodyPr wrap="square" lIns="0" tIns="0" rIns="0" bIns="0" rtlCol="0"/>
          <a:lstStyle/>
          <a:p>
            <a:endParaRPr/>
          </a:p>
        </p:txBody>
      </p:sp>
      <p:sp>
        <p:nvSpPr>
          <p:cNvPr id="10" name="object 9">
            <a:extLst>
              <a:ext uri="{FF2B5EF4-FFF2-40B4-BE49-F238E27FC236}">
                <a16:creationId xmlns:a16="http://schemas.microsoft.com/office/drawing/2014/main" id="{ED1C7ADA-80AA-4137-E5F6-1396FBAF661F}"/>
              </a:ext>
            </a:extLst>
          </p:cNvPr>
          <p:cNvSpPr/>
          <p:nvPr/>
        </p:nvSpPr>
        <p:spPr>
          <a:xfrm>
            <a:off x="3350368" y="4276676"/>
            <a:ext cx="2138045" cy="78105"/>
          </a:xfrm>
          <a:custGeom>
            <a:avLst/>
            <a:gdLst/>
            <a:ahLst/>
            <a:cxnLst/>
            <a:rect l="l" t="t" r="r" b="b"/>
            <a:pathLst>
              <a:path w="2138045" h="78104">
                <a:moveTo>
                  <a:pt x="2060151" y="51759"/>
                </a:moveTo>
                <a:lnTo>
                  <a:pt x="2060066" y="77723"/>
                </a:lnTo>
                <a:lnTo>
                  <a:pt x="2112309" y="51815"/>
                </a:lnTo>
                <a:lnTo>
                  <a:pt x="2073148" y="51815"/>
                </a:lnTo>
                <a:lnTo>
                  <a:pt x="2060151" y="51759"/>
                </a:lnTo>
                <a:close/>
              </a:path>
              <a:path w="2138045" h="78104">
                <a:moveTo>
                  <a:pt x="2060236" y="25851"/>
                </a:moveTo>
                <a:lnTo>
                  <a:pt x="2060151" y="51759"/>
                </a:lnTo>
                <a:lnTo>
                  <a:pt x="2073148" y="51815"/>
                </a:lnTo>
                <a:lnTo>
                  <a:pt x="2073275" y="25907"/>
                </a:lnTo>
                <a:lnTo>
                  <a:pt x="2060236" y="25851"/>
                </a:lnTo>
                <a:close/>
              </a:path>
              <a:path w="2138045" h="78104">
                <a:moveTo>
                  <a:pt x="2060321" y="0"/>
                </a:moveTo>
                <a:lnTo>
                  <a:pt x="2060236" y="25851"/>
                </a:lnTo>
                <a:lnTo>
                  <a:pt x="2073275" y="25907"/>
                </a:lnTo>
                <a:lnTo>
                  <a:pt x="2073148" y="51815"/>
                </a:lnTo>
                <a:lnTo>
                  <a:pt x="2112309" y="51815"/>
                </a:lnTo>
                <a:lnTo>
                  <a:pt x="2137917" y="39115"/>
                </a:lnTo>
                <a:lnTo>
                  <a:pt x="2060321" y="0"/>
                </a:lnTo>
                <a:close/>
              </a:path>
              <a:path w="2138045" h="78104">
                <a:moveTo>
                  <a:pt x="0" y="16890"/>
                </a:moveTo>
                <a:lnTo>
                  <a:pt x="0" y="42798"/>
                </a:lnTo>
                <a:lnTo>
                  <a:pt x="2060151" y="51759"/>
                </a:lnTo>
                <a:lnTo>
                  <a:pt x="2060236" y="25851"/>
                </a:lnTo>
                <a:lnTo>
                  <a:pt x="0" y="16890"/>
                </a:lnTo>
                <a:close/>
              </a:path>
            </a:pathLst>
          </a:custGeom>
          <a:solidFill>
            <a:srgbClr val="000000"/>
          </a:solidFill>
        </p:spPr>
        <p:txBody>
          <a:bodyPr wrap="square" lIns="0" tIns="0" rIns="0" bIns="0" rtlCol="0"/>
          <a:lstStyle/>
          <a:p>
            <a:endParaRPr/>
          </a:p>
        </p:txBody>
      </p:sp>
      <p:sp>
        <p:nvSpPr>
          <p:cNvPr id="11" name="object 10">
            <a:extLst>
              <a:ext uri="{FF2B5EF4-FFF2-40B4-BE49-F238E27FC236}">
                <a16:creationId xmlns:a16="http://schemas.microsoft.com/office/drawing/2014/main" id="{3DD1F9D2-7934-2B51-2582-7B7C881C75D0}"/>
              </a:ext>
            </a:extLst>
          </p:cNvPr>
          <p:cNvSpPr/>
          <p:nvPr/>
        </p:nvSpPr>
        <p:spPr>
          <a:xfrm>
            <a:off x="3343637" y="3019884"/>
            <a:ext cx="2145030" cy="1296670"/>
          </a:xfrm>
          <a:custGeom>
            <a:avLst/>
            <a:gdLst/>
            <a:ahLst/>
            <a:cxnLst/>
            <a:rect l="l" t="t" r="r" b="b"/>
            <a:pathLst>
              <a:path w="2145029" h="1296670">
                <a:moveTo>
                  <a:pt x="2071383" y="1267606"/>
                </a:moveTo>
                <a:lnTo>
                  <a:pt x="2058034" y="1289812"/>
                </a:lnTo>
                <a:lnTo>
                  <a:pt x="2144648" y="1296543"/>
                </a:lnTo>
                <a:lnTo>
                  <a:pt x="2130512" y="1274318"/>
                </a:lnTo>
                <a:lnTo>
                  <a:pt x="2082545" y="1274318"/>
                </a:lnTo>
                <a:lnTo>
                  <a:pt x="2071383" y="1267606"/>
                </a:lnTo>
                <a:close/>
              </a:path>
              <a:path w="2145029" h="1296670">
                <a:moveTo>
                  <a:pt x="2084737" y="1245392"/>
                </a:moveTo>
                <a:lnTo>
                  <a:pt x="2071383" y="1267606"/>
                </a:lnTo>
                <a:lnTo>
                  <a:pt x="2082545" y="1274318"/>
                </a:lnTo>
                <a:lnTo>
                  <a:pt x="2095881" y="1252093"/>
                </a:lnTo>
                <a:lnTo>
                  <a:pt x="2084737" y="1245392"/>
                </a:lnTo>
                <a:close/>
              </a:path>
              <a:path w="2145029" h="1296670">
                <a:moveTo>
                  <a:pt x="2098040" y="1223264"/>
                </a:moveTo>
                <a:lnTo>
                  <a:pt x="2084737" y="1245392"/>
                </a:lnTo>
                <a:lnTo>
                  <a:pt x="2095881" y="1252093"/>
                </a:lnTo>
                <a:lnTo>
                  <a:pt x="2082545" y="1274318"/>
                </a:lnTo>
                <a:lnTo>
                  <a:pt x="2130512" y="1274318"/>
                </a:lnTo>
                <a:lnTo>
                  <a:pt x="2098040" y="1223264"/>
                </a:lnTo>
                <a:close/>
              </a:path>
              <a:path w="2145029" h="1296670">
                <a:moveTo>
                  <a:pt x="13462" y="0"/>
                </a:moveTo>
                <a:lnTo>
                  <a:pt x="0" y="22098"/>
                </a:lnTo>
                <a:lnTo>
                  <a:pt x="2071383" y="1267606"/>
                </a:lnTo>
                <a:lnTo>
                  <a:pt x="2084737" y="1245392"/>
                </a:lnTo>
                <a:lnTo>
                  <a:pt x="13462" y="0"/>
                </a:lnTo>
                <a:close/>
              </a:path>
            </a:pathLst>
          </a:custGeom>
          <a:solidFill>
            <a:srgbClr val="000000"/>
          </a:solidFill>
        </p:spPr>
        <p:txBody>
          <a:bodyPr wrap="square" lIns="0" tIns="0" rIns="0" bIns="0" rtlCol="0"/>
          <a:lstStyle/>
          <a:p>
            <a:endParaRPr/>
          </a:p>
        </p:txBody>
      </p:sp>
      <p:sp>
        <p:nvSpPr>
          <p:cNvPr id="12" name="object 11">
            <a:extLst>
              <a:ext uri="{FF2B5EF4-FFF2-40B4-BE49-F238E27FC236}">
                <a16:creationId xmlns:a16="http://schemas.microsoft.com/office/drawing/2014/main" id="{54FCECF8-8754-2C71-DED2-F8B8A75F7B33}"/>
              </a:ext>
            </a:extLst>
          </p:cNvPr>
          <p:cNvSpPr/>
          <p:nvPr/>
        </p:nvSpPr>
        <p:spPr>
          <a:xfrm>
            <a:off x="5487779" y="4055822"/>
            <a:ext cx="519684" cy="519684"/>
          </a:xfrm>
          <a:prstGeom prst="rect">
            <a:avLst/>
          </a:prstGeom>
          <a:blipFill>
            <a:blip r:embed="rId3" cstate="print"/>
            <a:stretch>
              <a:fillRect/>
            </a:stretch>
          </a:blipFill>
        </p:spPr>
        <p:txBody>
          <a:bodyPr wrap="square" lIns="0" tIns="0" rIns="0" bIns="0" rtlCol="0"/>
          <a:lstStyle/>
          <a:p>
            <a:endParaRPr/>
          </a:p>
        </p:txBody>
      </p:sp>
      <p:sp>
        <p:nvSpPr>
          <p:cNvPr id="13" name="object 12">
            <a:extLst>
              <a:ext uri="{FF2B5EF4-FFF2-40B4-BE49-F238E27FC236}">
                <a16:creationId xmlns:a16="http://schemas.microsoft.com/office/drawing/2014/main" id="{80D337B0-AB48-E1C4-7518-9121CCE57880}"/>
              </a:ext>
            </a:extLst>
          </p:cNvPr>
          <p:cNvSpPr/>
          <p:nvPr/>
        </p:nvSpPr>
        <p:spPr>
          <a:xfrm>
            <a:off x="5487779" y="4055822"/>
            <a:ext cx="520065" cy="520065"/>
          </a:xfrm>
          <a:custGeom>
            <a:avLst/>
            <a:gdLst/>
            <a:ahLst/>
            <a:cxnLst/>
            <a:rect l="l" t="t" r="r" b="b"/>
            <a:pathLst>
              <a:path w="520064" h="520064">
                <a:moveTo>
                  <a:pt x="0" y="519684"/>
                </a:moveTo>
                <a:lnTo>
                  <a:pt x="519684" y="519684"/>
                </a:lnTo>
                <a:lnTo>
                  <a:pt x="519684" y="0"/>
                </a:lnTo>
                <a:lnTo>
                  <a:pt x="0" y="0"/>
                </a:lnTo>
                <a:lnTo>
                  <a:pt x="0" y="519684"/>
                </a:lnTo>
                <a:close/>
              </a:path>
            </a:pathLst>
          </a:custGeom>
          <a:ln w="6096">
            <a:solidFill>
              <a:srgbClr val="A4A4A4"/>
            </a:solidFill>
          </a:ln>
        </p:spPr>
        <p:txBody>
          <a:bodyPr wrap="square" lIns="0" tIns="0" rIns="0" bIns="0" rtlCol="0"/>
          <a:lstStyle/>
          <a:p>
            <a:endParaRPr/>
          </a:p>
        </p:txBody>
      </p:sp>
      <p:sp>
        <p:nvSpPr>
          <p:cNvPr id="14" name="object 13">
            <a:extLst>
              <a:ext uri="{FF2B5EF4-FFF2-40B4-BE49-F238E27FC236}">
                <a16:creationId xmlns:a16="http://schemas.microsoft.com/office/drawing/2014/main" id="{57BAD03E-1D6F-FE54-C58A-F265F28D558C}"/>
              </a:ext>
            </a:extLst>
          </p:cNvPr>
          <p:cNvSpPr txBox="1"/>
          <p:nvPr/>
        </p:nvSpPr>
        <p:spPr>
          <a:xfrm>
            <a:off x="5631625" y="3976154"/>
            <a:ext cx="255904" cy="531495"/>
          </a:xfrm>
          <a:prstGeom prst="rect">
            <a:avLst/>
          </a:prstGeom>
        </p:spPr>
        <p:txBody>
          <a:bodyPr vert="horz" wrap="square" lIns="0" tIns="14604" rIns="0" bIns="0" rtlCol="0">
            <a:spAutoFit/>
          </a:bodyPr>
          <a:lstStyle/>
          <a:p>
            <a:pPr marL="12700">
              <a:lnSpc>
                <a:spcPct val="100000"/>
              </a:lnSpc>
              <a:spcBef>
                <a:spcPts val="114"/>
              </a:spcBef>
            </a:pPr>
            <a:r>
              <a:rPr sz="3300" spc="-5" dirty="0">
                <a:latin typeface="Symbol"/>
                <a:cs typeface="Symbol"/>
              </a:rPr>
              <a:t></a:t>
            </a:r>
            <a:endParaRPr sz="3300">
              <a:latin typeface="Symbol"/>
              <a:cs typeface="Symbol"/>
            </a:endParaRPr>
          </a:p>
        </p:txBody>
      </p:sp>
      <p:sp>
        <p:nvSpPr>
          <p:cNvPr id="15" name="object 14">
            <a:extLst>
              <a:ext uri="{FF2B5EF4-FFF2-40B4-BE49-F238E27FC236}">
                <a16:creationId xmlns:a16="http://schemas.microsoft.com/office/drawing/2014/main" id="{330A80CD-045A-BB09-5E16-731AB02DF2B8}"/>
              </a:ext>
            </a:extLst>
          </p:cNvPr>
          <p:cNvSpPr/>
          <p:nvPr/>
        </p:nvSpPr>
        <p:spPr>
          <a:xfrm>
            <a:off x="5701138" y="4586936"/>
            <a:ext cx="78105" cy="755015"/>
          </a:xfrm>
          <a:custGeom>
            <a:avLst/>
            <a:gdLst/>
            <a:ahLst/>
            <a:cxnLst/>
            <a:rect l="l" t="t" r="r" b="b"/>
            <a:pathLst>
              <a:path w="78104" h="755014">
                <a:moveTo>
                  <a:pt x="51816" y="64770"/>
                </a:moveTo>
                <a:lnTo>
                  <a:pt x="25908" y="64770"/>
                </a:lnTo>
                <a:lnTo>
                  <a:pt x="25908" y="754773"/>
                </a:lnTo>
                <a:lnTo>
                  <a:pt x="51816" y="754773"/>
                </a:lnTo>
                <a:lnTo>
                  <a:pt x="51816" y="64770"/>
                </a:lnTo>
                <a:close/>
              </a:path>
              <a:path w="78104" h="755014">
                <a:moveTo>
                  <a:pt x="38862" y="0"/>
                </a:moveTo>
                <a:lnTo>
                  <a:pt x="0" y="77724"/>
                </a:lnTo>
                <a:lnTo>
                  <a:pt x="25908" y="77724"/>
                </a:lnTo>
                <a:lnTo>
                  <a:pt x="25908" y="64770"/>
                </a:lnTo>
                <a:lnTo>
                  <a:pt x="71247" y="64770"/>
                </a:lnTo>
                <a:lnTo>
                  <a:pt x="38862" y="0"/>
                </a:lnTo>
                <a:close/>
              </a:path>
              <a:path w="78104" h="755014">
                <a:moveTo>
                  <a:pt x="71247" y="64770"/>
                </a:moveTo>
                <a:lnTo>
                  <a:pt x="51816" y="64770"/>
                </a:lnTo>
                <a:lnTo>
                  <a:pt x="51816" y="77724"/>
                </a:lnTo>
                <a:lnTo>
                  <a:pt x="77724" y="77724"/>
                </a:lnTo>
                <a:lnTo>
                  <a:pt x="71247" y="64770"/>
                </a:lnTo>
                <a:close/>
              </a:path>
            </a:pathLst>
          </a:custGeom>
          <a:solidFill>
            <a:srgbClr val="000000"/>
          </a:solidFill>
        </p:spPr>
        <p:txBody>
          <a:bodyPr wrap="square" lIns="0" tIns="0" rIns="0" bIns="0" rtlCol="0"/>
          <a:lstStyle/>
          <a:p>
            <a:endParaRPr/>
          </a:p>
        </p:txBody>
      </p:sp>
      <p:sp>
        <p:nvSpPr>
          <p:cNvPr id="16" name="object 15">
            <a:extLst>
              <a:ext uri="{FF2B5EF4-FFF2-40B4-BE49-F238E27FC236}">
                <a16:creationId xmlns:a16="http://schemas.microsoft.com/office/drawing/2014/main" id="{767ABFC5-4479-6C32-29A3-606E057217AC}"/>
              </a:ext>
            </a:extLst>
          </p:cNvPr>
          <p:cNvSpPr txBox="1"/>
          <p:nvPr/>
        </p:nvSpPr>
        <p:spPr>
          <a:xfrm>
            <a:off x="6132177" y="3869697"/>
            <a:ext cx="1617980" cy="614271"/>
          </a:xfrm>
          <a:prstGeom prst="rect">
            <a:avLst/>
          </a:prstGeom>
        </p:spPr>
        <p:txBody>
          <a:bodyPr vert="horz" wrap="square" lIns="0" tIns="13970" rIns="0" bIns="0" rtlCol="0">
            <a:spAutoFit/>
          </a:bodyPr>
          <a:lstStyle/>
          <a:p>
            <a:pPr marL="289560" algn="ctr">
              <a:lnSpc>
                <a:spcPct val="100000"/>
              </a:lnSpc>
              <a:spcBef>
                <a:spcPts val="110"/>
              </a:spcBef>
            </a:pPr>
            <a:r>
              <a:rPr sz="3100" i="1" spc="-240" dirty="0">
                <a:latin typeface="Symbol"/>
                <a:cs typeface="Symbol"/>
              </a:rPr>
              <a:t></a:t>
            </a:r>
            <a:r>
              <a:rPr sz="3900" spc="-240" dirty="0">
                <a:latin typeface="Symbol"/>
                <a:cs typeface="Symbol"/>
              </a:rPr>
              <a:t></a:t>
            </a:r>
            <a:r>
              <a:rPr sz="2950" i="1" spc="-240" dirty="0">
                <a:latin typeface="Times New Roman"/>
                <a:cs typeface="Times New Roman"/>
              </a:rPr>
              <a:t>z</a:t>
            </a:r>
            <a:r>
              <a:rPr sz="3900" spc="-240" dirty="0">
                <a:latin typeface="Symbol"/>
                <a:cs typeface="Symbol"/>
              </a:rPr>
              <a:t></a:t>
            </a:r>
            <a:endParaRPr sz="3900" dirty="0">
              <a:latin typeface="Symbol"/>
              <a:cs typeface="Symbol"/>
            </a:endParaRPr>
          </a:p>
        </p:txBody>
      </p:sp>
      <p:sp>
        <p:nvSpPr>
          <p:cNvPr id="17" name="object 16">
            <a:extLst>
              <a:ext uri="{FF2B5EF4-FFF2-40B4-BE49-F238E27FC236}">
                <a16:creationId xmlns:a16="http://schemas.microsoft.com/office/drawing/2014/main" id="{76549488-D5C3-0FF6-A2F1-4738899D8159}"/>
              </a:ext>
            </a:extLst>
          </p:cNvPr>
          <p:cNvSpPr txBox="1"/>
          <p:nvPr/>
        </p:nvSpPr>
        <p:spPr>
          <a:xfrm>
            <a:off x="3678918" y="5484827"/>
            <a:ext cx="984885"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spc="-25" dirty="0">
                <a:solidFill>
                  <a:srgbClr val="0000FF"/>
                </a:solidFill>
                <a:latin typeface="Calibri"/>
                <a:cs typeface="Calibri"/>
              </a:rPr>
              <a:t>  权重</a:t>
            </a:r>
            <a:endParaRPr sz="2400" dirty="0">
              <a:latin typeface="Calibri"/>
              <a:cs typeface="Calibri"/>
            </a:endParaRPr>
          </a:p>
        </p:txBody>
      </p:sp>
      <p:sp>
        <p:nvSpPr>
          <p:cNvPr id="18" name="object 18">
            <a:extLst>
              <a:ext uri="{FF2B5EF4-FFF2-40B4-BE49-F238E27FC236}">
                <a16:creationId xmlns:a16="http://schemas.microsoft.com/office/drawing/2014/main" id="{5202C0CF-40C3-23F8-0EAB-A1ECBD36F952}"/>
              </a:ext>
            </a:extLst>
          </p:cNvPr>
          <p:cNvSpPr/>
          <p:nvPr/>
        </p:nvSpPr>
        <p:spPr>
          <a:xfrm>
            <a:off x="3892150" y="3033218"/>
            <a:ext cx="547116" cy="537971"/>
          </a:xfrm>
          <a:prstGeom prst="rect">
            <a:avLst/>
          </a:prstGeom>
          <a:blipFill>
            <a:blip r:embed="rId4" cstate="print"/>
            <a:stretch>
              <a:fillRect/>
            </a:stretch>
          </a:blipFill>
        </p:spPr>
        <p:txBody>
          <a:bodyPr wrap="square" lIns="0" tIns="0" rIns="0" bIns="0" rtlCol="0"/>
          <a:lstStyle/>
          <a:p>
            <a:endParaRPr/>
          </a:p>
        </p:txBody>
      </p:sp>
      <p:sp>
        <p:nvSpPr>
          <p:cNvPr id="19" name="object 19">
            <a:extLst>
              <a:ext uri="{FF2B5EF4-FFF2-40B4-BE49-F238E27FC236}">
                <a16:creationId xmlns:a16="http://schemas.microsoft.com/office/drawing/2014/main" id="{2D35F93F-10EF-0569-D1FC-13AECF6E310A}"/>
              </a:ext>
            </a:extLst>
          </p:cNvPr>
          <p:cNvSpPr/>
          <p:nvPr/>
        </p:nvSpPr>
        <p:spPr>
          <a:xfrm>
            <a:off x="3892150" y="3033218"/>
            <a:ext cx="547370" cy="538480"/>
          </a:xfrm>
          <a:custGeom>
            <a:avLst/>
            <a:gdLst/>
            <a:ahLst/>
            <a:cxnLst/>
            <a:rect l="l" t="t" r="r" b="b"/>
            <a:pathLst>
              <a:path w="547370" h="538479">
                <a:moveTo>
                  <a:pt x="0" y="537971"/>
                </a:moveTo>
                <a:lnTo>
                  <a:pt x="547116" y="537971"/>
                </a:lnTo>
                <a:lnTo>
                  <a:pt x="547116" y="0"/>
                </a:lnTo>
                <a:lnTo>
                  <a:pt x="0" y="0"/>
                </a:lnTo>
                <a:lnTo>
                  <a:pt x="0" y="537971"/>
                </a:lnTo>
                <a:close/>
              </a:path>
            </a:pathLst>
          </a:custGeom>
          <a:ln w="6096">
            <a:solidFill>
              <a:srgbClr val="A4A4A4"/>
            </a:solidFill>
          </a:ln>
        </p:spPr>
        <p:txBody>
          <a:bodyPr wrap="square" lIns="0" tIns="0" rIns="0" bIns="0" rtlCol="0"/>
          <a:lstStyle/>
          <a:p>
            <a:endParaRPr/>
          </a:p>
        </p:txBody>
      </p:sp>
      <p:sp>
        <p:nvSpPr>
          <p:cNvPr id="20" name="object 20">
            <a:extLst>
              <a:ext uri="{FF2B5EF4-FFF2-40B4-BE49-F238E27FC236}">
                <a16:creationId xmlns:a16="http://schemas.microsoft.com/office/drawing/2014/main" id="{48510EFD-CC02-A522-167E-8DD2C20D5E34}"/>
              </a:ext>
            </a:extLst>
          </p:cNvPr>
          <p:cNvSpPr txBox="1"/>
          <p:nvPr/>
        </p:nvSpPr>
        <p:spPr>
          <a:xfrm>
            <a:off x="4075793" y="3090318"/>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21" name="object 21">
            <a:extLst>
              <a:ext uri="{FF2B5EF4-FFF2-40B4-BE49-F238E27FC236}">
                <a16:creationId xmlns:a16="http://schemas.microsoft.com/office/drawing/2014/main" id="{DC2478DE-DE00-68AF-5A47-0A32D68AB08E}"/>
              </a:ext>
            </a:extLst>
          </p:cNvPr>
          <p:cNvSpPr/>
          <p:nvPr/>
        </p:nvSpPr>
        <p:spPr>
          <a:xfrm>
            <a:off x="3892150" y="3933903"/>
            <a:ext cx="547116" cy="537971"/>
          </a:xfrm>
          <a:prstGeom prst="rect">
            <a:avLst/>
          </a:prstGeom>
          <a:blipFill>
            <a:blip r:embed="rId4" cstate="print"/>
            <a:stretch>
              <a:fillRect/>
            </a:stretch>
          </a:blipFill>
        </p:spPr>
        <p:txBody>
          <a:bodyPr wrap="square" lIns="0" tIns="0" rIns="0" bIns="0" rtlCol="0"/>
          <a:lstStyle/>
          <a:p>
            <a:endParaRPr/>
          </a:p>
        </p:txBody>
      </p:sp>
      <p:sp>
        <p:nvSpPr>
          <p:cNvPr id="22" name="object 22">
            <a:extLst>
              <a:ext uri="{FF2B5EF4-FFF2-40B4-BE49-F238E27FC236}">
                <a16:creationId xmlns:a16="http://schemas.microsoft.com/office/drawing/2014/main" id="{F777319F-AEFD-DBDB-7CB2-F94A8701E456}"/>
              </a:ext>
            </a:extLst>
          </p:cNvPr>
          <p:cNvSpPr/>
          <p:nvPr/>
        </p:nvSpPr>
        <p:spPr>
          <a:xfrm>
            <a:off x="3892150" y="3933903"/>
            <a:ext cx="547370" cy="538480"/>
          </a:xfrm>
          <a:custGeom>
            <a:avLst/>
            <a:gdLst/>
            <a:ahLst/>
            <a:cxnLst/>
            <a:rect l="l" t="t" r="r" b="b"/>
            <a:pathLst>
              <a:path w="547370" h="538479">
                <a:moveTo>
                  <a:pt x="0" y="537971"/>
                </a:moveTo>
                <a:lnTo>
                  <a:pt x="547116" y="537971"/>
                </a:lnTo>
                <a:lnTo>
                  <a:pt x="547116" y="0"/>
                </a:lnTo>
                <a:lnTo>
                  <a:pt x="0" y="0"/>
                </a:lnTo>
                <a:lnTo>
                  <a:pt x="0" y="537971"/>
                </a:lnTo>
                <a:close/>
              </a:path>
            </a:pathLst>
          </a:custGeom>
          <a:ln w="6096">
            <a:solidFill>
              <a:srgbClr val="A4A4A4"/>
            </a:solidFill>
          </a:ln>
        </p:spPr>
        <p:txBody>
          <a:bodyPr wrap="square" lIns="0" tIns="0" rIns="0" bIns="0" rtlCol="0"/>
          <a:lstStyle/>
          <a:p>
            <a:endParaRPr/>
          </a:p>
        </p:txBody>
      </p:sp>
      <p:sp>
        <p:nvSpPr>
          <p:cNvPr id="23" name="object 23">
            <a:extLst>
              <a:ext uri="{FF2B5EF4-FFF2-40B4-BE49-F238E27FC236}">
                <a16:creationId xmlns:a16="http://schemas.microsoft.com/office/drawing/2014/main" id="{88A3C6A9-F0A4-7875-1692-82C40F977354}"/>
              </a:ext>
            </a:extLst>
          </p:cNvPr>
          <p:cNvSpPr txBox="1"/>
          <p:nvPr/>
        </p:nvSpPr>
        <p:spPr>
          <a:xfrm>
            <a:off x="4022072" y="3998876"/>
            <a:ext cx="27305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2</a:t>
            </a:r>
            <a:endParaRPr sz="2400">
              <a:latin typeface="Calibri"/>
              <a:cs typeface="Calibri"/>
            </a:endParaRPr>
          </a:p>
        </p:txBody>
      </p:sp>
      <p:sp>
        <p:nvSpPr>
          <p:cNvPr id="24" name="object 24">
            <a:extLst>
              <a:ext uri="{FF2B5EF4-FFF2-40B4-BE49-F238E27FC236}">
                <a16:creationId xmlns:a16="http://schemas.microsoft.com/office/drawing/2014/main" id="{E0187293-C02F-1717-47C9-D682C0895BB9}"/>
              </a:ext>
            </a:extLst>
          </p:cNvPr>
          <p:cNvSpPr/>
          <p:nvPr/>
        </p:nvSpPr>
        <p:spPr>
          <a:xfrm>
            <a:off x="3899771" y="4791915"/>
            <a:ext cx="545591" cy="536448"/>
          </a:xfrm>
          <a:prstGeom prst="rect">
            <a:avLst/>
          </a:prstGeom>
          <a:blipFill>
            <a:blip r:embed="rId5" cstate="print"/>
            <a:stretch>
              <a:fillRect/>
            </a:stretch>
          </a:blipFill>
        </p:spPr>
        <p:txBody>
          <a:bodyPr wrap="square" lIns="0" tIns="0" rIns="0" bIns="0" rtlCol="0"/>
          <a:lstStyle/>
          <a:p>
            <a:endParaRPr/>
          </a:p>
        </p:txBody>
      </p:sp>
      <p:sp>
        <p:nvSpPr>
          <p:cNvPr id="25" name="object 25">
            <a:extLst>
              <a:ext uri="{FF2B5EF4-FFF2-40B4-BE49-F238E27FC236}">
                <a16:creationId xmlns:a16="http://schemas.microsoft.com/office/drawing/2014/main" id="{38FB0B12-95A8-CCD3-B548-94BCBC758E00}"/>
              </a:ext>
            </a:extLst>
          </p:cNvPr>
          <p:cNvSpPr txBox="1"/>
          <p:nvPr/>
        </p:nvSpPr>
        <p:spPr>
          <a:xfrm>
            <a:off x="3899771" y="4791915"/>
            <a:ext cx="546100" cy="536575"/>
          </a:xfrm>
          <a:prstGeom prst="rect">
            <a:avLst/>
          </a:prstGeom>
          <a:ln w="6096">
            <a:solidFill>
              <a:srgbClr val="A4A4A4"/>
            </a:solidFill>
          </a:ln>
        </p:spPr>
        <p:txBody>
          <a:bodyPr vert="horz" wrap="square" lIns="0" tIns="87630" rIns="0" bIns="0" rtlCol="0">
            <a:spAutoFit/>
          </a:bodyPr>
          <a:lstStyle/>
          <a:p>
            <a:pPr marL="133985">
              <a:lnSpc>
                <a:spcPct val="100000"/>
              </a:lnSpc>
              <a:spcBef>
                <a:spcPts val="690"/>
              </a:spcBef>
            </a:pPr>
            <a:r>
              <a:rPr sz="2400" spc="-5" dirty="0">
                <a:latin typeface="Calibri"/>
                <a:cs typeface="Calibri"/>
              </a:rPr>
              <a:t>-1</a:t>
            </a:r>
            <a:endParaRPr sz="2400">
              <a:latin typeface="Calibri"/>
              <a:cs typeface="Calibri"/>
            </a:endParaRPr>
          </a:p>
        </p:txBody>
      </p:sp>
      <p:sp>
        <p:nvSpPr>
          <p:cNvPr id="26" name="object 26">
            <a:extLst>
              <a:ext uri="{FF2B5EF4-FFF2-40B4-BE49-F238E27FC236}">
                <a16:creationId xmlns:a16="http://schemas.microsoft.com/office/drawing/2014/main" id="{6472403B-47BB-1BDB-FADE-37A1FDBEE256}"/>
              </a:ext>
            </a:extLst>
          </p:cNvPr>
          <p:cNvSpPr txBox="1"/>
          <p:nvPr/>
        </p:nvSpPr>
        <p:spPr>
          <a:xfrm>
            <a:off x="5426818" y="5326839"/>
            <a:ext cx="597535" cy="584200"/>
          </a:xfrm>
          <a:prstGeom prst="rect">
            <a:avLst/>
          </a:prstGeom>
          <a:ln w="6096">
            <a:solidFill>
              <a:srgbClr val="00AF50"/>
            </a:solidFill>
          </a:ln>
        </p:spPr>
        <p:txBody>
          <a:bodyPr vert="horz" wrap="square" lIns="0" tIns="123190" rIns="0" bIns="0" rtlCol="0">
            <a:spAutoFit/>
          </a:bodyPr>
          <a:lstStyle/>
          <a:p>
            <a:pPr marL="28575" algn="ctr">
              <a:lnSpc>
                <a:spcPct val="100000"/>
              </a:lnSpc>
              <a:spcBef>
                <a:spcPts val="970"/>
              </a:spcBef>
            </a:pPr>
            <a:r>
              <a:rPr sz="2400" dirty="0">
                <a:latin typeface="Calibri"/>
                <a:cs typeface="Calibri"/>
              </a:rPr>
              <a:t>1</a:t>
            </a:r>
            <a:endParaRPr sz="2400">
              <a:latin typeface="Calibri"/>
              <a:cs typeface="Calibri"/>
            </a:endParaRPr>
          </a:p>
        </p:txBody>
      </p:sp>
      <p:sp>
        <p:nvSpPr>
          <p:cNvPr id="27" name="object 27">
            <a:extLst>
              <a:ext uri="{FF2B5EF4-FFF2-40B4-BE49-F238E27FC236}">
                <a16:creationId xmlns:a16="http://schemas.microsoft.com/office/drawing/2014/main" id="{8BB3BB90-D4C7-4190-917D-79F02BEC9BC4}"/>
              </a:ext>
            </a:extLst>
          </p:cNvPr>
          <p:cNvSpPr/>
          <p:nvPr/>
        </p:nvSpPr>
        <p:spPr>
          <a:xfrm>
            <a:off x="2750675" y="2732990"/>
            <a:ext cx="545592" cy="537971"/>
          </a:xfrm>
          <a:prstGeom prst="rect">
            <a:avLst/>
          </a:prstGeom>
          <a:blipFill>
            <a:blip r:embed="rId6" cstate="print"/>
            <a:stretch>
              <a:fillRect/>
            </a:stretch>
          </a:blipFill>
        </p:spPr>
        <p:txBody>
          <a:bodyPr wrap="square" lIns="0" tIns="0" rIns="0" bIns="0" rtlCol="0"/>
          <a:lstStyle/>
          <a:p>
            <a:endParaRPr/>
          </a:p>
        </p:txBody>
      </p:sp>
      <p:sp>
        <p:nvSpPr>
          <p:cNvPr id="28" name="object 28">
            <a:extLst>
              <a:ext uri="{FF2B5EF4-FFF2-40B4-BE49-F238E27FC236}">
                <a16:creationId xmlns:a16="http://schemas.microsoft.com/office/drawing/2014/main" id="{CCE0D467-C5D8-8EB0-993A-13A2BAAAA634}"/>
              </a:ext>
            </a:extLst>
          </p:cNvPr>
          <p:cNvSpPr txBox="1"/>
          <p:nvPr/>
        </p:nvSpPr>
        <p:spPr>
          <a:xfrm>
            <a:off x="2750675" y="2732990"/>
            <a:ext cx="546100" cy="538480"/>
          </a:xfrm>
          <a:prstGeom prst="rect">
            <a:avLst/>
          </a:prstGeom>
          <a:ln w="6096">
            <a:solidFill>
              <a:srgbClr val="EC7C30"/>
            </a:solidFill>
          </a:ln>
        </p:spPr>
        <p:txBody>
          <a:bodyPr vert="horz" wrap="square" lIns="0" tIns="69215" rIns="0" bIns="0" rtlCol="0">
            <a:spAutoFit/>
          </a:bodyPr>
          <a:lstStyle/>
          <a:p>
            <a:pPr algn="ctr">
              <a:lnSpc>
                <a:spcPct val="100000"/>
              </a:lnSpc>
              <a:spcBef>
                <a:spcPts val="545"/>
              </a:spcBef>
            </a:pPr>
            <a:r>
              <a:rPr sz="2400" dirty="0">
                <a:latin typeface="Calibri"/>
                <a:cs typeface="Calibri"/>
              </a:rPr>
              <a:t>2</a:t>
            </a:r>
            <a:endParaRPr sz="2400">
              <a:latin typeface="Calibri"/>
              <a:cs typeface="Calibri"/>
            </a:endParaRPr>
          </a:p>
        </p:txBody>
      </p:sp>
      <p:sp>
        <p:nvSpPr>
          <p:cNvPr id="29" name="object 29">
            <a:extLst>
              <a:ext uri="{FF2B5EF4-FFF2-40B4-BE49-F238E27FC236}">
                <a16:creationId xmlns:a16="http://schemas.microsoft.com/office/drawing/2014/main" id="{BD1A9F82-5A6D-009B-B7FB-CD13E9B12CAF}"/>
              </a:ext>
            </a:extLst>
          </p:cNvPr>
          <p:cNvSpPr/>
          <p:nvPr/>
        </p:nvSpPr>
        <p:spPr>
          <a:xfrm>
            <a:off x="2726290" y="3984195"/>
            <a:ext cx="545592" cy="537972"/>
          </a:xfrm>
          <a:prstGeom prst="rect">
            <a:avLst/>
          </a:prstGeom>
          <a:blipFill>
            <a:blip r:embed="rId7" cstate="print"/>
            <a:stretch>
              <a:fillRect/>
            </a:stretch>
          </a:blipFill>
        </p:spPr>
        <p:txBody>
          <a:bodyPr wrap="square" lIns="0" tIns="0" rIns="0" bIns="0" rtlCol="0"/>
          <a:lstStyle/>
          <a:p>
            <a:endParaRPr/>
          </a:p>
        </p:txBody>
      </p:sp>
      <p:sp>
        <p:nvSpPr>
          <p:cNvPr id="30" name="object 30">
            <a:extLst>
              <a:ext uri="{FF2B5EF4-FFF2-40B4-BE49-F238E27FC236}">
                <a16:creationId xmlns:a16="http://schemas.microsoft.com/office/drawing/2014/main" id="{28BF3B04-9560-C156-200F-62E141F8E2EC}"/>
              </a:ext>
            </a:extLst>
          </p:cNvPr>
          <p:cNvSpPr txBox="1"/>
          <p:nvPr/>
        </p:nvSpPr>
        <p:spPr>
          <a:xfrm>
            <a:off x="2726290" y="3984195"/>
            <a:ext cx="546100" cy="538480"/>
          </a:xfrm>
          <a:prstGeom prst="rect">
            <a:avLst/>
          </a:prstGeom>
          <a:ln w="6096">
            <a:solidFill>
              <a:srgbClr val="EC7C30"/>
            </a:solidFill>
          </a:ln>
        </p:spPr>
        <p:txBody>
          <a:bodyPr vert="horz" wrap="square" lIns="0" tIns="78105" rIns="0" bIns="0" rtlCol="0">
            <a:spAutoFit/>
          </a:bodyPr>
          <a:lstStyle/>
          <a:p>
            <a:pPr marL="140970">
              <a:lnSpc>
                <a:spcPct val="100000"/>
              </a:lnSpc>
              <a:spcBef>
                <a:spcPts val="615"/>
              </a:spcBef>
            </a:pPr>
            <a:r>
              <a:rPr sz="2400" spc="-5" dirty="0">
                <a:latin typeface="Calibri"/>
                <a:cs typeface="Calibri"/>
              </a:rPr>
              <a:t>-1</a:t>
            </a:r>
            <a:endParaRPr sz="2400" dirty="0">
              <a:latin typeface="Calibri"/>
              <a:cs typeface="Calibri"/>
            </a:endParaRPr>
          </a:p>
        </p:txBody>
      </p:sp>
      <p:sp>
        <p:nvSpPr>
          <p:cNvPr id="31" name="object 31">
            <a:extLst>
              <a:ext uri="{FF2B5EF4-FFF2-40B4-BE49-F238E27FC236}">
                <a16:creationId xmlns:a16="http://schemas.microsoft.com/office/drawing/2014/main" id="{F3409AD1-116E-D61D-D0EE-5293BCD6FEEB}"/>
              </a:ext>
            </a:extLst>
          </p:cNvPr>
          <p:cNvSpPr/>
          <p:nvPr/>
        </p:nvSpPr>
        <p:spPr>
          <a:xfrm>
            <a:off x="2752199" y="5278071"/>
            <a:ext cx="547116" cy="537972"/>
          </a:xfrm>
          <a:prstGeom prst="rect">
            <a:avLst/>
          </a:prstGeom>
          <a:blipFill>
            <a:blip r:embed="rId8" cstate="print"/>
            <a:stretch>
              <a:fillRect/>
            </a:stretch>
          </a:blipFill>
        </p:spPr>
        <p:txBody>
          <a:bodyPr wrap="square" lIns="0" tIns="0" rIns="0" bIns="0" rtlCol="0"/>
          <a:lstStyle/>
          <a:p>
            <a:endParaRPr/>
          </a:p>
        </p:txBody>
      </p:sp>
      <p:sp>
        <p:nvSpPr>
          <p:cNvPr id="32" name="object 32">
            <a:extLst>
              <a:ext uri="{FF2B5EF4-FFF2-40B4-BE49-F238E27FC236}">
                <a16:creationId xmlns:a16="http://schemas.microsoft.com/office/drawing/2014/main" id="{B2B3DFBE-87A1-353F-EB2A-8266F587591C}"/>
              </a:ext>
            </a:extLst>
          </p:cNvPr>
          <p:cNvSpPr txBox="1"/>
          <p:nvPr/>
        </p:nvSpPr>
        <p:spPr>
          <a:xfrm>
            <a:off x="2752199" y="5278071"/>
            <a:ext cx="547370" cy="538480"/>
          </a:xfrm>
          <a:prstGeom prst="rect">
            <a:avLst/>
          </a:prstGeom>
          <a:ln w="6096">
            <a:solidFill>
              <a:srgbClr val="EC7C30"/>
            </a:solidFill>
          </a:ln>
        </p:spPr>
        <p:txBody>
          <a:bodyPr vert="horz" wrap="square" lIns="0" tIns="87630" rIns="0" bIns="0" rtlCol="0">
            <a:spAutoFit/>
          </a:bodyPr>
          <a:lstStyle/>
          <a:p>
            <a:pPr marL="181610">
              <a:lnSpc>
                <a:spcPct val="100000"/>
              </a:lnSpc>
              <a:spcBef>
                <a:spcPts val="690"/>
              </a:spcBef>
            </a:pPr>
            <a:r>
              <a:rPr sz="2400" dirty="0">
                <a:latin typeface="Calibri"/>
                <a:cs typeface="Calibri"/>
              </a:rPr>
              <a:t>1</a:t>
            </a:r>
            <a:endParaRPr sz="2400">
              <a:latin typeface="Calibri"/>
              <a:cs typeface="Calibri"/>
            </a:endParaRPr>
          </a:p>
        </p:txBody>
      </p:sp>
      <p:sp>
        <p:nvSpPr>
          <p:cNvPr id="33" name="object 33">
            <a:extLst>
              <a:ext uri="{FF2B5EF4-FFF2-40B4-BE49-F238E27FC236}">
                <a16:creationId xmlns:a16="http://schemas.microsoft.com/office/drawing/2014/main" id="{5B6D2FF6-F46A-B1F1-4DEA-674DA5C5735A}"/>
              </a:ext>
            </a:extLst>
          </p:cNvPr>
          <p:cNvSpPr txBox="1"/>
          <p:nvPr/>
        </p:nvSpPr>
        <p:spPr>
          <a:xfrm>
            <a:off x="6231236" y="3819729"/>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alibri"/>
                <a:cs typeface="Calibri"/>
              </a:rPr>
              <a:t>4</a:t>
            </a:r>
            <a:endParaRPr sz="2400" dirty="0">
              <a:latin typeface="Calibri"/>
              <a:cs typeface="Calibri"/>
            </a:endParaRPr>
          </a:p>
        </p:txBody>
      </p:sp>
      <p:grpSp>
        <p:nvGrpSpPr>
          <p:cNvPr id="50" name="组合 49">
            <a:extLst>
              <a:ext uri="{FF2B5EF4-FFF2-40B4-BE49-F238E27FC236}">
                <a16:creationId xmlns:a16="http://schemas.microsoft.com/office/drawing/2014/main" id="{DAEA2C0F-665F-7418-4696-C2A41D251388}"/>
              </a:ext>
            </a:extLst>
          </p:cNvPr>
          <p:cNvGrpSpPr/>
          <p:nvPr/>
        </p:nvGrpSpPr>
        <p:grpSpPr>
          <a:xfrm>
            <a:off x="4415644" y="1036017"/>
            <a:ext cx="5297805" cy="2927350"/>
            <a:chOff x="3544061" y="1375410"/>
            <a:chExt cx="5297805" cy="2927350"/>
          </a:xfrm>
        </p:grpSpPr>
        <p:sp>
          <p:nvSpPr>
            <p:cNvPr id="35" name="object 35">
              <a:extLst>
                <a:ext uri="{FF2B5EF4-FFF2-40B4-BE49-F238E27FC236}">
                  <a16:creationId xmlns:a16="http://schemas.microsoft.com/office/drawing/2014/main" id="{374C0BB8-B261-F97C-0338-7979DC2ED76C}"/>
                </a:ext>
              </a:extLst>
            </p:cNvPr>
            <p:cNvSpPr/>
            <p:nvPr/>
          </p:nvSpPr>
          <p:spPr>
            <a:xfrm>
              <a:off x="3544061" y="1375410"/>
              <a:ext cx="5297805" cy="2927350"/>
            </a:xfrm>
            <a:custGeom>
              <a:avLst/>
              <a:gdLst/>
              <a:ahLst/>
              <a:cxnLst/>
              <a:rect l="l" t="t" r="r" b="b"/>
              <a:pathLst>
                <a:path w="5297805" h="2927350">
                  <a:moveTo>
                    <a:pt x="0" y="346455"/>
                  </a:moveTo>
                  <a:lnTo>
                    <a:pt x="3161" y="299434"/>
                  </a:lnTo>
                  <a:lnTo>
                    <a:pt x="12372" y="254338"/>
                  </a:lnTo>
                  <a:lnTo>
                    <a:pt x="27219" y="211580"/>
                  </a:lnTo>
                  <a:lnTo>
                    <a:pt x="47291" y="171572"/>
                  </a:lnTo>
                  <a:lnTo>
                    <a:pt x="72174" y="134727"/>
                  </a:lnTo>
                  <a:lnTo>
                    <a:pt x="101457" y="101457"/>
                  </a:lnTo>
                  <a:lnTo>
                    <a:pt x="134727" y="72174"/>
                  </a:lnTo>
                  <a:lnTo>
                    <a:pt x="171572" y="47291"/>
                  </a:lnTo>
                  <a:lnTo>
                    <a:pt x="211580" y="27219"/>
                  </a:lnTo>
                  <a:lnTo>
                    <a:pt x="254338" y="12372"/>
                  </a:lnTo>
                  <a:lnTo>
                    <a:pt x="299434" y="3161"/>
                  </a:lnTo>
                  <a:lnTo>
                    <a:pt x="346455" y="0"/>
                  </a:lnTo>
                  <a:lnTo>
                    <a:pt x="3090164" y="0"/>
                  </a:lnTo>
                  <a:lnTo>
                    <a:pt x="4414520" y="0"/>
                  </a:lnTo>
                  <a:lnTo>
                    <a:pt x="4950968" y="0"/>
                  </a:lnTo>
                  <a:lnTo>
                    <a:pt x="4997989" y="3161"/>
                  </a:lnTo>
                  <a:lnTo>
                    <a:pt x="5043085" y="12372"/>
                  </a:lnTo>
                  <a:lnTo>
                    <a:pt x="5085843" y="27219"/>
                  </a:lnTo>
                  <a:lnTo>
                    <a:pt x="5125851" y="47291"/>
                  </a:lnTo>
                  <a:lnTo>
                    <a:pt x="5162696" y="72174"/>
                  </a:lnTo>
                  <a:lnTo>
                    <a:pt x="5195966" y="101457"/>
                  </a:lnTo>
                  <a:lnTo>
                    <a:pt x="5225249" y="134727"/>
                  </a:lnTo>
                  <a:lnTo>
                    <a:pt x="5250132" y="171572"/>
                  </a:lnTo>
                  <a:lnTo>
                    <a:pt x="5270204" y="211580"/>
                  </a:lnTo>
                  <a:lnTo>
                    <a:pt x="5285051" y="254338"/>
                  </a:lnTo>
                  <a:lnTo>
                    <a:pt x="5294262" y="299434"/>
                  </a:lnTo>
                  <a:lnTo>
                    <a:pt x="5297423" y="346455"/>
                  </a:lnTo>
                  <a:lnTo>
                    <a:pt x="5297423" y="1212595"/>
                  </a:lnTo>
                  <a:lnTo>
                    <a:pt x="5297423" y="1732279"/>
                  </a:lnTo>
                  <a:lnTo>
                    <a:pt x="5294262" y="1779301"/>
                  </a:lnTo>
                  <a:lnTo>
                    <a:pt x="5285051" y="1824397"/>
                  </a:lnTo>
                  <a:lnTo>
                    <a:pt x="5270204" y="1867155"/>
                  </a:lnTo>
                  <a:lnTo>
                    <a:pt x="5250132" y="1907163"/>
                  </a:lnTo>
                  <a:lnTo>
                    <a:pt x="5225249" y="1944008"/>
                  </a:lnTo>
                  <a:lnTo>
                    <a:pt x="5195966" y="1977278"/>
                  </a:lnTo>
                  <a:lnTo>
                    <a:pt x="5162696" y="2006561"/>
                  </a:lnTo>
                  <a:lnTo>
                    <a:pt x="5125851" y="2031444"/>
                  </a:lnTo>
                  <a:lnTo>
                    <a:pt x="5085843" y="2051516"/>
                  </a:lnTo>
                  <a:lnTo>
                    <a:pt x="5043085" y="2066363"/>
                  </a:lnTo>
                  <a:lnTo>
                    <a:pt x="4997989" y="2075574"/>
                  </a:lnTo>
                  <a:lnTo>
                    <a:pt x="4950968" y="2078736"/>
                  </a:lnTo>
                  <a:lnTo>
                    <a:pt x="4414520" y="2078736"/>
                  </a:lnTo>
                  <a:lnTo>
                    <a:pt x="2728595" y="2927350"/>
                  </a:lnTo>
                  <a:lnTo>
                    <a:pt x="3090164" y="2078736"/>
                  </a:lnTo>
                  <a:lnTo>
                    <a:pt x="346455" y="2078736"/>
                  </a:lnTo>
                  <a:lnTo>
                    <a:pt x="299434" y="2075574"/>
                  </a:lnTo>
                  <a:lnTo>
                    <a:pt x="254338" y="2066363"/>
                  </a:lnTo>
                  <a:lnTo>
                    <a:pt x="211580" y="2051516"/>
                  </a:lnTo>
                  <a:lnTo>
                    <a:pt x="171572" y="2031444"/>
                  </a:lnTo>
                  <a:lnTo>
                    <a:pt x="134727" y="2006561"/>
                  </a:lnTo>
                  <a:lnTo>
                    <a:pt x="101457" y="1977278"/>
                  </a:lnTo>
                  <a:lnTo>
                    <a:pt x="72174" y="1944008"/>
                  </a:lnTo>
                  <a:lnTo>
                    <a:pt x="47291" y="1907163"/>
                  </a:lnTo>
                  <a:lnTo>
                    <a:pt x="27219" y="1867155"/>
                  </a:lnTo>
                  <a:lnTo>
                    <a:pt x="12372" y="1824397"/>
                  </a:lnTo>
                  <a:lnTo>
                    <a:pt x="3161" y="1779301"/>
                  </a:lnTo>
                  <a:lnTo>
                    <a:pt x="0" y="1732279"/>
                  </a:lnTo>
                  <a:lnTo>
                    <a:pt x="0" y="1212595"/>
                  </a:lnTo>
                  <a:lnTo>
                    <a:pt x="0" y="346455"/>
                  </a:lnTo>
                  <a:close/>
                </a:path>
              </a:pathLst>
            </a:custGeom>
            <a:ln w="38100">
              <a:solidFill>
                <a:srgbClr val="0000FF"/>
              </a:solidFill>
            </a:ln>
          </p:spPr>
          <p:txBody>
            <a:bodyPr wrap="square" lIns="0" tIns="0" rIns="0" bIns="0" rtlCol="0"/>
            <a:lstStyle/>
            <a:p>
              <a:endParaRPr/>
            </a:p>
          </p:txBody>
        </p:sp>
        <p:sp>
          <p:nvSpPr>
            <p:cNvPr id="36" name="object 36">
              <a:extLst>
                <a:ext uri="{FF2B5EF4-FFF2-40B4-BE49-F238E27FC236}">
                  <a16:creationId xmlns:a16="http://schemas.microsoft.com/office/drawing/2014/main" id="{09BB7B9F-57DD-9335-0B8B-3A84AD439E51}"/>
                </a:ext>
              </a:extLst>
            </p:cNvPr>
            <p:cNvSpPr/>
            <p:nvPr/>
          </p:nvSpPr>
          <p:spPr>
            <a:xfrm>
              <a:off x="5920740" y="1427988"/>
              <a:ext cx="2572512" cy="1837943"/>
            </a:xfrm>
            <a:prstGeom prst="rect">
              <a:avLst/>
            </a:prstGeom>
            <a:blipFill>
              <a:blip r:embed="rId9" cstate="print"/>
              <a:stretch>
                <a:fillRect/>
              </a:stretch>
            </a:blipFill>
          </p:spPr>
          <p:txBody>
            <a:bodyPr wrap="square" lIns="0" tIns="0" rIns="0" bIns="0" rtlCol="0"/>
            <a:lstStyle/>
            <a:p>
              <a:endParaRPr/>
            </a:p>
          </p:txBody>
        </p:sp>
        <p:sp>
          <p:nvSpPr>
            <p:cNvPr id="37" name="object 37">
              <a:extLst>
                <a:ext uri="{FF2B5EF4-FFF2-40B4-BE49-F238E27FC236}">
                  <a16:creationId xmlns:a16="http://schemas.microsoft.com/office/drawing/2014/main" id="{6E9C0982-DB9F-68BC-BAA2-418E04AE6E3F}"/>
                </a:ext>
              </a:extLst>
            </p:cNvPr>
            <p:cNvSpPr txBox="1"/>
            <p:nvPr/>
          </p:nvSpPr>
          <p:spPr>
            <a:xfrm>
              <a:off x="6285875" y="1416401"/>
              <a:ext cx="711835" cy="572135"/>
            </a:xfrm>
            <a:prstGeom prst="rect">
              <a:avLst/>
            </a:prstGeom>
          </p:spPr>
          <p:txBody>
            <a:bodyPr vert="horz" wrap="square" lIns="0" tIns="17145" rIns="0" bIns="0" rtlCol="0">
              <a:spAutoFit/>
            </a:bodyPr>
            <a:lstStyle/>
            <a:p>
              <a:pPr marL="12700">
                <a:lnSpc>
                  <a:spcPct val="100000"/>
                </a:lnSpc>
                <a:spcBef>
                  <a:spcPts val="135"/>
                </a:spcBef>
              </a:pPr>
              <a:r>
                <a:rPr sz="2850" i="1" spc="-220" dirty="0">
                  <a:latin typeface="Symbol"/>
                  <a:cs typeface="Symbol"/>
                </a:rPr>
                <a:t></a:t>
              </a:r>
              <a:r>
                <a:rPr sz="3550" spc="-220" dirty="0">
                  <a:latin typeface="Symbol"/>
                  <a:cs typeface="Symbol"/>
                </a:rPr>
                <a:t></a:t>
              </a:r>
              <a:r>
                <a:rPr sz="2700" i="1" spc="-220" dirty="0">
                  <a:latin typeface="Times New Roman"/>
                  <a:cs typeface="Times New Roman"/>
                </a:rPr>
                <a:t>z</a:t>
              </a:r>
              <a:r>
                <a:rPr sz="3550" spc="-220" dirty="0">
                  <a:latin typeface="Symbol"/>
                  <a:cs typeface="Symbol"/>
                </a:rPr>
                <a:t></a:t>
              </a:r>
              <a:endParaRPr sz="3550">
                <a:latin typeface="Symbol"/>
                <a:cs typeface="Symbol"/>
              </a:endParaRPr>
            </a:p>
          </p:txBody>
        </p:sp>
        <p:sp>
          <p:nvSpPr>
            <p:cNvPr id="38" name="object 38">
              <a:extLst>
                <a:ext uri="{FF2B5EF4-FFF2-40B4-BE49-F238E27FC236}">
                  <a16:creationId xmlns:a16="http://schemas.microsoft.com/office/drawing/2014/main" id="{07FA2D43-0915-BEEB-4713-1DCDDF7FAB2E}"/>
                </a:ext>
              </a:extLst>
            </p:cNvPr>
            <p:cNvSpPr txBox="1"/>
            <p:nvPr/>
          </p:nvSpPr>
          <p:spPr>
            <a:xfrm>
              <a:off x="8402482" y="2729933"/>
              <a:ext cx="177800" cy="494665"/>
            </a:xfrm>
            <a:prstGeom prst="rect">
              <a:avLst/>
            </a:prstGeom>
          </p:spPr>
          <p:txBody>
            <a:bodyPr vert="horz" wrap="square" lIns="0" tIns="15875" rIns="0" bIns="0" rtlCol="0">
              <a:spAutoFit/>
            </a:bodyPr>
            <a:lstStyle/>
            <a:p>
              <a:pPr marL="12700">
                <a:lnSpc>
                  <a:spcPct val="100000"/>
                </a:lnSpc>
                <a:spcBef>
                  <a:spcPts val="125"/>
                </a:spcBef>
              </a:pPr>
              <a:r>
                <a:rPr sz="3050" i="1" spc="5" dirty="0">
                  <a:latin typeface="Times New Roman"/>
                  <a:cs typeface="Times New Roman"/>
                </a:rPr>
                <a:t>z</a:t>
              </a:r>
              <a:endParaRPr sz="3050">
                <a:latin typeface="Times New Roman"/>
                <a:cs typeface="Times New Roman"/>
              </a:endParaRPr>
            </a:p>
          </p:txBody>
        </p:sp>
        <p:sp>
          <p:nvSpPr>
            <p:cNvPr id="39" name="object 39">
              <a:extLst>
                <a:ext uri="{FF2B5EF4-FFF2-40B4-BE49-F238E27FC236}">
                  <a16:creationId xmlns:a16="http://schemas.microsoft.com/office/drawing/2014/main" id="{55E2DEEF-355B-2635-203E-EBC0C205EE83}"/>
                </a:ext>
              </a:extLst>
            </p:cNvPr>
            <p:cNvSpPr/>
            <p:nvPr/>
          </p:nvSpPr>
          <p:spPr>
            <a:xfrm>
              <a:off x="4889782" y="2567892"/>
              <a:ext cx="957580" cy="0"/>
            </a:xfrm>
            <a:custGeom>
              <a:avLst/>
              <a:gdLst/>
              <a:ahLst/>
              <a:cxnLst/>
              <a:rect l="l" t="t" r="r" b="b"/>
              <a:pathLst>
                <a:path w="957579">
                  <a:moveTo>
                    <a:pt x="0" y="0"/>
                  </a:moveTo>
                  <a:lnTo>
                    <a:pt x="957174" y="0"/>
                  </a:lnTo>
                </a:path>
              </a:pathLst>
            </a:custGeom>
            <a:ln w="15708">
              <a:solidFill>
                <a:srgbClr val="000000"/>
              </a:solidFill>
            </a:ln>
          </p:spPr>
          <p:txBody>
            <a:bodyPr wrap="square" lIns="0" tIns="0" rIns="0" bIns="0" rtlCol="0"/>
            <a:lstStyle/>
            <a:p>
              <a:endParaRPr/>
            </a:p>
          </p:txBody>
        </p:sp>
        <p:sp>
          <p:nvSpPr>
            <p:cNvPr id="40" name="object 40">
              <a:extLst>
                <a:ext uri="{FF2B5EF4-FFF2-40B4-BE49-F238E27FC236}">
                  <a16:creationId xmlns:a16="http://schemas.microsoft.com/office/drawing/2014/main" id="{6C13B321-B8B0-025A-9F2F-1E995D358039}"/>
                </a:ext>
              </a:extLst>
            </p:cNvPr>
            <p:cNvSpPr txBox="1"/>
            <p:nvPr/>
          </p:nvSpPr>
          <p:spPr>
            <a:xfrm>
              <a:off x="4861304" y="2567301"/>
              <a:ext cx="931544" cy="478155"/>
            </a:xfrm>
            <a:prstGeom prst="rect">
              <a:avLst/>
            </a:prstGeom>
          </p:spPr>
          <p:txBody>
            <a:bodyPr vert="horz" wrap="square" lIns="0" tIns="14604" rIns="0" bIns="0" rtlCol="0">
              <a:spAutoFit/>
            </a:bodyPr>
            <a:lstStyle/>
            <a:p>
              <a:pPr marL="12700">
                <a:lnSpc>
                  <a:spcPct val="100000"/>
                </a:lnSpc>
                <a:spcBef>
                  <a:spcPts val="114"/>
                </a:spcBef>
              </a:pPr>
              <a:r>
                <a:rPr sz="2950" spc="125" dirty="0">
                  <a:latin typeface="Times New Roman"/>
                  <a:cs typeface="Times New Roman"/>
                </a:rPr>
                <a:t>1</a:t>
              </a:r>
              <a:r>
                <a:rPr sz="2950" spc="125" dirty="0">
                  <a:latin typeface="Symbol"/>
                  <a:cs typeface="Symbol"/>
                </a:rPr>
                <a:t></a:t>
              </a:r>
              <a:r>
                <a:rPr sz="2950" spc="-285" dirty="0">
                  <a:latin typeface="Times New Roman"/>
                  <a:cs typeface="Times New Roman"/>
                </a:rPr>
                <a:t> </a:t>
              </a:r>
              <a:r>
                <a:rPr sz="2950" i="1" spc="75" dirty="0">
                  <a:latin typeface="Times New Roman"/>
                  <a:cs typeface="Times New Roman"/>
                </a:rPr>
                <a:t>e</a:t>
              </a:r>
              <a:r>
                <a:rPr sz="2550" spc="112" baseline="44117" dirty="0">
                  <a:latin typeface="Symbol"/>
                  <a:cs typeface="Symbol"/>
                </a:rPr>
                <a:t></a:t>
              </a:r>
              <a:r>
                <a:rPr sz="2550" spc="-405" baseline="44117" dirty="0">
                  <a:latin typeface="Times New Roman"/>
                  <a:cs typeface="Times New Roman"/>
                </a:rPr>
                <a:t> </a:t>
              </a:r>
              <a:r>
                <a:rPr sz="2550" i="1" spc="7" baseline="44117" dirty="0">
                  <a:latin typeface="Times New Roman"/>
                  <a:cs typeface="Times New Roman"/>
                </a:rPr>
                <a:t>z</a:t>
              </a:r>
              <a:endParaRPr sz="2550" baseline="44117">
                <a:latin typeface="Times New Roman"/>
                <a:cs typeface="Times New Roman"/>
              </a:endParaRPr>
            </a:p>
          </p:txBody>
        </p:sp>
        <p:sp>
          <p:nvSpPr>
            <p:cNvPr id="41" name="object 41">
              <a:extLst>
                <a:ext uri="{FF2B5EF4-FFF2-40B4-BE49-F238E27FC236}">
                  <a16:creationId xmlns:a16="http://schemas.microsoft.com/office/drawing/2014/main" id="{F8A515FD-F0E5-D86C-E354-500DE4A8E2F9}"/>
                </a:ext>
              </a:extLst>
            </p:cNvPr>
            <p:cNvSpPr txBox="1"/>
            <p:nvPr/>
          </p:nvSpPr>
          <p:spPr>
            <a:xfrm>
              <a:off x="5261131" y="2034948"/>
              <a:ext cx="214629" cy="478155"/>
            </a:xfrm>
            <a:prstGeom prst="rect">
              <a:avLst/>
            </a:prstGeom>
          </p:spPr>
          <p:txBody>
            <a:bodyPr vert="horz" wrap="square" lIns="0" tIns="14604" rIns="0" bIns="0" rtlCol="0">
              <a:spAutoFit/>
            </a:bodyPr>
            <a:lstStyle/>
            <a:p>
              <a:pPr marL="12700">
                <a:lnSpc>
                  <a:spcPct val="100000"/>
                </a:lnSpc>
                <a:spcBef>
                  <a:spcPts val="114"/>
                </a:spcBef>
              </a:pPr>
              <a:r>
                <a:rPr sz="2950" spc="5" dirty="0">
                  <a:latin typeface="Times New Roman"/>
                  <a:cs typeface="Times New Roman"/>
                </a:rPr>
                <a:t>1</a:t>
              </a:r>
              <a:endParaRPr sz="2950">
                <a:latin typeface="Times New Roman"/>
                <a:cs typeface="Times New Roman"/>
              </a:endParaRPr>
            </a:p>
          </p:txBody>
        </p:sp>
        <p:sp>
          <p:nvSpPr>
            <p:cNvPr id="42" name="object 42">
              <a:extLst>
                <a:ext uri="{FF2B5EF4-FFF2-40B4-BE49-F238E27FC236}">
                  <a16:creationId xmlns:a16="http://schemas.microsoft.com/office/drawing/2014/main" id="{8D3F09E8-028F-6CB7-E4FD-2FAC01413F0F}"/>
                </a:ext>
              </a:extLst>
            </p:cNvPr>
            <p:cNvSpPr txBox="1"/>
            <p:nvPr/>
          </p:nvSpPr>
          <p:spPr>
            <a:xfrm>
              <a:off x="3765173" y="2151952"/>
              <a:ext cx="1043940" cy="622935"/>
            </a:xfrm>
            <a:prstGeom prst="rect">
              <a:avLst/>
            </a:prstGeom>
          </p:spPr>
          <p:txBody>
            <a:bodyPr vert="horz" wrap="square" lIns="0" tIns="14604" rIns="0" bIns="0" rtlCol="0">
              <a:spAutoFit/>
            </a:bodyPr>
            <a:lstStyle/>
            <a:p>
              <a:pPr marL="12700">
                <a:lnSpc>
                  <a:spcPct val="100000"/>
                </a:lnSpc>
                <a:spcBef>
                  <a:spcPts val="114"/>
                </a:spcBef>
              </a:pPr>
              <a:r>
                <a:rPr sz="3100" i="1" spc="-120" dirty="0">
                  <a:latin typeface="Symbol"/>
                  <a:cs typeface="Symbol"/>
                </a:rPr>
                <a:t></a:t>
              </a:r>
              <a:r>
                <a:rPr sz="3900" spc="-120" dirty="0">
                  <a:latin typeface="Symbol"/>
                  <a:cs typeface="Symbol"/>
                </a:rPr>
                <a:t></a:t>
              </a:r>
              <a:r>
                <a:rPr sz="2950" i="1" spc="-120" dirty="0">
                  <a:latin typeface="Times New Roman"/>
                  <a:cs typeface="Times New Roman"/>
                </a:rPr>
                <a:t>z</a:t>
              </a:r>
              <a:r>
                <a:rPr sz="3900" spc="-120" dirty="0">
                  <a:latin typeface="Symbol"/>
                  <a:cs typeface="Symbol"/>
                </a:rPr>
                <a:t></a:t>
              </a:r>
              <a:r>
                <a:rPr sz="2950" spc="-120" dirty="0">
                  <a:latin typeface="Symbol"/>
                  <a:cs typeface="Symbol"/>
                </a:rPr>
                <a:t></a:t>
              </a:r>
              <a:endParaRPr sz="2950" dirty="0">
                <a:latin typeface="Symbol"/>
                <a:cs typeface="Symbol"/>
              </a:endParaRPr>
            </a:p>
          </p:txBody>
        </p:sp>
        <p:sp>
          <p:nvSpPr>
            <p:cNvPr id="43" name="object 43">
              <a:extLst>
                <a:ext uri="{FF2B5EF4-FFF2-40B4-BE49-F238E27FC236}">
                  <a16:creationId xmlns:a16="http://schemas.microsoft.com/office/drawing/2014/main" id="{650103CA-EC2A-14F5-D7A2-5E85E1AB454A}"/>
                </a:ext>
              </a:extLst>
            </p:cNvPr>
            <p:cNvSpPr txBox="1"/>
            <p:nvPr/>
          </p:nvSpPr>
          <p:spPr>
            <a:xfrm>
              <a:off x="3856990" y="1505839"/>
              <a:ext cx="21602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Sigmoid</a:t>
              </a:r>
              <a:r>
                <a:rPr sz="2400" spc="-80" dirty="0">
                  <a:latin typeface="Calibri"/>
                  <a:cs typeface="Calibri"/>
                </a:rPr>
                <a:t> </a:t>
              </a:r>
              <a:r>
                <a:rPr lang="zh-CN" altLang="en-US" sz="2400" spc="-5" dirty="0">
                  <a:latin typeface="Calibri"/>
                  <a:cs typeface="Calibri"/>
                </a:rPr>
                <a:t>函数</a:t>
              </a:r>
              <a:endParaRPr sz="2400" dirty="0">
                <a:latin typeface="Calibri"/>
                <a:cs typeface="Calibri"/>
              </a:endParaRPr>
            </a:p>
          </p:txBody>
        </p:sp>
      </p:grpSp>
      <p:sp>
        <p:nvSpPr>
          <p:cNvPr id="44" name="object 44">
            <a:extLst>
              <a:ext uri="{FF2B5EF4-FFF2-40B4-BE49-F238E27FC236}">
                <a16:creationId xmlns:a16="http://schemas.microsoft.com/office/drawing/2014/main" id="{F0F5AF0B-3A0A-A86B-4DBD-A0F59CB4CBA0}"/>
              </a:ext>
            </a:extLst>
          </p:cNvPr>
          <p:cNvSpPr/>
          <p:nvPr/>
        </p:nvSpPr>
        <p:spPr>
          <a:xfrm>
            <a:off x="8218787" y="4036010"/>
            <a:ext cx="877824" cy="460248"/>
          </a:xfrm>
          <a:prstGeom prst="rect">
            <a:avLst/>
          </a:prstGeom>
          <a:blipFill>
            <a:blip r:embed="rId10" cstate="print"/>
            <a:stretch>
              <a:fillRect/>
            </a:stretch>
          </a:blipFill>
        </p:spPr>
        <p:txBody>
          <a:bodyPr wrap="square" lIns="0" tIns="0" rIns="0" bIns="0" rtlCol="0"/>
          <a:lstStyle/>
          <a:p>
            <a:endParaRPr/>
          </a:p>
        </p:txBody>
      </p:sp>
      <p:sp>
        <p:nvSpPr>
          <p:cNvPr id="45" name="object 45">
            <a:extLst>
              <a:ext uri="{FF2B5EF4-FFF2-40B4-BE49-F238E27FC236}">
                <a16:creationId xmlns:a16="http://schemas.microsoft.com/office/drawing/2014/main" id="{FF18E69D-B8D6-D7BF-3E37-AB2ABB021671}"/>
              </a:ext>
            </a:extLst>
          </p:cNvPr>
          <p:cNvSpPr txBox="1"/>
          <p:nvPr/>
        </p:nvSpPr>
        <p:spPr>
          <a:xfrm>
            <a:off x="8218787" y="4036010"/>
            <a:ext cx="878205" cy="460375"/>
          </a:xfrm>
          <a:prstGeom prst="rect">
            <a:avLst/>
          </a:prstGeom>
          <a:ln w="6096">
            <a:solidFill>
              <a:srgbClr val="EC7C30"/>
            </a:solidFill>
          </a:ln>
        </p:spPr>
        <p:txBody>
          <a:bodyPr vert="horz" wrap="square" lIns="0" tIns="26034" rIns="0" bIns="0" rtlCol="0">
            <a:spAutoFit/>
          </a:bodyPr>
          <a:lstStyle/>
          <a:p>
            <a:pPr marL="170180">
              <a:lnSpc>
                <a:spcPct val="100000"/>
              </a:lnSpc>
              <a:spcBef>
                <a:spcPts val="204"/>
              </a:spcBef>
            </a:pPr>
            <a:r>
              <a:rPr sz="2400" spc="-10" dirty="0">
                <a:solidFill>
                  <a:srgbClr val="FF0000"/>
                </a:solidFill>
                <a:latin typeface="Calibri"/>
                <a:cs typeface="Calibri"/>
              </a:rPr>
              <a:t>0.98</a:t>
            </a:r>
            <a:endParaRPr sz="2400">
              <a:latin typeface="Calibri"/>
              <a:cs typeface="Calibri"/>
            </a:endParaRPr>
          </a:p>
        </p:txBody>
      </p:sp>
      <p:sp>
        <p:nvSpPr>
          <p:cNvPr id="47" name="文本框 46">
            <a:extLst>
              <a:ext uri="{FF2B5EF4-FFF2-40B4-BE49-F238E27FC236}">
                <a16:creationId xmlns:a16="http://schemas.microsoft.com/office/drawing/2014/main" id="{00C274EA-C1EE-814C-388A-30CC6393AD76}"/>
              </a:ext>
            </a:extLst>
          </p:cNvPr>
          <p:cNvSpPr txBox="1"/>
          <p:nvPr/>
        </p:nvSpPr>
        <p:spPr>
          <a:xfrm>
            <a:off x="6132177" y="5439036"/>
            <a:ext cx="756666" cy="382156"/>
          </a:xfrm>
          <a:prstGeom prst="rect">
            <a:avLst/>
          </a:prstGeom>
        </p:spPr>
        <p:txBody>
          <a:bodyPr vert="horz" wrap="square" lIns="0" tIns="12700" rIns="0" bIns="0" rtlCol="0">
            <a:spAutoFit/>
          </a:bodyPr>
          <a:lstStyle>
            <a:defPPr>
              <a:defRPr lang="zh-CN"/>
            </a:defPPr>
            <a:lvl1pPr marL="12700">
              <a:lnSpc>
                <a:spcPct val="100000"/>
              </a:lnSpc>
              <a:spcBef>
                <a:spcPts val="100"/>
              </a:spcBef>
              <a:defRPr sz="2400" spc="-25">
                <a:solidFill>
                  <a:srgbClr val="0000FF"/>
                </a:solidFill>
                <a:latin typeface="Calibri"/>
                <a:cs typeface="Calibri"/>
              </a:defRPr>
            </a:lvl1pPr>
          </a:lstStyle>
          <a:p>
            <a:r>
              <a:rPr lang="zh-CN" altLang="en-US" dirty="0"/>
              <a:t>偏置</a:t>
            </a:r>
          </a:p>
        </p:txBody>
      </p:sp>
      <p:sp>
        <p:nvSpPr>
          <p:cNvPr id="49" name="文本框 48">
            <a:extLst>
              <a:ext uri="{FF2B5EF4-FFF2-40B4-BE49-F238E27FC236}">
                <a16:creationId xmlns:a16="http://schemas.microsoft.com/office/drawing/2014/main" id="{798BA51A-B754-AF80-FFFE-7C1E21E2A339}"/>
              </a:ext>
            </a:extLst>
          </p:cNvPr>
          <p:cNvSpPr txBox="1"/>
          <p:nvPr/>
        </p:nvSpPr>
        <p:spPr>
          <a:xfrm>
            <a:off x="6435535" y="4807207"/>
            <a:ext cx="1443846" cy="382156"/>
          </a:xfrm>
          <a:prstGeom prst="rect">
            <a:avLst/>
          </a:prstGeom>
        </p:spPr>
        <p:txBody>
          <a:bodyPr vert="horz" wrap="square" lIns="0" tIns="12700" rIns="0" bIns="0" rtlCol="0">
            <a:spAutoFit/>
          </a:bodyPr>
          <a:lstStyle>
            <a:defPPr>
              <a:defRPr lang="zh-CN"/>
            </a:defPPr>
            <a:lvl1pPr marL="12700">
              <a:lnSpc>
                <a:spcPct val="100000"/>
              </a:lnSpc>
              <a:spcBef>
                <a:spcPts val="100"/>
              </a:spcBef>
              <a:defRPr sz="2400" spc="-25">
                <a:solidFill>
                  <a:srgbClr val="0000FF"/>
                </a:solidFill>
                <a:latin typeface="Calibri"/>
                <a:cs typeface="Calibri"/>
              </a:defRPr>
            </a:lvl1pPr>
          </a:lstStyle>
          <a:p>
            <a:r>
              <a:rPr lang="zh-CN" altLang="en-US" dirty="0"/>
              <a:t>激活函数</a:t>
            </a:r>
          </a:p>
        </p:txBody>
      </p:sp>
      <p:grpSp>
        <p:nvGrpSpPr>
          <p:cNvPr id="2" name="组合 1">
            <a:extLst>
              <a:ext uri="{FF2B5EF4-FFF2-40B4-BE49-F238E27FC236}">
                <a16:creationId xmlns:a16="http://schemas.microsoft.com/office/drawing/2014/main" id="{FE9A465E-434F-05F0-4F2F-70A51CBB554C}"/>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C3EE518C-8BED-71E8-C125-84FF7643DD7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4" name="组合 33">
              <a:extLst>
                <a:ext uri="{FF2B5EF4-FFF2-40B4-BE49-F238E27FC236}">
                  <a16:creationId xmlns:a16="http://schemas.microsoft.com/office/drawing/2014/main" id="{3F7D2FD6-A27D-099E-1DB5-F566B4FB9BE7}"/>
                </a:ext>
              </a:extLst>
            </p:cNvPr>
            <p:cNvGrpSpPr/>
            <p:nvPr/>
          </p:nvGrpSpPr>
          <p:grpSpPr>
            <a:xfrm>
              <a:off x="695400" y="260648"/>
              <a:ext cx="3672271" cy="1058822"/>
              <a:chOff x="623392" y="310880"/>
              <a:chExt cx="3672271" cy="1058822"/>
            </a:xfrm>
          </p:grpSpPr>
          <p:sp>
            <p:nvSpPr>
              <p:cNvPr id="46" name="文本框 45">
                <a:extLst>
                  <a:ext uri="{FF2B5EF4-FFF2-40B4-BE49-F238E27FC236}">
                    <a16:creationId xmlns:a16="http://schemas.microsoft.com/office/drawing/2014/main" id="{329F9FD8-E7F4-87BD-5E30-4ECD64367896}"/>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执行过程</a:t>
                </a:r>
              </a:p>
            </p:txBody>
          </p:sp>
          <p:cxnSp>
            <p:nvCxnSpPr>
              <p:cNvPr id="48" name="直接连接符 47">
                <a:extLst>
                  <a:ext uri="{FF2B5EF4-FFF2-40B4-BE49-F238E27FC236}">
                    <a16:creationId xmlns:a16="http://schemas.microsoft.com/office/drawing/2014/main" id="{E19BD92C-89FF-785E-E6EA-0E023E90667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51" name="文本框 50">
                <a:extLst>
                  <a:ext uri="{FF2B5EF4-FFF2-40B4-BE49-F238E27FC236}">
                    <a16:creationId xmlns:a16="http://schemas.microsoft.com/office/drawing/2014/main" id="{8FF33135-9CCE-5852-0771-11A9126E75F5}"/>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24118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4"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EABBEE55-F02E-B64B-ED64-DE252D585881}"/>
              </a:ext>
            </a:extLst>
          </p:cNvPr>
          <p:cNvSpPr>
            <a:spLocks noGrp="1"/>
          </p:cNvSpPr>
          <p:nvPr>
            <p:ph idx="1"/>
          </p:nvPr>
        </p:nvSpPr>
        <p:spPr>
          <a:xfrm>
            <a:off x="609600" y="1292825"/>
            <a:ext cx="10972800" cy="4937760"/>
          </a:xfrm>
        </p:spPr>
        <p:txBody>
          <a:bodyPr>
            <a:normAutofit fontScale="92500" lnSpcReduction="10000"/>
          </a:bodyPr>
          <a:lstStyle/>
          <a:p>
            <a:pPr>
              <a:lnSpc>
                <a:spcPct val="150000"/>
              </a:lnSpc>
            </a:pPr>
            <a:r>
              <a:rPr lang="zh-CN" altLang="en-US" dirty="0">
                <a:solidFill>
                  <a:srgbClr val="8C1515"/>
                </a:solidFill>
                <a:latin typeface="黑体" panose="02010609060101010101" pitchFamily="49" charset="-122"/>
                <a:ea typeface="黑体" panose="02010609060101010101" pitchFamily="49" charset="-122"/>
              </a:rPr>
              <a:t>连续并可导（允许少数点上不可导）的非线性函数。</a:t>
            </a:r>
            <a:endParaRPr lang="en-US" altLang="zh-CN" dirty="0">
              <a:solidFill>
                <a:srgbClr val="8C1515"/>
              </a:solidFill>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可导的激活函数可以直接利用数值优化的方法来学习网络参数。</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solidFill>
                  <a:srgbClr val="8C1515"/>
                </a:solidFill>
                <a:latin typeface="黑体" panose="02010609060101010101" pitchFamily="49" charset="-122"/>
                <a:ea typeface="黑体" panose="02010609060101010101" pitchFamily="49" charset="-122"/>
              </a:rPr>
              <a:t>激活函数及其导函数要尽可能的简单</a:t>
            </a:r>
            <a:endParaRPr lang="en-US" altLang="zh-CN" dirty="0">
              <a:solidFill>
                <a:srgbClr val="8C1515"/>
              </a:solidFill>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有利于提高网络计算效率。  </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solidFill>
                  <a:srgbClr val="8C1515"/>
                </a:solidFill>
                <a:latin typeface="黑体" panose="02010609060101010101" pitchFamily="49" charset="-122"/>
                <a:ea typeface="黑体" panose="02010609060101010101" pitchFamily="49" charset="-122"/>
              </a:rPr>
              <a:t>激活函数的导函数的值域要在一个合适的区间内</a:t>
            </a:r>
            <a:endParaRPr lang="en-US" altLang="zh-CN" dirty="0">
              <a:solidFill>
                <a:srgbClr val="8C1515"/>
              </a:solidFill>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不能太大也不能太小，否则会影响训练的效率和稳定性。</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solidFill>
                  <a:srgbClr val="8C1515"/>
                </a:solidFill>
                <a:latin typeface="黑体" panose="02010609060101010101" pitchFamily="49" charset="-122"/>
                <a:ea typeface="黑体" panose="02010609060101010101" pitchFamily="49" charset="-122"/>
              </a:rPr>
              <a:t>单调递增</a:t>
            </a:r>
            <a:endParaRPr lang="en-US" altLang="zh-CN" dirty="0">
              <a:solidFill>
                <a:srgbClr val="8C1515"/>
              </a:solidFill>
              <a:latin typeface="黑体" panose="02010609060101010101" pitchFamily="49" charset="-122"/>
              <a:ea typeface="黑体" panose="02010609060101010101" pitchFamily="49" charset="-122"/>
            </a:endParaRPr>
          </a:p>
          <a:p>
            <a:pPr lvl="1">
              <a:lnSpc>
                <a:spcPct val="150000"/>
              </a:lnSpc>
            </a:pP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pSp>
        <p:nvGrpSpPr>
          <p:cNvPr id="6" name="组合 5">
            <a:extLst>
              <a:ext uri="{FF2B5EF4-FFF2-40B4-BE49-F238E27FC236}">
                <a16:creationId xmlns:a16="http://schemas.microsoft.com/office/drawing/2014/main" id="{B4664B02-66DD-1104-C818-A6ACBF9F713E}"/>
              </a:ext>
            </a:extLst>
          </p:cNvPr>
          <p:cNvGrpSpPr/>
          <p:nvPr/>
        </p:nvGrpSpPr>
        <p:grpSpPr>
          <a:xfrm>
            <a:off x="0" y="67733"/>
            <a:ext cx="4367671" cy="1058822"/>
            <a:chOff x="0" y="260648"/>
            <a:chExt cx="4367671" cy="1058822"/>
          </a:xfrm>
        </p:grpSpPr>
        <p:sp>
          <p:nvSpPr>
            <p:cNvPr id="7" name="矩形 6">
              <a:extLst>
                <a:ext uri="{FF2B5EF4-FFF2-40B4-BE49-F238E27FC236}">
                  <a16:creationId xmlns:a16="http://schemas.microsoft.com/office/drawing/2014/main" id="{762365F3-3E80-0C40-F0E8-1AD20FBBEDA1}"/>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 name="组合 7">
              <a:extLst>
                <a:ext uri="{FF2B5EF4-FFF2-40B4-BE49-F238E27FC236}">
                  <a16:creationId xmlns:a16="http://schemas.microsoft.com/office/drawing/2014/main" id="{BADDEFE4-1F2E-7F68-A831-FD152004DE50}"/>
                </a:ext>
              </a:extLst>
            </p:cNvPr>
            <p:cNvGrpSpPr/>
            <p:nvPr/>
          </p:nvGrpSpPr>
          <p:grpSpPr>
            <a:xfrm>
              <a:off x="695400" y="260648"/>
              <a:ext cx="3672271" cy="1058822"/>
              <a:chOff x="623392" y="310880"/>
              <a:chExt cx="3672271" cy="1058822"/>
            </a:xfrm>
          </p:grpSpPr>
          <p:sp>
            <p:nvSpPr>
              <p:cNvPr id="9" name="文本框 8">
                <a:extLst>
                  <a:ext uri="{FF2B5EF4-FFF2-40B4-BE49-F238E27FC236}">
                    <a16:creationId xmlns:a16="http://schemas.microsoft.com/office/drawing/2014/main" id="{E1737E61-C575-4633-6C9D-EEC07DDF8B10}"/>
                  </a:ext>
                </a:extLst>
              </p:cNvPr>
              <p:cNvSpPr txBox="1"/>
              <p:nvPr/>
            </p:nvSpPr>
            <p:spPr>
              <a:xfrm>
                <a:off x="623392" y="310880"/>
                <a:ext cx="3068469"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激活函数的性质</a:t>
                </a:r>
              </a:p>
            </p:txBody>
          </p:sp>
          <p:cxnSp>
            <p:nvCxnSpPr>
              <p:cNvPr id="10" name="直接连接符 9">
                <a:extLst>
                  <a:ext uri="{FF2B5EF4-FFF2-40B4-BE49-F238E27FC236}">
                    <a16:creationId xmlns:a16="http://schemas.microsoft.com/office/drawing/2014/main" id="{13DAA0D7-70D3-3E99-362F-1BE8E630BB5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3C79415D-08FA-D2B8-11FC-8EDED359292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529947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剪辑">
            <a:extLst>
              <a:ext uri="{FF2B5EF4-FFF2-40B4-BE49-F238E27FC236}">
                <a16:creationId xmlns:a16="http://schemas.microsoft.com/office/drawing/2014/main" id="{AEFDE281-104E-AEF3-A5D6-41CD3EBA7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8230" y="1752600"/>
            <a:ext cx="2260023" cy="763732"/>
          </a:xfrm>
          <a:prstGeom prst="rect">
            <a:avLst/>
          </a:prstGeom>
        </p:spPr>
      </p:pic>
      <p:pic>
        <p:nvPicPr>
          <p:cNvPr id="6" name="图片 5" descr="屏幕剪辑">
            <a:extLst>
              <a:ext uri="{FF2B5EF4-FFF2-40B4-BE49-F238E27FC236}">
                <a16:creationId xmlns:a16="http://schemas.microsoft.com/office/drawing/2014/main" id="{F76E4781-2894-0CBE-4A6B-090347991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1" y="3048000"/>
            <a:ext cx="3249757" cy="685800"/>
          </a:xfrm>
          <a:prstGeom prst="rect">
            <a:avLst/>
          </a:prstGeom>
        </p:spPr>
      </p:pic>
      <p:pic>
        <p:nvPicPr>
          <p:cNvPr id="7" name="图片 6" descr="屏幕剪辑">
            <a:extLst>
              <a:ext uri="{FF2B5EF4-FFF2-40B4-BE49-F238E27FC236}">
                <a16:creationId xmlns:a16="http://schemas.microsoft.com/office/drawing/2014/main" id="{6C1127A4-FF17-51E4-73C9-8B49E682BE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1371600"/>
            <a:ext cx="3810000" cy="2938738"/>
          </a:xfrm>
          <a:prstGeom prst="rect">
            <a:avLst/>
          </a:prstGeom>
        </p:spPr>
      </p:pic>
      <p:sp>
        <p:nvSpPr>
          <p:cNvPr id="8" name="矩形 7">
            <a:extLst>
              <a:ext uri="{FF2B5EF4-FFF2-40B4-BE49-F238E27FC236}">
                <a16:creationId xmlns:a16="http://schemas.microsoft.com/office/drawing/2014/main" id="{DCCD79EE-865E-AD77-5132-438B897F49BA}"/>
              </a:ext>
            </a:extLst>
          </p:cNvPr>
          <p:cNvSpPr/>
          <p:nvPr/>
        </p:nvSpPr>
        <p:spPr>
          <a:xfrm>
            <a:off x="7239000" y="3810000"/>
            <a:ext cx="4572000" cy="830997"/>
          </a:xfrm>
          <a:prstGeom prst="rect">
            <a:avLst/>
          </a:prstGeom>
        </p:spPr>
        <p:txBody>
          <a:bodyPr wrap="square">
            <a:spAutoFit/>
          </a:bodyPr>
          <a:lstStyle/>
          <a:p>
            <a:r>
              <a:rPr lang="zh-CN" altLang="en-US" sz="1600" dirty="0">
                <a:solidFill>
                  <a:srgbClr val="FF0000"/>
                </a:solidFill>
              </a:rPr>
              <a:t>非零中心化的输出会使得其后一层的神经元的输入发生偏置偏移（</a:t>
            </a:r>
            <a:r>
              <a:rPr lang="en-US" altLang="zh-CN" sz="1600" dirty="0">
                <a:solidFill>
                  <a:srgbClr val="FF0000"/>
                </a:solidFill>
              </a:rPr>
              <a:t>bias shift</a:t>
            </a:r>
            <a:r>
              <a:rPr lang="zh-CN" altLang="en-US" sz="1600" dirty="0">
                <a:solidFill>
                  <a:srgbClr val="FF0000"/>
                </a:solidFill>
              </a:rPr>
              <a:t>），并进一步使得梯度下降的收敛速度变慢。</a:t>
            </a:r>
          </a:p>
        </p:txBody>
      </p:sp>
      <p:sp>
        <p:nvSpPr>
          <p:cNvPr id="9" name="矩形 8">
            <a:extLst>
              <a:ext uri="{FF2B5EF4-FFF2-40B4-BE49-F238E27FC236}">
                <a16:creationId xmlns:a16="http://schemas.microsoft.com/office/drawing/2014/main" id="{36AE829A-1E35-7757-076C-A770F06662E4}"/>
              </a:ext>
            </a:extLst>
          </p:cNvPr>
          <p:cNvSpPr/>
          <p:nvPr/>
        </p:nvSpPr>
        <p:spPr>
          <a:xfrm>
            <a:off x="914400" y="4778406"/>
            <a:ext cx="9601200" cy="1523494"/>
          </a:xfrm>
          <a:prstGeom prst="rect">
            <a:avLst/>
          </a:prstGeom>
        </p:spPr>
        <p:txBody>
          <a:bodyPr wrap="square">
            <a:spAutoFit/>
          </a:bodyPr>
          <a:lstStyle/>
          <a:p>
            <a:pPr marL="153591" lvl="0" indent="-153591" eaLnBrk="1" hangingPunct="1">
              <a:spcBef>
                <a:spcPts val="338"/>
              </a:spcBef>
              <a:buClr>
                <a:srgbClr val="000000"/>
              </a:buClr>
              <a:buSzPct val="76000"/>
              <a:buFont typeface="Wingdings 3" panose="05040102010807070707" pitchFamily="18" charset="2"/>
              <a:buChar char=""/>
            </a:pPr>
            <a:r>
              <a:rPr lang="zh-CN" altLang="en-US" sz="3200" dirty="0">
                <a:solidFill>
                  <a:srgbClr val="C00000"/>
                </a:solidFill>
                <a:latin typeface="Times New Roman"/>
              </a:rPr>
              <a:t>性质：</a:t>
            </a:r>
            <a:endParaRPr lang="en-US" altLang="zh-CN" sz="3200" dirty="0">
              <a:solidFill>
                <a:srgbClr val="C00000"/>
              </a:solidFill>
              <a:latin typeface="Times New Roman"/>
            </a:endParaRPr>
          </a:p>
          <a:p>
            <a:pPr marL="308075" lvl="1" indent="-153591" eaLnBrk="1" hangingPunct="1">
              <a:spcBef>
                <a:spcPts val="281"/>
              </a:spcBef>
              <a:buClr>
                <a:srgbClr val="000000"/>
              </a:buClr>
              <a:buSzPct val="76000"/>
              <a:buFont typeface="Wingdings 3" panose="05040102010807070707" pitchFamily="18" charset="2"/>
              <a:buChar char=""/>
            </a:pPr>
            <a:r>
              <a:rPr lang="zh-CN" altLang="en-US" sz="2800" dirty="0">
                <a:solidFill>
                  <a:srgbClr val="000000"/>
                </a:solidFill>
                <a:latin typeface="Times New Roman"/>
                <a:cs typeface="+mn-cs"/>
              </a:rPr>
              <a:t>饱和函数</a:t>
            </a:r>
            <a:endParaRPr lang="en-US" altLang="zh-CN" sz="2800" dirty="0">
              <a:solidFill>
                <a:srgbClr val="000000"/>
              </a:solidFill>
              <a:latin typeface="Times New Roman"/>
              <a:cs typeface="+mn-cs"/>
            </a:endParaRPr>
          </a:p>
          <a:p>
            <a:pPr marL="308075" lvl="1" indent="-153591" eaLnBrk="1" hangingPunct="1">
              <a:spcBef>
                <a:spcPts val="281"/>
              </a:spcBef>
              <a:buClr>
                <a:srgbClr val="000000"/>
              </a:buClr>
              <a:buSzPct val="76000"/>
              <a:buFont typeface="Wingdings 3" panose="05040102010807070707" pitchFamily="18" charset="2"/>
              <a:buChar char=""/>
            </a:pPr>
            <a:r>
              <a:rPr lang="en-US" altLang="zh-CN" sz="2800" dirty="0">
                <a:solidFill>
                  <a:srgbClr val="000000"/>
                </a:solidFill>
                <a:latin typeface="Times New Roman"/>
                <a:cs typeface="+mn-cs"/>
              </a:rPr>
              <a:t>Tanh</a:t>
            </a:r>
            <a:r>
              <a:rPr lang="zh-CN" altLang="en-US" sz="2800" dirty="0">
                <a:solidFill>
                  <a:srgbClr val="000000"/>
                </a:solidFill>
                <a:latin typeface="Times New Roman"/>
                <a:cs typeface="+mn-cs"/>
              </a:rPr>
              <a:t>函数是零中心化的，而</a:t>
            </a:r>
            <a:r>
              <a:rPr lang="en-US" altLang="zh-CN" sz="2800" dirty="0">
                <a:solidFill>
                  <a:srgbClr val="000000"/>
                </a:solidFill>
                <a:latin typeface="Times New Roman"/>
                <a:cs typeface="+mn-cs"/>
              </a:rPr>
              <a:t>logistic</a:t>
            </a:r>
            <a:r>
              <a:rPr lang="zh-CN" altLang="en-US" sz="2800" dirty="0">
                <a:solidFill>
                  <a:srgbClr val="000000"/>
                </a:solidFill>
                <a:latin typeface="Times New Roman"/>
                <a:cs typeface="+mn-cs"/>
              </a:rPr>
              <a:t>函数的输出恒大于</a:t>
            </a:r>
            <a:r>
              <a:rPr lang="en-US" altLang="zh-CN" sz="2800" dirty="0">
                <a:solidFill>
                  <a:srgbClr val="000000"/>
                </a:solidFill>
                <a:latin typeface="Times New Roman"/>
                <a:cs typeface="+mn-cs"/>
              </a:rPr>
              <a:t>0</a:t>
            </a:r>
          </a:p>
        </p:txBody>
      </p:sp>
      <p:grpSp>
        <p:nvGrpSpPr>
          <p:cNvPr id="10" name="组合 9">
            <a:extLst>
              <a:ext uri="{FF2B5EF4-FFF2-40B4-BE49-F238E27FC236}">
                <a16:creationId xmlns:a16="http://schemas.microsoft.com/office/drawing/2014/main" id="{68EDCF17-BA10-72E9-7E63-E987082D6F9E}"/>
              </a:ext>
            </a:extLst>
          </p:cNvPr>
          <p:cNvGrpSpPr/>
          <p:nvPr/>
        </p:nvGrpSpPr>
        <p:grpSpPr>
          <a:xfrm>
            <a:off x="0" y="67733"/>
            <a:ext cx="4367671" cy="1058822"/>
            <a:chOff x="0" y="260648"/>
            <a:chExt cx="4367671" cy="1058822"/>
          </a:xfrm>
        </p:grpSpPr>
        <p:sp>
          <p:nvSpPr>
            <p:cNvPr id="11" name="矩形 10">
              <a:extLst>
                <a:ext uri="{FF2B5EF4-FFF2-40B4-BE49-F238E27FC236}">
                  <a16:creationId xmlns:a16="http://schemas.microsoft.com/office/drawing/2014/main" id="{DD0F1BB7-6B02-F406-E219-A0E3A7FFCB7A}"/>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2" name="组合 11">
              <a:extLst>
                <a:ext uri="{FF2B5EF4-FFF2-40B4-BE49-F238E27FC236}">
                  <a16:creationId xmlns:a16="http://schemas.microsoft.com/office/drawing/2014/main" id="{490D725B-9458-5113-C558-7B94449CA47E}"/>
                </a:ext>
              </a:extLst>
            </p:cNvPr>
            <p:cNvGrpSpPr/>
            <p:nvPr/>
          </p:nvGrpSpPr>
          <p:grpSpPr>
            <a:xfrm>
              <a:off x="695400" y="260648"/>
              <a:ext cx="3672271" cy="1058822"/>
              <a:chOff x="623392" y="310880"/>
              <a:chExt cx="3672271" cy="1058822"/>
            </a:xfrm>
          </p:grpSpPr>
          <p:sp>
            <p:nvSpPr>
              <p:cNvPr id="13" name="文本框 12">
                <a:extLst>
                  <a:ext uri="{FF2B5EF4-FFF2-40B4-BE49-F238E27FC236}">
                    <a16:creationId xmlns:a16="http://schemas.microsoft.com/office/drawing/2014/main" id="{5DBEEB7A-032B-0B20-BE33-3CECDA62A079}"/>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常见激活函数</a:t>
                </a:r>
              </a:p>
            </p:txBody>
          </p:sp>
          <p:cxnSp>
            <p:nvCxnSpPr>
              <p:cNvPr id="14" name="直接连接符 13">
                <a:extLst>
                  <a:ext uri="{FF2B5EF4-FFF2-40B4-BE49-F238E27FC236}">
                    <a16:creationId xmlns:a16="http://schemas.microsoft.com/office/drawing/2014/main" id="{F8F99016-5D37-2D49-8DBE-353EBC871CB8}"/>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5" name="文本框 14">
                <a:extLst>
                  <a:ext uri="{FF2B5EF4-FFF2-40B4-BE49-F238E27FC236}">
                    <a16:creationId xmlns:a16="http://schemas.microsoft.com/office/drawing/2014/main" id="{6ABFB56B-66F3-31ED-38B9-2176022FD229}"/>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734663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剪辑">
            <a:extLst>
              <a:ext uri="{FF2B5EF4-FFF2-40B4-BE49-F238E27FC236}">
                <a16:creationId xmlns:a16="http://schemas.microsoft.com/office/drawing/2014/main" id="{3E208678-0985-39F6-8194-67CB4AB9E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446" y="1279449"/>
            <a:ext cx="2224128" cy="1244222"/>
          </a:xfrm>
          <a:prstGeom prst="rect">
            <a:avLst/>
          </a:prstGeom>
        </p:spPr>
      </p:pic>
      <p:pic>
        <p:nvPicPr>
          <p:cNvPr id="6" name="图片 5" descr="屏幕剪辑">
            <a:extLst>
              <a:ext uri="{FF2B5EF4-FFF2-40B4-BE49-F238E27FC236}">
                <a16:creationId xmlns:a16="http://schemas.microsoft.com/office/drawing/2014/main" id="{5B1FA39A-4E99-C177-07DE-7F91F020C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45" y="2452545"/>
            <a:ext cx="3733865" cy="1261878"/>
          </a:xfrm>
          <a:prstGeom prst="rect">
            <a:avLst/>
          </a:prstGeom>
        </p:spPr>
      </p:pic>
      <p:pic>
        <p:nvPicPr>
          <p:cNvPr id="7" name="图片 6" descr="屏幕剪辑">
            <a:extLst>
              <a:ext uri="{FF2B5EF4-FFF2-40B4-BE49-F238E27FC236}">
                <a16:creationId xmlns:a16="http://schemas.microsoft.com/office/drawing/2014/main" id="{0193097D-0503-A715-96AD-2F12A83977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782" y="3266162"/>
            <a:ext cx="3387739" cy="1212186"/>
          </a:xfrm>
          <a:prstGeom prst="rect">
            <a:avLst/>
          </a:prstGeom>
        </p:spPr>
      </p:pic>
      <p:pic>
        <p:nvPicPr>
          <p:cNvPr id="8" name="图片 7" descr="屏幕剪辑">
            <a:extLst>
              <a:ext uri="{FF2B5EF4-FFF2-40B4-BE49-F238E27FC236}">
                <a16:creationId xmlns:a16="http://schemas.microsoft.com/office/drawing/2014/main" id="{B6AE2A5F-B65D-A573-8749-636070FCD3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582" y="4210171"/>
            <a:ext cx="3704417" cy="1148428"/>
          </a:xfrm>
          <a:prstGeom prst="rect">
            <a:avLst/>
          </a:prstGeom>
        </p:spPr>
      </p:pic>
      <p:pic>
        <p:nvPicPr>
          <p:cNvPr id="9" name="图片 8" descr="屏幕剪辑">
            <a:extLst>
              <a:ext uri="{FF2B5EF4-FFF2-40B4-BE49-F238E27FC236}">
                <a16:creationId xmlns:a16="http://schemas.microsoft.com/office/drawing/2014/main" id="{32EA017F-7671-8B30-A987-4FA23F7D9C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43400" y="1524000"/>
            <a:ext cx="4631993" cy="3200484"/>
          </a:xfrm>
          <a:prstGeom prst="rect">
            <a:avLst/>
          </a:prstGeom>
        </p:spPr>
      </p:pic>
      <p:pic>
        <p:nvPicPr>
          <p:cNvPr id="10" name="图片 9" descr="屏幕剪辑">
            <a:extLst>
              <a:ext uri="{FF2B5EF4-FFF2-40B4-BE49-F238E27FC236}">
                <a16:creationId xmlns:a16="http://schemas.microsoft.com/office/drawing/2014/main" id="{3AA96B7A-0EAE-980B-E2D0-81C9ABCB64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7335" y="5734172"/>
            <a:ext cx="2787357" cy="354383"/>
          </a:xfrm>
          <a:prstGeom prst="rect">
            <a:avLst/>
          </a:prstGeom>
        </p:spPr>
      </p:pic>
      <p:sp>
        <p:nvSpPr>
          <p:cNvPr id="11" name="矩形 10">
            <a:extLst>
              <a:ext uri="{FF2B5EF4-FFF2-40B4-BE49-F238E27FC236}">
                <a16:creationId xmlns:a16="http://schemas.microsoft.com/office/drawing/2014/main" id="{D3B7538D-23FF-FA67-E7E9-24FD02E09958}"/>
              </a:ext>
            </a:extLst>
          </p:cNvPr>
          <p:cNvSpPr/>
          <p:nvPr/>
        </p:nvSpPr>
        <p:spPr>
          <a:xfrm>
            <a:off x="8561467" y="1379147"/>
            <a:ext cx="3258800" cy="1477328"/>
          </a:xfrm>
          <a:prstGeom prst="rect">
            <a:avLst/>
          </a:prstGeom>
        </p:spPr>
        <p:txBody>
          <a:bodyPr wrap="square">
            <a:spAutoFit/>
          </a:bodyPr>
          <a:lstStyle/>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计算上更加高效</a:t>
            </a: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生物学合理性</a:t>
            </a:r>
            <a:endParaRPr lang="en-US" altLang="zh-CN" dirty="0">
              <a:latin typeface="华文楷体" panose="02010600040101010101" pitchFamily="2" charset="-122"/>
              <a:ea typeface="华文楷体" panose="02010600040101010101" pitchFamily="2" charset="-122"/>
            </a:endParaRPr>
          </a:p>
          <a:p>
            <a:pPr marL="538162" lvl="1"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单侧抑制、宽兴奋边界</a:t>
            </a:r>
            <a:endParaRPr lang="en-US" altLang="zh-CN" dirty="0">
              <a:latin typeface="华文楷体" panose="02010600040101010101" pitchFamily="2" charset="-122"/>
              <a:ea typeface="华文楷体" panose="02010600040101010101" pitchFamily="2" charset="-122"/>
            </a:endParaRPr>
          </a:p>
          <a:p>
            <a:pPr marL="80962" indent="-204788">
              <a:buSzPct val="76000"/>
              <a:buFont typeface="Wingdings 3" panose="05040102010807070707" pitchFamily="18" charset="2"/>
              <a:buChar char=""/>
            </a:pPr>
            <a:r>
              <a:rPr lang="zh-CN" altLang="en-US" dirty="0">
                <a:latin typeface="华文楷体" panose="02010600040101010101" pitchFamily="2" charset="-122"/>
                <a:ea typeface="华文楷体" panose="02010600040101010101" pitchFamily="2" charset="-122"/>
              </a:rPr>
              <a:t>在一定程度上缓解梯度消失问题</a:t>
            </a:r>
          </a:p>
        </p:txBody>
      </p:sp>
      <p:sp>
        <p:nvSpPr>
          <p:cNvPr id="12" name="矩形 11">
            <a:extLst>
              <a:ext uri="{FF2B5EF4-FFF2-40B4-BE49-F238E27FC236}">
                <a16:creationId xmlns:a16="http://schemas.microsoft.com/office/drawing/2014/main" id="{81B62974-873D-BA01-BBD0-D384B7818261}"/>
              </a:ext>
            </a:extLst>
          </p:cNvPr>
          <p:cNvSpPr/>
          <p:nvPr/>
        </p:nvSpPr>
        <p:spPr>
          <a:xfrm>
            <a:off x="5334000" y="5307607"/>
            <a:ext cx="4572000" cy="338554"/>
          </a:xfrm>
          <a:prstGeom prst="rect">
            <a:avLst/>
          </a:prstGeom>
        </p:spPr>
        <p:txBody>
          <a:bodyPr wrap="square">
            <a:spAutoFit/>
          </a:bodyPr>
          <a:lstStyle/>
          <a:p>
            <a:pPr algn="ctr">
              <a:buSzPct val="76000"/>
            </a:pPr>
            <a:r>
              <a:rPr lang="zh-CN" altLang="en-US" sz="1600" dirty="0">
                <a:solidFill>
                  <a:srgbClr val="FF0000"/>
                </a:solidFill>
                <a:latin typeface="华文楷体" panose="02010600040101010101" pitchFamily="2" charset="-122"/>
                <a:ea typeface="华文楷体" panose="02010600040101010101" pitchFamily="2" charset="-122"/>
              </a:rPr>
              <a:t>死亡</a:t>
            </a:r>
            <a:r>
              <a:rPr lang="en-US" altLang="zh-CN" sz="1600" dirty="0" err="1">
                <a:solidFill>
                  <a:srgbClr val="FF0000"/>
                </a:solidFill>
                <a:latin typeface="华文楷体" panose="02010600040101010101" pitchFamily="2" charset="-122"/>
                <a:ea typeface="华文楷体" panose="02010600040101010101" pitchFamily="2" charset="-122"/>
              </a:rPr>
              <a:t>ReLU</a:t>
            </a:r>
            <a:r>
              <a:rPr lang="zh-CN" altLang="en-US" sz="1600" dirty="0">
                <a:solidFill>
                  <a:srgbClr val="FF0000"/>
                </a:solidFill>
                <a:latin typeface="华文楷体" panose="02010600040101010101" pitchFamily="2" charset="-122"/>
                <a:ea typeface="华文楷体" panose="02010600040101010101" pitchFamily="2" charset="-122"/>
              </a:rPr>
              <a:t>问题（</a:t>
            </a:r>
            <a:r>
              <a:rPr lang="en-US" altLang="zh-CN" sz="1600" dirty="0">
                <a:solidFill>
                  <a:srgbClr val="FF0000"/>
                </a:solidFill>
                <a:latin typeface="华文楷体" panose="02010600040101010101" pitchFamily="2" charset="-122"/>
                <a:ea typeface="华文楷体" panose="02010600040101010101" pitchFamily="2" charset="-122"/>
              </a:rPr>
              <a:t>Dying </a:t>
            </a:r>
            <a:r>
              <a:rPr lang="en-US" altLang="zh-CN" sz="1600" dirty="0" err="1">
                <a:solidFill>
                  <a:srgbClr val="FF0000"/>
                </a:solidFill>
                <a:latin typeface="华文楷体" panose="02010600040101010101" pitchFamily="2" charset="-122"/>
                <a:ea typeface="华文楷体" panose="02010600040101010101" pitchFamily="2" charset="-122"/>
              </a:rPr>
              <a:t>ReLU</a:t>
            </a:r>
            <a:r>
              <a:rPr lang="en-US" altLang="zh-CN" sz="1600" dirty="0">
                <a:solidFill>
                  <a:srgbClr val="FF0000"/>
                </a:solidFill>
                <a:latin typeface="华文楷体" panose="02010600040101010101" pitchFamily="2" charset="-122"/>
                <a:ea typeface="华文楷体" panose="02010600040101010101" pitchFamily="2" charset="-122"/>
              </a:rPr>
              <a:t> Problem</a:t>
            </a:r>
            <a:r>
              <a:rPr lang="zh-CN" altLang="en-US" sz="1600" dirty="0">
                <a:solidFill>
                  <a:srgbClr val="FF0000"/>
                </a:solidFill>
                <a:latin typeface="华文楷体" panose="02010600040101010101" pitchFamily="2" charset="-122"/>
                <a:ea typeface="华文楷体" panose="02010600040101010101" pitchFamily="2" charset="-122"/>
              </a:rPr>
              <a:t>）</a:t>
            </a:r>
          </a:p>
        </p:txBody>
      </p:sp>
      <p:grpSp>
        <p:nvGrpSpPr>
          <p:cNvPr id="13" name="组合 12">
            <a:extLst>
              <a:ext uri="{FF2B5EF4-FFF2-40B4-BE49-F238E27FC236}">
                <a16:creationId xmlns:a16="http://schemas.microsoft.com/office/drawing/2014/main" id="{9E95D4A6-6C01-8E98-892D-706D7619DB6D}"/>
              </a:ext>
            </a:extLst>
          </p:cNvPr>
          <p:cNvGrpSpPr/>
          <p:nvPr/>
        </p:nvGrpSpPr>
        <p:grpSpPr>
          <a:xfrm>
            <a:off x="0" y="67733"/>
            <a:ext cx="4367671" cy="1058822"/>
            <a:chOff x="0" y="260648"/>
            <a:chExt cx="4367671" cy="1058822"/>
          </a:xfrm>
        </p:grpSpPr>
        <p:sp>
          <p:nvSpPr>
            <p:cNvPr id="14" name="矩形 13">
              <a:extLst>
                <a:ext uri="{FF2B5EF4-FFF2-40B4-BE49-F238E27FC236}">
                  <a16:creationId xmlns:a16="http://schemas.microsoft.com/office/drawing/2014/main" id="{A9BDCFF9-310C-845C-A0DD-753625F63BC9}"/>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5" name="组合 14">
              <a:extLst>
                <a:ext uri="{FF2B5EF4-FFF2-40B4-BE49-F238E27FC236}">
                  <a16:creationId xmlns:a16="http://schemas.microsoft.com/office/drawing/2014/main" id="{04D5E042-01C9-8216-3407-879C9616F6FD}"/>
                </a:ext>
              </a:extLst>
            </p:cNvPr>
            <p:cNvGrpSpPr/>
            <p:nvPr/>
          </p:nvGrpSpPr>
          <p:grpSpPr>
            <a:xfrm>
              <a:off x="695400" y="260648"/>
              <a:ext cx="3672271" cy="1058822"/>
              <a:chOff x="623392" y="310880"/>
              <a:chExt cx="3672271" cy="1058822"/>
            </a:xfrm>
          </p:grpSpPr>
          <p:sp>
            <p:nvSpPr>
              <p:cNvPr id="16" name="文本框 15">
                <a:extLst>
                  <a:ext uri="{FF2B5EF4-FFF2-40B4-BE49-F238E27FC236}">
                    <a16:creationId xmlns:a16="http://schemas.microsoft.com/office/drawing/2014/main" id="{E96094E2-A70F-9F19-27A2-6F538AACFE00}"/>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常见激活函数</a:t>
                </a:r>
              </a:p>
            </p:txBody>
          </p:sp>
          <p:cxnSp>
            <p:nvCxnSpPr>
              <p:cNvPr id="17" name="直接连接符 16">
                <a:extLst>
                  <a:ext uri="{FF2B5EF4-FFF2-40B4-BE49-F238E27FC236}">
                    <a16:creationId xmlns:a16="http://schemas.microsoft.com/office/drawing/2014/main" id="{E9836B50-027A-A195-EA58-526B2C48FEE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8" name="文本框 17">
                <a:extLst>
                  <a:ext uri="{FF2B5EF4-FFF2-40B4-BE49-F238E27FC236}">
                    <a16:creationId xmlns:a16="http://schemas.microsoft.com/office/drawing/2014/main" id="{6A5C11F3-0654-FD5F-CC8C-9062E4EE9B67}"/>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91036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EFFCB43-D0DA-35D1-1B87-103CF5D49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2057400"/>
            <a:ext cx="5486400" cy="3916218"/>
          </a:xfrm>
          <a:prstGeom prst="rect">
            <a:avLst/>
          </a:prstGeom>
        </p:spPr>
      </p:pic>
      <p:sp>
        <p:nvSpPr>
          <p:cNvPr id="6" name="矩形 5">
            <a:extLst>
              <a:ext uri="{FF2B5EF4-FFF2-40B4-BE49-F238E27FC236}">
                <a16:creationId xmlns:a16="http://schemas.microsoft.com/office/drawing/2014/main" id="{A2E14945-5AFE-63CF-0E9B-0B4906CB0CE7}"/>
              </a:ext>
            </a:extLst>
          </p:cNvPr>
          <p:cNvSpPr/>
          <p:nvPr/>
        </p:nvSpPr>
        <p:spPr>
          <a:xfrm>
            <a:off x="2133600" y="1535669"/>
            <a:ext cx="1553630" cy="461665"/>
          </a:xfrm>
          <a:prstGeom prst="rect">
            <a:avLst/>
          </a:prstGeom>
        </p:spPr>
        <p:txBody>
          <a:bodyPr wrap="non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Swish函数</a:t>
            </a:r>
          </a:p>
        </p:txBody>
      </p:sp>
      <p:pic>
        <p:nvPicPr>
          <p:cNvPr id="7" name="图片 6">
            <a:extLst>
              <a:ext uri="{FF2B5EF4-FFF2-40B4-BE49-F238E27FC236}">
                <a16:creationId xmlns:a16="http://schemas.microsoft.com/office/drawing/2014/main" id="{0A8313EB-139B-399A-1CEC-33B12EB4C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1" y="1535668"/>
            <a:ext cx="3149947" cy="499588"/>
          </a:xfrm>
          <a:prstGeom prst="rect">
            <a:avLst/>
          </a:prstGeom>
        </p:spPr>
      </p:pic>
      <p:grpSp>
        <p:nvGrpSpPr>
          <p:cNvPr id="8" name="组合 7">
            <a:extLst>
              <a:ext uri="{FF2B5EF4-FFF2-40B4-BE49-F238E27FC236}">
                <a16:creationId xmlns:a16="http://schemas.microsoft.com/office/drawing/2014/main" id="{570E5D5C-DE88-0655-18FB-CDBDD464DA73}"/>
              </a:ext>
            </a:extLst>
          </p:cNvPr>
          <p:cNvGrpSpPr/>
          <p:nvPr/>
        </p:nvGrpSpPr>
        <p:grpSpPr>
          <a:xfrm>
            <a:off x="0" y="67733"/>
            <a:ext cx="4367671" cy="1058822"/>
            <a:chOff x="0" y="260648"/>
            <a:chExt cx="4367671" cy="1058822"/>
          </a:xfrm>
        </p:grpSpPr>
        <p:sp>
          <p:nvSpPr>
            <p:cNvPr id="9" name="矩形 8">
              <a:extLst>
                <a:ext uri="{FF2B5EF4-FFF2-40B4-BE49-F238E27FC236}">
                  <a16:creationId xmlns:a16="http://schemas.microsoft.com/office/drawing/2014/main" id="{8F1066D4-06EE-4941-09CB-A9E783A1815E}"/>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0" name="组合 9">
              <a:extLst>
                <a:ext uri="{FF2B5EF4-FFF2-40B4-BE49-F238E27FC236}">
                  <a16:creationId xmlns:a16="http://schemas.microsoft.com/office/drawing/2014/main" id="{9BDE3A8E-8170-A319-2B08-5FA2C5236F82}"/>
                </a:ext>
              </a:extLst>
            </p:cNvPr>
            <p:cNvGrpSpPr/>
            <p:nvPr/>
          </p:nvGrpSpPr>
          <p:grpSpPr>
            <a:xfrm>
              <a:off x="695400" y="260648"/>
              <a:ext cx="3672271" cy="1058822"/>
              <a:chOff x="623392" y="310880"/>
              <a:chExt cx="3672271" cy="1058822"/>
            </a:xfrm>
          </p:grpSpPr>
          <p:sp>
            <p:nvSpPr>
              <p:cNvPr id="11" name="文本框 10">
                <a:extLst>
                  <a:ext uri="{FF2B5EF4-FFF2-40B4-BE49-F238E27FC236}">
                    <a16:creationId xmlns:a16="http://schemas.microsoft.com/office/drawing/2014/main" id="{AB531A2C-F480-61BB-19B5-1F80C5F7C208}"/>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常见激活函数</a:t>
                </a:r>
              </a:p>
            </p:txBody>
          </p:sp>
          <p:cxnSp>
            <p:nvCxnSpPr>
              <p:cNvPr id="12" name="直接连接符 11">
                <a:extLst>
                  <a:ext uri="{FF2B5EF4-FFF2-40B4-BE49-F238E27FC236}">
                    <a16:creationId xmlns:a16="http://schemas.microsoft.com/office/drawing/2014/main" id="{3906AA32-D0E4-F33B-6397-639A4ED98096}"/>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 name="文本框 12">
                <a:extLst>
                  <a:ext uri="{FF2B5EF4-FFF2-40B4-BE49-F238E27FC236}">
                    <a16:creationId xmlns:a16="http://schemas.microsoft.com/office/drawing/2014/main" id="{C8C583EF-80DD-913E-C249-8937F2A1BA1F}"/>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887173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A92FE89C-4B5B-BF30-A57F-DC1A0A6D746C}"/>
              </a:ext>
            </a:extLst>
          </p:cNvPr>
          <p:cNvSpPr>
            <a:spLocks noGrp="1"/>
          </p:cNvSpPr>
          <p:nvPr>
            <p:ph idx="1"/>
          </p:nvPr>
        </p:nvSpPr>
        <p:spPr>
          <a:xfrm>
            <a:off x="609600" y="1270000"/>
            <a:ext cx="10972800" cy="5130799"/>
          </a:xfrm>
        </p:spPr>
        <p:txBody>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高斯误差线性单元（</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Gaussian Error Linear Unit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GELU</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dirty="0">
                <a:latin typeface="Times New Roman" panose="02020603050405020304" pitchFamily="18" charset="0"/>
                <a:ea typeface="黑体" panose="02010609060101010101" pitchFamily="49" charset="-122"/>
                <a:cs typeface="Times New Roman" panose="02020603050405020304" pitchFamily="18" charset="0"/>
              </a:rPr>
              <a:t>P(X ≤ x)</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是高斯分布</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N(µ,</a:t>
            </a:r>
            <a:r>
              <a:rPr lang="el-GR" altLang="zh-CN" dirty="0">
                <a:latin typeface="Times New Roman" panose="02020603050405020304" pitchFamily="18" charset="0"/>
                <a:ea typeface="黑体" panose="02010609060101010101" pitchFamily="49" charset="-122"/>
                <a:cs typeface="Times New Roman" panose="02020603050405020304" pitchFamily="18" charset="0"/>
              </a:rPr>
              <a:t>σ 2 )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的累积分布函数，其中</a:t>
            </a:r>
            <a:r>
              <a:rPr lang="en-US" altLang="zh-CN" dirty="0">
                <a:latin typeface="Times New Roman" panose="02020603050405020304" pitchFamily="18" charset="0"/>
                <a:ea typeface="黑体" panose="02010609060101010101" pitchFamily="49" charset="-122"/>
                <a:cs typeface="Times New Roman" panose="02020603050405020304" pitchFamily="18" charset="0"/>
              </a:rPr>
              <a:t>µ,</a:t>
            </a:r>
            <a:r>
              <a:rPr lang="el-GR" altLang="zh-CN" dirty="0">
                <a:latin typeface="Times New Roman" panose="02020603050405020304" pitchFamily="18" charset="0"/>
                <a:ea typeface="黑体" panose="02010609060101010101" pitchFamily="49" charset="-122"/>
                <a:cs typeface="Times New Roman" panose="02020603050405020304" pitchFamily="18" charset="0"/>
              </a:rPr>
              <a:t>σ</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为超参数，一般设</a:t>
            </a:r>
            <a:r>
              <a:rPr lang="en-US" altLang="zh-CN" dirty="0">
                <a:latin typeface="Times New Roman" panose="02020603050405020304" pitchFamily="18" charset="0"/>
                <a:ea typeface="黑体" panose="02010609060101010101" pitchFamily="49" charset="-122"/>
                <a:cs typeface="Times New Roman" panose="02020603050405020304" pitchFamily="18" charset="0"/>
              </a:rPr>
              <a:t>µ = 0,</a:t>
            </a:r>
            <a:r>
              <a:rPr lang="el-GR" altLang="zh-CN" dirty="0">
                <a:latin typeface="Times New Roman" panose="02020603050405020304" pitchFamily="18" charset="0"/>
                <a:ea typeface="黑体" panose="02010609060101010101" pitchFamily="49" charset="-122"/>
                <a:cs typeface="Times New Roman" panose="02020603050405020304" pitchFamily="18" charset="0"/>
              </a:rPr>
              <a:t>σ = 1</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即可</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dirty="0">
                <a:latin typeface="Times New Roman" panose="02020603050405020304" pitchFamily="18" charset="0"/>
                <a:ea typeface="黑体" panose="02010609060101010101" pitchFamily="49" charset="-122"/>
                <a:cs typeface="Times New Roman" panose="02020603050405020304" pitchFamily="18" charset="0"/>
              </a:rPr>
              <a:t>由于高斯分布的累积分布函数为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型函数，因此</a:t>
            </a:r>
            <a:r>
              <a:rPr lang="en-US" altLang="zh-CN" dirty="0">
                <a:latin typeface="Times New Roman" panose="02020603050405020304" pitchFamily="18" charset="0"/>
                <a:ea typeface="黑体" panose="02010609060101010101" pitchFamily="49" charset="-122"/>
                <a:cs typeface="Times New Roman" panose="02020603050405020304" pitchFamily="18" charset="0"/>
              </a:rPr>
              <a:t>GELU</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可以用</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Tanh</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函数或</a:t>
            </a:r>
            <a:r>
              <a:rPr lang="en-US" altLang="zh-CN" dirty="0">
                <a:latin typeface="Times New Roman" panose="02020603050405020304" pitchFamily="18" charset="0"/>
                <a:ea typeface="黑体" panose="02010609060101010101" pitchFamily="49" charset="-122"/>
                <a:cs typeface="Times New Roman" panose="02020603050405020304" pitchFamily="18" charset="0"/>
              </a:rPr>
              <a:t>Logistic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函数来近似</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a:extLst>
              <a:ext uri="{FF2B5EF4-FFF2-40B4-BE49-F238E27FC236}">
                <a16:creationId xmlns:a16="http://schemas.microsoft.com/office/drawing/2014/main" id="{8FAF4239-80EA-314E-F5DE-899703CFC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679" y="1752600"/>
            <a:ext cx="2743200" cy="518809"/>
          </a:xfrm>
          <a:prstGeom prst="rect">
            <a:avLst/>
          </a:prstGeom>
        </p:spPr>
      </p:pic>
      <p:pic>
        <p:nvPicPr>
          <p:cNvPr id="7" name="图片 6">
            <a:extLst>
              <a:ext uri="{FF2B5EF4-FFF2-40B4-BE49-F238E27FC236}">
                <a16:creationId xmlns:a16="http://schemas.microsoft.com/office/drawing/2014/main" id="{D91A2389-B73C-29A0-B66C-CA8B58E158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5029200"/>
            <a:ext cx="5376958" cy="1066800"/>
          </a:xfrm>
          <a:prstGeom prst="rect">
            <a:avLst/>
          </a:prstGeom>
        </p:spPr>
      </p:pic>
      <p:grpSp>
        <p:nvGrpSpPr>
          <p:cNvPr id="8" name="组合 7">
            <a:extLst>
              <a:ext uri="{FF2B5EF4-FFF2-40B4-BE49-F238E27FC236}">
                <a16:creationId xmlns:a16="http://schemas.microsoft.com/office/drawing/2014/main" id="{423B823A-28B6-4F38-236E-14FC365950AF}"/>
              </a:ext>
            </a:extLst>
          </p:cNvPr>
          <p:cNvGrpSpPr/>
          <p:nvPr/>
        </p:nvGrpSpPr>
        <p:grpSpPr>
          <a:xfrm>
            <a:off x="0" y="67733"/>
            <a:ext cx="4367671" cy="1058822"/>
            <a:chOff x="0" y="260648"/>
            <a:chExt cx="4367671" cy="1058822"/>
          </a:xfrm>
        </p:grpSpPr>
        <p:sp>
          <p:nvSpPr>
            <p:cNvPr id="9" name="矩形 8">
              <a:extLst>
                <a:ext uri="{FF2B5EF4-FFF2-40B4-BE49-F238E27FC236}">
                  <a16:creationId xmlns:a16="http://schemas.microsoft.com/office/drawing/2014/main" id="{5689C248-A58E-4CCC-68B6-4C95107A24E4}"/>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0" name="组合 9">
              <a:extLst>
                <a:ext uri="{FF2B5EF4-FFF2-40B4-BE49-F238E27FC236}">
                  <a16:creationId xmlns:a16="http://schemas.microsoft.com/office/drawing/2014/main" id="{A6C4D745-3DB1-0EA8-730A-0616CB16A545}"/>
                </a:ext>
              </a:extLst>
            </p:cNvPr>
            <p:cNvGrpSpPr/>
            <p:nvPr/>
          </p:nvGrpSpPr>
          <p:grpSpPr>
            <a:xfrm>
              <a:off x="695400" y="260648"/>
              <a:ext cx="3672271" cy="1058822"/>
              <a:chOff x="623392" y="310880"/>
              <a:chExt cx="3672271" cy="1058822"/>
            </a:xfrm>
          </p:grpSpPr>
          <p:sp>
            <p:nvSpPr>
              <p:cNvPr id="11" name="文本框 10">
                <a:extLst>
                  <a:ext uri="{FF2B5EF4-FFF2-40B4-BE49-F238E27FC236}">
                    <a16:creationId xmlns:a16="http://schemas.microsoft.com/office/drawing/2014/main" id="{ECE25967-937D-B598-A515-AE61B381C6C2}"/>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常见激活函数</a:t>
                </a:r>
              </a:p>
            </p:txBody>
          </p:sp>
          <p:cxnSp>
            <p:nvCxnSpPr>
              <p:cNvPr id="12" name="直接连接符 11">
                <a:extLst>
                  <a:ext uri="{FF2B5EF4-FFF2-40B4-BE49-F238E27FC236}">
                    <a16:creationId xmlns:a16="http://schemas.microsoft.com/office/drawing/2014/main" id="{67AECD5F-4E24-4206-5E08-0902E2934237}"/>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 name="文本框 12">
                <a:extLst>
                  <a:ext uri="{FF2B5EF4-FFF2-40B4-BE49-F238E27FC236}">
                    <a16:creationId xmlns:a16="http://schemas.microsoft.com/office/drawing/2014/main" id="{88139311-8898-D594-32DD-A18B04BF196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405797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295192B8-8295-396C-D7A8-27FA58BB8717}"/>
              </a:ext>
            </a:extLst>
          </p:cNvPr>
          <p:cNvSpPr>
            <a:spLocks noGrp="1"/>
          </p:cNvSpPr>
          <p:nvPr>
            <p:ph sz="quarter" idx="1"/>
          </p:nvPr>
        </p:nvSpPr>
        <p:spPr>
          <a:xfrm>
            <a:off x="383288" y="1314994"/>
            <a:ext cx="11294906" cy="4937760"/>
          </a:xfrm>
        </p:spPr>
        <p:txBody>
          <a:bodyPr/>
          <a:lstStyle/>
          <a:p>
            <a:r>
              <a:rPr lang="zh-CN" altLang="en-US" dirty="0">
                <a:latin typeface="黑体" panose="02010609060101010101" pitchFamily="49" charset="-122"/>
                <a:ea typeface="黑体" panose="02010609060101010101" pitchFamily="49" charset="-122"/>
              </a:rPr>
              <a:t>人工神经网络由神经元模型构成，这种由许多神经元组成的信息处理网络具有并行分布结构。</a:t>
            </a:r>
          </a:p>
        </p:txBody>
      </p:sp>
      <p:pic>
        <p:nvPicPr>
          <p:cNvPr id="6" name="图片 5" descr="屏幕剪辑">
            <a:extLst>
              <a:ext uri="{FF2B5EF4-FFF2-40B4-BE49-F238E27FC236}">
                <a16:creationId xmlns:a16="http://schemas.microsoft.com/office/drawing/2014/main" id="{EFDDD423-3F6E-E153-6761-491E08518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0460" y="2695302"/>
            <a:ext cx="8491079" cy="2650741"/>
          </a:xfrm>
          <a:prstGeom prst="rect">
            <a:avLst/>
          </a:prstGeom>
        </p:spPr>
      </p:pic>
      <p:grpSp>
        <p:nvGrpSpPr>
          <p:cNvPr id="7" name="组合 6">
            <a:extLst>
              <a:ext uri="{FF2B5EF4-FFF2-40B4-BE49-F238E27FC236}">
                <a16:creationId xmlns:a16="http://schemas.microsoft.com/office/drawing/2014/main" id="{632C5EF4-8FC8-5767-3214-AFE348B7CFA9}"/>
              </a:ext>
            </a:extLst>
          </p:cNvPr>
          <p:cNvGrpSpPr/>
          <p:nvPr/>
        </p:nvGrpSpPr>
        <p:grpSpPr>
          <a:xfrm>
            <a:off x="0" y="67733"/>
            <a:ext cx="4367671" cy="1058822"/>
            <a:chOff x="0" y="260648"/>
            <a:chExt cx="4367671" cy="1058822"/>
          </a:xfrm>
        </p:grpSpPr>
        <p:sp>
          <p:nvSpPr>
            <p:cNvPr id="8" name="矩形 7">
              <a:extLst>
                <a:ext uri="{FF2B5EF4-FFF2-40B4-BE49-F238E27FC236}">
                  <a16:creationId xmlns:a16="http://schemas.microsoft.com/office/drawing/2014/main" id="{84255DAD-2E35-BEE7-BD5B-0C1E2F8BD1BE}"/>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 name="组合 8">
              <a:extLst>
                <a:ext uri="{FF2B5EF4-FFF2-40B4-BE49-F238E27FC236}">
                  <a16:creationId xmlns:a16="http://schemas.microsoft.com/office/drawing/2014/main" id="{ECBA0CDF-8E01-31AF-AA44-1AEA2661CB9D}"/>
                </a:ext>
              </a:extLst>
            </p:cNvPr>
            <p:cNvGrpSpPr/>
            <p:nvPr/>
          </p:nvGrpSpPr>
          <p:grpSpPr>
            <a:xfrm>
              <a:off x="695400" y="260648"/>
              <a:ext cx="3672271" cy="1058822"/>
              <a:chOff x="623392" y="310880"/>
              <a:chExt cx="3672271" cy="1058822"/>
            </a:xfrm>
          </p:grpSpPr>
          <p:sp>
            <p:nvSpPr>
              <p:cNvPr id="10" name="文本框 9">
                <a:extLst>
                  <a:ext uri="{FF2B5EF4-FFF2-40B4-BE49-F238E27FC236}">
                    <a16:creationId xmlns:a16="http://schemas.microsoft.com/office/drawing/2014/main" id="{8EDB402F-4FE8-1966-1651-E37F8C395FFB}"/>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人工神经网络</a:t>
                </a:r>
              </a:p>
            </p:txBody>
          </p:sp>
          <p:cxnSp>
            <p:nvCxnSpPr>
              <p:cNvPr id="11" name="直接连接符 10">
                <a:extLst>
                  <a:ext uri="{FF2B5EF4-FFF2-40B4-BE49-F238E27FC236}">
                    <a16:creationId xmlns:a16="http://schemas.microsoft.com/office/drawing/2014/main" id="{EB6AE94C-6216-550A-42AF-A8F5F953765D}"/>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2" name="文本框 11">
                <a:extLst>
                  <a:ext uri="{FF2B5EF4-FFF2-40B4-BE49-F238E27FC236}">
                    <a16:creationId xmlns:a16="http://schemas.microsoft.com/office/drawing/2014/main" id="{E5BE9CE4-7F2D-29EE-97C9-53EF961EB9E2}"/>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191162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C2C026D3-85C2-5904-F5FB-95413A74DC26}"/>
              </a:ext>
            </a:extLst>
          </p:cNvPr>
          <p:cNvSpPr>
            <a:spLocks noGrp="1"/>
          </p:cNvSpPr>
          <p:nvPr>
            <p:ph idx="1"/>
          </p:nvPr>
        </p:nvSpPr>
        <p:spPr>
          <a:xfrm>
            <a:off x="609600" y="1292824"/>
            <a:ext cx="10972800" cy="5107975"/>
          </a:xfrm>
        </p:spPr>
        <p:txBody>
          <a:bodyPr/>
          <a:lstStyle/>
          <a:p>
            <a:r>
              <a:rPr lang="zh-CN" altLang="en-US" dirty="0">
                <a:latin typeface="黑体" panose="02010609060101010101" pitchFamily="49" charset="-122"/>
                <a:ea typeface="黑体" panose="02010609060101010101" pitchFamily="49" charset="-122"/>
                <a:cs typeface="Times New Roman" panose="02020603050405020304" pitchFamily="18" charset="0"/>
              </a:rPr>
              <a:t>前馈神经网络（全连接神经网络、多层感知器）</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lvl="1"/>
            <a:r>
              <a:rPr lang="zh-CN" altLang="en-US" dirty="0">
                <a:latin typeface="黑体" panose="02010609060101010101" pitchFamily="49" charset="-122"/>
                <a:ea typeface="黑体" panose="02010609060101010101" pitchFamily="49" charset="-122"/>
                <a:cs typeface="Times New Roman" panose="02020603050405020304" pitchFamily="18" charset="0"/>
              </a:rPr>
              <a:t>各神经元分别属于不同的</a:t>
            </a: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层</a:t>
            </a:r>
            <a:r>
              <a:rPr lang="zh-CN" altLang="en-US" dirty="0">
                <a:latin typeface="黑体" panose="02010609060101010101" pitchFamily="49" charset="-122"/>
                <a:ea typeface="黑体" panose="02010609060101010101" pitchFamily="49" charset="-122"/>
                <a:cs typeface="Times New Roman" panose="02020603050405020304" pitchFamily="18" charset="0"/>
              </a:rPr>
              <a:t>，层内无连接。</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lvl="1"/>
            <a:r>
              <a:rPr lang="zh-CN" altLang="en-US" dirty="0">
                <a:latin typeface="黑体" panose="02010609060101010101" pitchFamily="49" charset="-122"/>
                <a:ea typeface="黑体" panose="02010609060101010101" pitchFamily="49" charset="-122"/>
                <a:cs typeface="Times New Roman" panose="02020603050405020304" pitchFamily="18" charset="0"/>
              </a:rPr>
              <a:t>相邻两层之间的神经元全部</a:t>
            </a:r>
            <a:r>
              <a:rPr lang="zh-CN" altLang="en-US"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两两连接</a:t>
            </a:r>
            <a:r>
              <a:rPr lang="zh-CN" altLang="en-US" dirty="0">
                <a:latin typeface="黑体" panose="02010609060101010101" pitchFamily="49" charset="-122"/>
                <a:ea typeface="黑体" panose="02010609060101010101" pitchFamily="49" charset="-122"/>
                <a:cs typeface="Times New Roman" panose="02020603050405020304" pitchFamily="18" charset="0"/>
              </a:rPr>
              <a:t>。</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lvl="1"/>
            <a:r>
              <a:rPr lang="zh-CN" altLang="en-US" dirty="0">
                <a:latin typeface="黑体" panose="02010609060101010101" pitchFamily="49" charset="-122"/>
                <a:ea typeface="黑体" panose="02010609060101010101" pitchFamily="49" charset="-122"/>
                <a:cs typeface="Times New Roman" panose="02020603050405020304" pitchFamily="18" charset="0"/>
              </a:rPr>
              <a:t>整个网络中无反馈，信号从输入层向输出层单向传播，可用一个有向无环图表示。</a:t>
            </a:r>
          </a:p>
        </p:txBody>
      </p:sp>
      <p:pic>
        <p:nvPicPr>
          <p:cNvPr id="6" name="图片 5" descr="屏幕剪辑">
            <a:extLst>
              <a:ext uri="{FF2B5EF4-FFF2-40B4-BE49-F238E27FC236}">
                <a16:creationId xmlns:a16="http://schemas.microsoft.com/office/drawing/2014/main" id="{9F6EEE8D-641B-C12E-C7B2-083DAF483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932" y="3260875"/>
            <a:ext cx="5494868" cy="3139924"/>
          </a:xfrm>
          <a:prstGeom prst="rect">
            <a:avLst/>
          </a:prstGeom>
        </p:spPr>
      </p:pic>
      <p:grpSp>
        <p:nvGrpSpPr>
          <p:cNvPr id="7" name="组合 6">
            <a:extLst>
              <a:ext uri="{FF2B5EF4-FFF2-40B4-BE49-F238E27FC236}">
                <a16:creationId xmlns:a16="http://schemas.microsoft.com/office/drawing/2014/main" id="{7BBFAB5A-AA36-9191-0A3C-A914976719CD}"/>
              </a:ext>
            </a:extLst>
          </p:cNvPr>
          <p:cNvGrpSpPr/>
          <p:nvPr/>
        </p:nvGrpSpPr>
        <p:grpSpPr>
          <a:xfrm>
            <a:off x="0" y="67733"/>
            <a:ext cx="4367671" cy="1058822"/>
            <a:chOff x="0" y="260648"/>
            <a:chExt cx="4367671" cy="1058822"/>
          </a:xfrm>
        </p:grpSpPr>
        <p:sp>
          <p:nvSpPr>
            <p:cNvPr id="8" name="矩形 7">
              <a:extLst>
                <a:ext uri="{FF2B5EF4-FFF2-40B4-BE49-F238E27FC236}">
                  <a16:creationId xmlns:a16="http://schemas.microsoft.com/office/drawing/2014/main" id="{65D50463-FA25-E555-0683-5B9D83212BE4}"/>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 name="组合 8">
              <a:extLst>
                <a:ext uri="{FF2B5EF4-FFF2-40B4-BE49-F238E27FC236}">
                  <a16:creationId xmlns:a16="http://schemas.microsoft.com/office/drawing/2014/main" id="{BC5A53D5-F868-7453-B75A-858ED6AB18AE}"/>
                </a:ext>
              </a:extLst>
            </p:cNvPr>
            <p:cNvGrpSpPr/>
            <p:nvPr/>
          </p:nvGrpSpPr>
          <p:grpSpPr>
            <a:xfrm>
              <a:off x="695400" y="260648"/>
              <a:ext cx="3672271" cy="1058822"/>
              <a:chOff x="623392" y="310880"/>
              <a:chExt cx="3672271" cy="1058822"/>
            </a:xfrm>
          </p:grpSpPr>
          <p:sp>
            <p:nvSpPr>
              <p:cNvPr id="10" name="文本框 9">
                <a:extLst>
                  <a:ext uri="{FF2B5EF4-FFF2-40B4-BE49-F238E27FC236}">
                    <a16:creationId xmlns:a16="http://schemas.microsoft.com/office/drawing/2014/main" id="{9D21AF4B-C216-5806-C874-E8DEE4D3D713}"/>
                  </a:ext>
                </a:extLst>
              </p:cNvPr>
              <p:cNvSpPr txBox="1"/>
              <p:nvPr/>
            </p:nvSpPr>
            <p:spPr>
              <a:xfrm>
                <a:off x="623392" y="310880"/>
                <a:ext cx="3480440"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前馈神经网络结构</a:t>
                </a:r>
              </a:p>
            </p:txBody>
          </p:sp>
          <p:cxnSp>
            <p:nvCxnSpPr>
              <p:cNvPr id="11" name="直接连接符 10">
                <a:extLst>
                  <a:ext uri="{FF2B5EF4-FFF2-40B4-BE49-F238E27FC236}">
                    <a16:creationId xmlns:a16="http://schemas.microsoft.com/office/drawing/2014/main" id="{479EEA71-B15B-80C2-AAC4-807112768EA5}"/>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2" name="文本框 11">
                <a:extLst>
                  <a:ext uri="{FF2B5EF4-FFF2-40B4-BE49-F238E27FC236}">
                    <a16:creationId xmlns:a16="http://schemas.microsoft.com/office/drawing/2014/main" id="{1D348D36-4F8C-D4B4-CD97-C9FD40C53EAA}"/>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339340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E7ABD043-7E49-3CED-4063-FBCFD6FFEF36}"/>
                  </a:ext>
                </a:extLst>
              </p14:cNvPr>
              <p14:cNvContentPartPr/>
              <p14:nvPr/>
            </p14:nvContentPartPr>
            <p14:xfrm>
              <a:off x="12954020" y="5201507"/>
              <a:ext cx="360" cy="360"/>
            </p14:xfrm>
          </p:contentPart>
        </mc:Choice>
        <mc:Fallback xmlns="">
          <p:pic>
            <p:nvPicPr>
              <p:cNvPr id="5" name="墨迹 4">
                <a:extLst>
                  <a:ext uri="{FF2B5EF4-FFF2-40B4-BE49-F238E27FC236}">
                    <a16:creationId xmlns:a16="http://schemas.microsoft.com/office/drawing/2014/main" id="{E7ABD043-7E49-3CED-4063-FBCFD6FFEF36}"/>
                  </a:ext>
                </a:extLst>
              </p:cNvPr>
              <p:cNvPicPr/>
              <p:nvPr/>
            </p:nvPicPr>
            <p:blipFill>
              <a:blip r:embed="rId3"/>
              <a:stretch>
                <a:fillRect/>
              </a:stretch>
            </p:blipFill>
            <p:spPr>
              <a:xfrm>
                <a:off x="12945020" y="519250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7A3CFB78-91BA-FDCA-2B75-FC2BDF71087D}"/>
                  </a:ext>
                </a:extLst>
              </p14:cNvPr>
              <p14:cNvContentPartPr/>
              <p14:nvPr/>
            </p14:nvContentPartPr>
            <p14:xfrm>
              <a:off x="10413380" y="4736747"/>
              <a:ext cx="11880" cy="15480"/>
            </p14:xfrm>
          </p:contentPart>
        </mc:Choice>
        <mc:Fallback xmlns="">
          <p:pic>
            <p:nvPicPr>
              <p:cNvPr id="6" name="墨迹 5">
                <a:extLst>
                  <a:ext uri="{FF2B5EF4-FFF2-40B4-BE49-F238E27FC236}">
                    <a16:creationId xmlns:a16="http://schemas.microsoft.com/office/drawing/2014/main" id="{7A3CFB78-91BA-FDCA-2B75-FC2BDF71087D}"/>
                  </a:ext>
                </a:extLst>
              </p:cNvPr>
              <p:cNvPicPr/>
              <p:nvPr/>
            </p:nvPicPr>
            <p:blipFill>
              <a:blip r:embed="rId5"/>
              <a:stretch>
                <a:fillRect/>
              </a:stretch>
            </p:blipFill>
            <p:spPr>
              <a:xfrm>
                <a:off x="10404645" y="4727747"/>
                <a:ext cx="29001" cy="33120"/>
              </a:xfrm>
              <a:prstGeom prst="rect">
                <a:avLst/>
              </a:prstGeom>
            </p:spPr>
          </p:pic>
        </mc:Fallback>
      </mc:AlternateContent>
      <p:pic>
        <p:nvPicPr>
          <p:cNvPr id="7" name="图片 6">
            <a:extLst>
              <a:ext uri="{FF2B5EF4-FFF2-40B4-BE49-F238E27FC236}">
                <a16:creationId xmlns:a16="http://schemas.microsoft.com/office/drawing/2014/main" id="{58EA7196-E7F2-3AF2-1677-9E40E63A62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5475" y="1815270"/>
            <a:ext cx="5371123" cy="3013891"/>
          </a:xfrm>
          <a:prstGeom prst="rect">
            <a:avLst/>
          </a:prstGeom>
        </p:spPr>
      </p:pic>
      <p:pic>
        <p:nvPicPr>
          <p:cNvPr id="8" name="图片 7">
            <a:extLst>
              <a:ext uri="{FF2B5EF4-FFF2-40B4-BE49-F238E27FC236}">
                <a16:creationId xmlns:a16="http://schemas.microsoft.com/office/drawing/2014/main" id="{5FD187E6-E35F-60F1-5839-AE3F2A6BF9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8223" y="2156349"/>
            <a:ext cx="4065722" cy="2944341"/>
          </a:xfrm>
          <a:prstGeom prst="rect">
            <a:avLst/>
          </a:prstGeom>
        </p:spPr>
      </p:pic>
      <p:sp>
        <p:nvSpPr>
          <p:cNvPr id="9" name="矩形 8">
            <a:extLst>
              <a:ext uri="{FF2B5EF4-FFF2-40B4-BE49-F238E27FC236}">
                <a16:creationId xmlns:a16="http://schemas.microsoft.com/office/drawing/2014/main" id="{27F6781E-3381-F7C8-B6C7-46B373507110}"/>
              </a:ext>
            </a:extLst>
          </p:cNvPr>
          <p:cNvSpPr/>
          <p:nvPr/>
        </p:nvSpPr>
        <p:spPr>
          <a:xfrm>
            <a:off x="6659879" y="1310498"/>
            <a:ext cx="5025842" cy="646331"/>
          </a:xfrm>
          <a:prstGeom prst="rect">
            <a:avLst/>
          </a:prstGeom>
        </p:spPr>
        <p:txBody>
          <a:bodyPr wrap="square">
            <a:spAutoFit/>
          </a:bodyPr>
          <a:lstStyle/>
          <a:p>
            <a:r>
              <a:rPr lang="zh-CN" altLang="en-US" b="1" dirty="0">
                <a:latin typeface="黑体" panose="02010609060101010101" pitchFamily="49" charset="-122"/>
                <a:ea typeface="黑体" panose="02010609060101010101" pitchFamily="49" charset="-122"/>
              </a:rPr>
              <a:t>给定一个前馈神经网络，用下面的记号来描述这样网络：</a:t>
            </a:r>
          </a:p>
        </p:txBody>
      </p:sp>
      <p:pic>
        <p:nvPicPr>
          <p:cNvPr id="10" name="图片 9">
            <a:extLst>
              <a:ext uri="{FF2B5EF4-FFF2-40B4-BE49-F238E27FC236}">
                <a16:creationId xmlns:a16="http://schemas.microsoft.com/office/drawing/2014/main" id="{15B56F71-70E6-0514-FA7B-8798B50D5C0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 y="5323427"/>
            <a:ext cx="2590800" cy="1025837"/>
          </a:xfrm>
          <a:prstGeom prst="rect">
            <a:avLst/>
          </a:prstGeom>
        </p:spPr>
      </p:pic>
      <p:pic>
        <p:nvPicPr>
          <p:cNvPr id="11" name="图片 10">
            <a:extLst>
              <a:ext uri="{FF2B5EF4-FFF2-40B4-BE49-F238E27FC236}">
                <a16:creationId xmlns:a16="http://schemas.microsoft.com/office/drawing/2014/main" id="{B0C065C0-E2D7-C694-0BF9-24A60C3C29B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70305" y="5675487"/>
            <a:ext cx="7877165" cy="571180"/>
          </a:xfrm>
          <a:prstGeom prst="rect">
            <a:avLst/>
          </a:prstGeom>
        </p:spPr>
      </p:pic>
      <p:grpSp>
        <p:nvGrpSpPr>
          <p:cNvPr id="12" name="组合 11">
            <a:extLst>
              <a:ext uri="{FF2B5EF4-FFF2-40B4-BE49-F238E27FC236}">
                <a16:creationId xmlns:a16="http://schemas.microsoft.com/office/drawing/2014/main" id="{B54FE25B-381B-3596-8EDF-9BA0D0296201}"/>
              </a:ext>
            </a:extLst>
          </p:cNvPr>
          <p:cNvGrpSpPr/>
          <p:nvPr/>
        </p:nvGrpSpPr>
        <p:grpSpPr>
          <a:xfrm>
            <a:off x="0" y="67733"/>
            <a:ext cx="4367671" cy="1058822"/>
            <a:chOff x="0" y="260648"/>
            <a:chExt cx="4367671" cy="1058822"/>
          </a:xfrm>
        </p:grpSpPr>
        <p:sp>
          <p:nvSpPr>
            <p:cNvPr id="13" name="矩形 12">
              <a:extLst>
                <a:ext uri="{FF2B5EF4-FFF2-40B4-BE49-F238E27FC236}">
                  <a16:creationId xmlns:a16="http://schemas.microsoft.com/office/drawing/2014/main" id="{CE3D4E0D-007F-FE71-E53C-C63A4D5E0719}"/>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4" name="组合 13">
              <a:extLst>
                <a:ext uri="{FF2B5EF4-FFF2-40B4-BE49-F238E27FC236}">
                  <a16:creationId xmlns:a16="http://schemas.microsoft.com/office/drawing/2014/main" id="{EAB58C99-C2FF-FC7B-13A9-42763173EC66}"/>
                </a:ext>
              </a:extLst>
            </p:cNvPr>
            <p:cNvGrpSpPr/>
            <p:nvPr/>
          </p:nvGrpSpPr>
          <p:grpSpPr>
            <a:xfrm>
              <a:off x="695400" y="260648"/>
              <a:ext cx="3672271" cy="1058822"/>
              <a:chOff x="623392" y="310880"/>
              <a:chExt cx="3672271" cy="1058822"/>
            </a:xfrm>
          </p:grpSpPr>
          <p:sp>
            <p:nvSpPr>
              <p:cNvPr id="15" name="文本框 14">
                <a:extLst>
                  <a:ext uri="{FF2B5EF4-FFF2-40B4-BE49-F238E27FC236}">
                    <a16:creationId xmlns:a16="http://schemas.microsoft.com/office/drawing/2014/main" id="{E5B3CFCE-DF9F-372E-6345-3583AFB418AB}"/>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前馈神经网络</a:t>
                </a:r>
              </a:p>
            </p:txBody>
          </p:sp>
          <p:cxnSp>
            <p:nvCxnSpPr>
              <p:cNvPr id="16" name="直接连接符 15">
                <a:extLst>
                  <a:ext uri="{FF2B5EF4-FFF2-40B4-BE49-F238E27FC236}">
                    <a16:creationId xmlns:a16="http://schemas.microsoft.com/office/drawing/2014/main" id="{A2342FA2-96FC-C0F5-62D5-17056F7EC12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7" name="文本框 16">
                <a:extLst>
                  <a:ext uri="{FF2B5EF4-FFF2-40B4-BE49-F238E27FC236}">
                    <a16:creationId xmlns:a16="http://schemas.microsoft.com/office/drawing/2014/main" id="{653646D8-A463-DC77-1EEF-9506772683B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854485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63975E6B-203B-B7EC-5933-7AC8F6D2091E}"/>
              </a:ext>
            </a:extLst>
          </p:cNvPr>
          <p:cNvSpPr/>
          <p:nvPr/>
        </p:nvSpPr>
        <p:spPr>
          <a:xfrm>
            <a:off x="8439477" y="3927130"/>
            <a:ext cx="457200" cy="449580"/>
          </a:xfrm>
          <a:custGeom>
            <a:avLst/>
            <a:gdLst/>
            <a:ahLst/>
            <a:cxnLst/>
            <a:rect l="l" t="t" r="r" b="b"/>
            <a:pathLst>
              <a:path w="457200" h="449579">
                <a:moveTo>
                  <a:pt x="0" y="449579"/>
                </a:moveTo>
                <a:lnTo>
                  <a:pt x="457200" y="449579"/>
                </a:lnTo>
                <a:lnTo>
                  <a:pt x="457200" y="0"/>
                </a:lnTo>
                <a:lnTo>
                  <a:pt x="0" y="0"/>
                </a:lnTo>
                <a:lnTo>
                  <a:pt x="0" y="449579"/>
                </a:lnTo>
                <a:close/>
              </a:path>
            </a:pathLst>
          </a:custGeom>
          <a:solidFill>
            <a:srgbClr val="E1EFD9"/>
          </a:solidFill>
        </p:spPr>
        <p:txBody>
          <a:bodyPr wrap="square" lIns="0" tIns="0" rIns="0" bIns="0" rtlCol="0"/>
          <a:lstStyle/>
          <a:p>
            <a:endParaRPr/>
          </a:p>
        </p:txBody>
      </p:sp>
      <p:sp>
        <p:nvSpPr>
          <p:cNvPr id="5" name="object 3">
            <a:extLst>
              <a:ext uri="{FF2B5EF4-FFF2-40B4-BE49-F238E27FC236}">
                <a16:creationId xmlns:a16="http://schemas.microsoft.com/office/drawing/2014/main" id="{D33487DA-2DC3-2B9B-4CFD-7246C162E283}"/>
              </a:ext>
            </a:extLst>
          </p:cNvPr>
          <p:cNvSpPr/>
          <p:nvPr/>
        </p:nvSpPr>
        <p:spPr>
          <a:xfrm>
            <a:off x="8439477" y="3927130"/>
            <a:ext cx="457200" cy="449580"/>
          </a:xfrm>
          <a:custGeom>
            <a:avLst/>
            <a:gdLst/>
            <a:ahLst/>
            <a:cxnLst/>
            <a:rect l="l" t="t" r="r" b="b"/>
            <a:pathLst>
              <a:path w="457200" h="449579">
                <a:moveTo>
                  <a:pt x="0" y="449579"/>
                </a:moveTo>
                <a:lnTo>
                  <a:pt x="457200" y="449579"/>
                </a:lnTo>
                <a:lnTo>
                  <a:pt x="457200" y="0"/>
                </a:lnTo>
                <a:lnTo>
                  <a:pt x="0" y="0"/>
                </a:lnTo>
                <a:lnTo>
                  <a:pt x="0" y="449579"/>
                </a:lnTo>
                <a:close/>
              </a:path>
            </a:pathLst>
          </a:custGeom>
          <a:ln w="6096">
            <a:solidFill>
              <a:srgbClr val="00AF50"/>
            </a:solidFill>
          </a:ln>
        </p:spPr>
        <p:txBody>
          <a:bodyPr wrap="square" lIns="0" tIns="0" rIns="0" bIns="0" rtlCol="0"/>
          <a:lstStyle/>
          <a:p>
            <a:endParaRPr/>
          </a:p>
        </p:txBody>
      </p:sp>
      <p:sp>
        <p:nvSpPr>
          <p:cNvPr id="6" name="object 4">
            <a:extLst>
              <a:ext uri="{FF2B5EF4-FFF2-40B4-BE49-F238E27FC236}">
                <a16:creationId xmlns:a16="http://schemas.microsoft.com/office/drawing/2014/main" id="{5BC452F0-981E-0C6D-4A2B-CD88B50BAE22}"/>
              </a:ext>
            </a:extLst>
          </p:cNvPr>
          <p:cNvSpPr/>
          <p:nvPr/>
        </p:nvSpPr>
        <p:spPr>
          <a:xfrm>
            <a:off x="8626928" y="3545368"/>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1" y="0"/>
                </a:moveTo>
                <a:lnTo>
                  <a:pt x="0" y="77724"/>
                </a:lnTo>
                <a:lnTo>
                  <a:pt x="25907" y="77724"/>
                </a:lnTo>
                <a:lnTo>
                  <a:pt x="25907" y="64770"/>
                </a:lnTo>
                <a:lnTo>
                  <a:pt x="71247" y="64770"/>
                </a:lnTo>
                <a:lnTo>
                  <a:pt x="38861"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 name="object 5">
            <a:extLst>
              <a:ext uri="{FF2B5EF4-FFF2-40B4-BE49-F238E27FC236}">
                <a16:creationId xmlns:a16="http://schemas.microsoft.com/office/drawing/2014/main" id="{5E3F973C-20AD-FAEC-D3E6-22AB7061F6D2}"/>
              </a:ext>
            </a:extLst>
          </p:cNvPr>
          <p:cNvSpPr/>
          <p:nvPr/>
        </p:nvSpPr>
        <p:spPr>
          <a:xfrm>
            <a:off x="6208341" y="3899698"/>
            <a:ext cx="459105" cy="449580"/>
          </a:xfrm>
          <a:custGeom>
            <a:avLst/>
            <a:gdLst/>
            <a:ahLst/>
            <a:cxnLst/>
            <a:rect l="l" t="t" r="r" b="b"/>
            <a:pathLst>
              <a:path w="459104" h="449579">
                <a:moveTo>
                  <a:pt x="0" y="449580"/>
                </a:moveTo>
                <a:lnTo>
                  <a:pt x="458724" y="449580"/>
                </a:lnTo>
                <a:lnTo>
                  <a:pt x="458724" y="0"/>
                </a:lnTo>
                <a:lnTo>
                  <a:pt x="0" y="0"/>
                </a:lnTo>
                <a:lnTo>
                  <a:pt x="0" y="449580"/>
                </a:lnTo>
                <a:close/>
              </a:path>
            </a:pathLst>
          </a:custGeom>
          <a:solidFill>
            <a:srgbClr val="E1EFD9"/>
          </a:solidFill>
        </p:spPr>
        <p:txBody>
          <a:bodyPr wrap="square" lIns="0" tIns="0" rIns="0" bIns="0" rtlCol="0"/>
          <a:lstStyle/>
          <a:p>
            <a:endParaRPr/>
          </a:p>
        </p:txBody>
      </p:sp>
      <p:sp>
        <p:nvSpPr>
          <p:cNvPr id="8" name="object 6">
            <a:extLst>
              <a:ext uri="{FF2B5EF4-FFF2-40B4-BE49-F238E27FC236}">
                <a16:creationId xmlns:a16="http://schemas.microsoft.com/office/drawing/2014/main" id="{AEB7062C-00E8-B0DF-B263-301BCBED2D1C}"/>
              </a:ext>
            </a:extLst>
          </p:cNvPr>
          <p:cNvSpPr/>
          <p:nvPr/>
        </p:nvSpPr>
        <p:spPr>
          <a:xfrm>
            <a:off x="6208341" y="3899698"/>
            <a:ext cx="459105" cy="449580"/>
          </a:xfrm>
          <a:custGeom>
            <a:avLst/>
            <a:gdLst/>
            <a:ahLst/>
            <a:cxnLst/>
            <a:rect l="l" t="t" r="r" b="b"/>
            <a:pathLst>
              <a:path w="459104" h="449579">
                <a:moveTo>
                  <a:pt x="0" y="449580"/>
                </a:moveTo>
                <a:lnTo>
                  <a:pt x="458724" y="449580"/>
                </a:lnTo>
                <a:lnTo>
                  <a:pt x="458724" y="0"/>
                </a:lnTo>
                <a:lnTo>
                  <a:pt x="0" y="0"/>
                </a:lnTo>
                <a:lnTo>
                  <a:pt x="0" y="449580"/>
                </a:lnTo>
                <a:close/>
              </a:path>
            </a:pathLst>
          </a:custGeom>
          <a:ln w="6096">
            <a:solidFill>
              <a:srgbClr val="00AF50"/>
            </a:solidFill>
          </a:ln>
        </p:spPr>
        <p:txBody>
          <a:bodyPr wrap="square" lIns="0" tIns="0" rIns="0" bIns="0" rtlCol="0"/>
          <a:lstStyle/>
          <a:p>
            <a:endParaRPr/>
          </a:p>
        </p:txBody>
      </p:sp>
      <p:sp>
        <p:nvSpPr>
          <p:cNvPr id="9" name="object 7">
            <a:extLst>
              <a:ext uri="{FF2B5EF4-FFF2-40B4-BE49-F238E27FC236}">
                <a16:creationId xmlns:a16="http://schemas.microsoft.com/office/drawing/2014/main" id="{69AFA5DF-C312-4419-9808-9CD5964160CA}"/>
              </a:ext>
            </a:extLst>
          </p:cNvPr>
          <p:cNvSpPr/>
          <p:nvPr/>
        </p:nvSpPr>
        <p:spPr>
          <a:xfrm>
            <a:off x="6397317" y="3517936"/>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10" name="object 10">
            <a:extLst>
              <a:ext uri="{FF2B5EF4-FFF2-40B4-BE49-F238E27FC236}">
                <a16:creationId xmlns:a16="http://schemas.microsoft.com/office/drawing/2014/main" id="{F3FA812F-0752-C684-0DD9-6702BCA391EA}"/>
              </a:ext>
            </a:extLst>
          </p:cNvPr>
          <p:cNvSpPr/>
          <p:nvPr/>
        </p:nvSpPr>
        <p:spPr>
          <a:xfrm>
            <a:off x="9154994" y="3459262"/>
            <a:ext cx="655955" cy="78105"/>
          </a:xfrm>
          <a:custGeom>
            <a:avLst/>
            <a:gdLst/>
            <a:ahLst/>
            <a:cxnLst/>
            <a:rect l="l" t="t" r="r" b="b"/>
            <a:pathLst>
              <a:path w="655954" h="78104">
                <a:moveTo>
                  <a:pt x="577977" y="0"/>
                </a:moveTo>
                <a:lnTo>
                  <a:pt x="577977" y="77724"/>
                </a:lnTo>
                <a:lnTo>
                  <a:pt x="629793" y="51816"/>
                </a:lnTo>
                <a:lnTo>
                  <a:pt x="590931" y="51816"/>
                </a:lnTo>
                <a:lnTo>
                  <a:pt x="590931" y="25908"/>
                </a:lnTo>
                <a:lnTo>
                  <a:pt x="629793" y="25908"/>
                </a:lnTo>
                <a:lnTo>
                  <a:pt x="577977" y="0"/>
                </a:lnTo>
                <a:close/>
              </a:path>
              <a:path w="655954" h="78104">
                <a:moveTo>
                  <a:pt x="577977" y="25908"/>
                </a:moveTo>
                <a:lnTo>
                  <a:pt x="0" y="25908"/>
                </a:lnTo>
                <a:lnTo>
                  <a:pt x="0" y="51816"/>
                </a:lnTo>
                <a:lnTo>
                  <a:pt x="577977" y="51816"/>
                </a:lnTo>
                <a:lnTo>
                  <a:pt x="577977" y="25908"/>
                </a:lnTo>
                <a:close/>
              </a:path>
              <a:path w="655954" h="78104">
                <a:moveTo>
                  <a:pt x="629793" y="25908"/>
                </a:moveTo>
                <a:lnTo>
                  <a:pt x="590931" y="25908"/>
                </a:lnTo>
                <a:lnTo>
                  <a:pt x="590931" y="51816"/>
                </a:lnTo>
                <a:lnTo>
                  <a:pt x="629793" y="51816"/>
                </a:lnTo>
                <a:lnTo>
                  <a:pt x="655701" y="38862"/>
                </a:lnTo>
                <a:lnTo>
                  <a:pt x="629793" y="25908"/>
                </a:lnTo>
                <a:close/>
              </a:path>
            </a:pathLst>
          </a:custGeom>
          <a:solidFill>
            <a:srgbClr val="000000"/>
          </a:solidFill>
        </p:spPr>
        <p:txBody>
          <a:bodyPr wrap="square" lIns="0" tIns="0" rIns="0" bIns="0" rtlCol="0"/>
          <a:lstStyle/>
          <a:p>
            <a:endParaRPr/>
          </a:p>
        </p:txBody>
      </p:sp>
      <p:sp>
        <p:nvSpPr>
          <p:cNvPr id="11" name="object 11">
            <a:extLst>
              <a:ext uri="{FF2B5EF4-FFF2-40B4-BE49-F238E27FC236}">
                <a16:creationId xmlns:a16="http://schemas.microsoft.com/office/drawing/2014/main" id="{3D753ACD-98A8-6F68-E92C-F3C4F3E3C3C6}"/>
              </a:ext>
            </a:extLst>
          </p:cNvPr>
          <p:cNvSpPr/>
          <p:nvPr/>
        </p:nvSpPr>
        <p:spPr>
          <a:xfrm>
            <a:off x="9154994" y="1799626"/>
            <a:ext cx="648970" cy="78105"/>
          </a:xfrm>
          <a:custGeom>
            <a:avLst/>
            <a:gdLst/>
            <a:ahLst/>
            <a:cxnLst/>
            <a:rect l="l" t="t" r="r" b="b"/>
            <a:pathLst>
              <a:path w="648970" h="78105">
                <a:moveTo>
                  <a:pt x="571246" y="0"/>
                </a:moveTo>
                <a:lnTo>
                  <a:pt x="571246" y="77724"/>
                </a:lnTo>
                <a:lnTo>
                  <a:pt x="623061" y="51816"/>
                </a:lnTo>
                <a:lnTo>
                  <a:pt x="584200" y="51816"/>
                </a:lnTo>
                <a:lnTo>
                  <a:pt x="584200" y="25908"/>
                </a:lnTo>
                <a:lnTo>
                  <a:pt x="623062" y="25908"/>
                </a:lnTo>
                <a:lnTo>
                  <a:pt x="571246" y="0"/>
                </a:lnTo>
                <a:close/>
              </a:path>
              <a:path w="648970" h="78105">
                <a:moveTo>
                  <a:pt x="571246" y="25908"/>
                </a:moveTo>
                <a:lnTo>
                  <a:pt x="0" y="25908"/>
                </a:lnTo>
                <a:lnTo>
                  <a:pt x="0" y="51816"/>
                </a:lnTo>
                <a:lnTo>
                  <a:pt x="571246" y="51816"/>
                </a:lnTo>
                <a:lnTo>
                  <a:pt x="571246" y="25908"/>
                </a:lnTo>
                <a:close/>
              </a:path>
              <a:path w="648970" h="78105">
                <a:moveTo>
                  <a:pt x="623062" y="25908"/>
                </a:moveTo>
                <a:lnTo>
                  <a:pt x="584200" y="25908"/>
                </a:lnTo>
                <a:lnTo>
                  <a:pt x="584200" y="51816"/>
                </a:lnTo>
                <a:lnTo>
                  <a:pt x="623061" y="51816"/>
                </a:lnTo>
                <a:lnTo>
                  <a:pt x="648970" y="38862"/>
                </a:lnTo>
                <a:lnTo>
                  <a:pt x="623062" y="25908"/>
                </a:lnTo>
                <a:close/>
              </a:path>
            </a:pathLst>
          </a:custGeom>
          <a:solidFill>
            <a:srgbClr val="000000"/>
          </a:solidFill>
        </p:spPr>
        <p:txBody>
          <a:bodyPr wrap="square" lIns="0" tIns="0" rIns="0" bIns="0" rtlCol="0"/>
          <a:lstStyle/>
          <a:p>
            <a:endParaRPr/>
          </a:p>
        </p:txBody>
      </p:sp>
      <p:sp>
        <p:nvSpPr>
          <p:cNvPr id="12" name="object 12">
            <a:extLst>
              <a:ext uri="{FF2B5EF4-FFF2-40B4-BE49-F238E27FC236}">
                <a16:creationId xmlns:a16="http://schemas.microsoft.com/office/drawing/2014/main" id="{D581BA4B-4E0C-5AE4-C3BC-80CABAD29885}"/>
              </a:ext>
            </a:extLst>
          </p:cNvPr>
          <p:cNvSpPr/>
          <p:nvPr/>
        </p:nvSpPr>
        <p:spPr>
          <a:xfrm>
            <a:off x="2280992" y="1721901"/>
            <a:ext cx="342900" cy="342900"/>
          </a:xfrm>
          <a:prstGeom prst="rect">
            <a:avLst/>
          </a:prstGeom>
          <a:blipFill>
            <a:blip r:embed="rId2" cstate="print"/>
            <a:stretch>
              <a:fillRect/>
            </a:stretch>
          </a:blipFill>
        </p:spPr>
        <p:txBody>
          <a:bodyPr wrap="square" lIns="0" tIns="0" rIns="0" bIns="0" rtlCol="0"/>
          <a:lstStyle/>
          <a:p>
            <a:endParaRPr/>
          </a:p>
        </p:txBody>
      </p:sp>
      <p:sp>
        <p:nvSpPr>
          <p:cNvPr id="13" name="object 13">
            <a:extLst>
              <a:ext uri="{FF2B5EF4-FFF2-40B4-BE49-F238E27FC236}">
                <a16:creationId xmlns:a16="http://schemas.microsoft.com/office/drawing/2014/main" id="{76CCAF44-0D6A-441F-7529-E66A8D1151B4}"/>
              </a:ext>
            </a:extLst>
          </p:cNvPr>
          <p:cNvSpPr/>
          <p:nvPr/>
        </p:nvSpPr>
        <p:spPr>
          <a:xfrm>
            <a:off x="2280992" y="1721901"/>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CCD8A090-80DD-41AA-DBBB-B9C0FD8BAA7F}"/>
              </a:ext>
            </a:extLst>
          </p:cNvPr>
          <p:cNvSpPr/>
          <p:nvPr/>
        </p:nvSpPr>
        <p:spPr>
          <a:xfrm>
            <a:off x="2250513" y="3363249"/>
            <a:ext cx="342900" cy="342900"/>
          </a:xfrm>
          <a:prstGeom prst="rect">
            <a:avLst/>
          </a:prstGeom>
          <a:blipFill>
            <a:blip r:embed="rId3" cstate="print"/>
            <a:stretch>
              <a:fillRect/>
            </a:stretch>
          </a:blipFill>
        </p:spPr>
        <p:txBody>
          <a:bodyPr wrap="square" lIns="0" tIns="0" rIns="0" bIns="0" rtlCol="0"/>
          <a:lstStyle/>
          <a:p>
            <a:endParaRPr/>
          </a:p>
        </p:txBody>
      </p:sp>
      <p:sp>
        <p:nvSpPr>
          <p:cNvPr id="15" name="object 15">
            <a:extLst>
              <a:ext uri="{FF2B5EF4-FFF2-40B4-BE49-F238E27FC236}">
                <a16:creationId xmlns:a16="http://schemas.microsoft.com/office/drawing/2014/main" id="{07308A9A-C0A0-F12E-2645-9325E2691796}"/>
              </a:ext>
            </a:extLst>
          </p:cNvPr>
          <p:cNvSpPr/>
          <p:nvPr/>
        </p:nvSpPr>
        <p:spPr>
          <a:xfrm>
            <a:off x="4257620" y="1625889"/>
            <a:ext cx="574548" cy="574548"/>
          </a:xfrm>
          <a:prstGeom prst="rect">
            <a:avLst/>
          </a:prstGeom>
          <a:blipFill>
            <a:blip r:embed="rId4" cstate="print"/>
            <a:stretch>
              <a:fillRect/>
            </a:stretch>
          </a:blipFill>
        </p:spPr>
        <p:txBody>
          <a:bodyPr wrap="square" lIns="0" tIns="0" rIns="0" bIns="0" rtlCol="0"/>
          <a:lstStyle/>
          <a:p>
            <a:endParaRPr/>
          </a:p>
        </p:txBody>
      </p:sp>
      <p:sp>
        <p:nvSpPr>
          <p:cNvPr id="16" name="object 16">
            <a:extLst>
              <a:ext uri="{FF2B5EF4-FFF2-40B4-BE49-F238E27FC236}">
                <a16:creationId xmlns:a16="http://schemas.microsoft.com/office/drawing/2014/main" id="{B35C54E8-AFAE-0394-52AF-FA5D13DB6D53}"/>
              </a:ext>
            </a:extLst>
          </p:cNvPr>
          <p:cNvSpPr/>
          <p:nvPr/>
        </p:nvSpPr>
        <p:spPr>
          <a:xfrm>
            <a:off x="4257620" y="1625889"/>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5B9BD4"/>
            </a:solidFill>
          </a:ln>
        </p:spPr>
        <p:txBody>
          <a:bodyPr wrap="square" lIns="0" tIns="0" rIns="0" bIns="0" rtlCol="0"/>
          <a:lstStyle/>
          <a:p>
            <a:endParaRPr/>
          </a:p>
        </p:txBody>
      </p:sp>
      <p:sp>
        <p:nvSpPr>
          <p:cNvPr id="17" name="object 17">
            <a:extLst>
              <a:ext uri="{FF2B5EF4-FFF2-40B4-BE49-F238E27FC236}">
                <a16:creationId xmlns:a16="http://schemas.microsoft.com/office/drawing/2014/main" id="{A21825AF-DCF3-4933-FD13-476669591CFB}"/>
              </a:ext>
            </a:extLst>
          </p:cNvPr>
          <p:cNvSpPr/>
          <p:nvPr/>
        </p:nvSpPr>
        <p:spPr>
          <a:xfrm>
            <a:off x="4246953" y="3174274"/>
            <a:ext cx="573023" cy="574548"/>
          </a:xfrm>
          <a:prstGeom prst="rect">
            <a:avLst/>
          </a:prstGeom>
          <a:blipFill>
            <a:blip r:embed="rId5" cstate="print"/>
            <a:stretch>
              <a:fillRect/>
            </a:stretch>
          </a:blipFill>
        </p:spPr>
        <p:txBody>
          <a:bodyPr wrap="square" lIns="0" tIns="0" rIns="0" bIns="0" rtlCol="0"/>
          <a:lstStyle/>
          <a:p>
            <a:endParaRPr/>
          </a:p>
        </p:txBody>
      </p:sp>
      <p:sp>
        <p:nvSpPr>
          <p:cNvPr id="18" name="object 18">
            <a:extLst>
              <a:ext uri="{FF2B5EF4-FFF2-40B4-BE49-F238E27FC236}">
                <a16:creationId xmlns:a16="http://schemas.microsoft.com/office/drawing/2014/main" id="{2DCE3B44-5301-A6B6-C64B-209052751579}"/>
              </a:ext>
            </a:extLst>
          </p:cNvPr>
          <p:cNvSpPr/>
          <p:nvPr/>
        </p:nvSpPr>
        <p:spPr>
          <a:xfrm>
            <a:off x="4246953" y="3174274"/>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3"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19" name="object 19">
            <a:extLst>
              <a:ext uri="{FF2B5EF4-FFF2-40B4-BE49-F238E27FC236}">
                <a16:creationId xmlns:a16="http://schemas.microsoft.com/office/drawing/2014/main" id="{3520E6AE-C3C9-72E5-D33E-35FD771E3596}"/>
              </a:ext>
            </a:extLst>
          </p:cNvPr>
          <p:cNvSpPr/>
          <p:nvPr/>
        </p:nvSpPr>
        <p:spPr>
          <a:xfrm>
            <a:off x="6461324" y="1595410"/>
            <a:ext cx="574548" cy="574548"/>
          </a:xfrm>
          <a:prstGeom prst="rect">
            <a:avLst/>
          </a:prstGeom>
          <a:blipFill>
            <a:blip r:embed="rId6" cstate="print"/>
            <a:stretch>
              <a:fillRect/>
            </a:stretch>
          </a:blipFill>
        </p:spPr>
        <p:txBody>
          <a:bodyPr wrap="square" lIns="0" tIns="0" rIns="0" bIns="0" rtlCol="0"/>
          <a:lstStyle/>
          <a:p>
            <a:endParaRPr/>
          </a:p>
        </p:txBody>
      </p:sp>
      <p:sp>
        <p:nvSpPr>
          <p:cNvPr id="20" name="object 20">
            <a:extLst>
              <a:ext uri="{FF2B5EF4-FFF2-40B4-BE49-F238E27FC236}">
                <a16:creationId xmlns:a16="http://schemas.microsoft.com/office/drawing/2014/main" id="{ABC6CDE6-3444-F424-B237-61E199DB7570}"/>
              </a:ext>
            </a:extLst>
          </p:cNvPr>
          <p:cNvSpPr/>
          <p:nvPr/>
        </p:nvSpPr>
        <p:spPr>
          <a:xfrm>
            <a:off x="6461324" y="1595410"/>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21" name="object 21">
            <a:extLst>
              <a:ext uri="{FF2B5EF4-FFF2-40B4-BE49-F238E27FC236}">
                <a16:creationId xmlns:a16="http://schemas.microsoft.com/office/drawing/2014/main" id="{80743DCF-C165-2167-C2D4-52E82E159E03}"/>
              </a:ext>
            </a:extLst>
          </p:cNvPr>
          <p:cNvSpPr/>
          <p:nvPr/>
        </p:nvSpPr>
        <p:spPr>
          <a:xfrm>
            <a:off x="6479612" y="3168178"/>
            <a:ext cx="574548" cy="574547"/>
          </a:xfrm>
          <a:prstGeom prst="rect">
            <a:avLst/>
          </a:prstGeom>
          <a:blipFill>
            <a:blip r:embed="rId7" cstate="print"/>
            <a:stretch>
              <a:fillRect/>
            </a:stretch>
          </a:blipFill>
        </p:spPr>
        <p:txBody>
          <a:bodyPr wrap="square" lIns="0" tIns="0" rIns="0" bIns="0" rtlCol="0"/>
          <a:lstStyle/>
          <a:p>
            <a:endParaRPr/>
          </a:p>
        </p:txBody>
      </p:sp>
      <p:sp>
        <p:nvSpPr>
          <p:cNvPr id="22" name="object 22">
            <a:extLst>
              <a:ext uri="{FF2B5EF4-FFF2-40B4-BE49-F238E27FC236}">
                <a16:creationId xmlns:a16="http://schemas.microsoft.com/office/drawing/2014/main" id="{B7DE5557-E123-EC06-3342-15B4323798B6}"/>
              </a:ext>
            </a:extLst>
          </p:cNvPr>
          <p:cNvSpPr/>
          <p:nvPr/>
        </p:nvSpPr>
        <p:spPr>
          <a:xfrm>
            <a:off x="6479612" y="3168178"/>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23" name="object 23">
            <a:extLst>
              <a:ext uri="{FF2B5EF4-FFF2-40B4-BE49-F238E27FC236}">
                <a16:creationId xmlns:a16="http://schemas.microsoft.com/office/drawing/2014/main" id="{A0C6EF6C-D500-7A74-4CCF-80FB07E4F92C}"/>
              </a:ext>
            </a:extLst>
          </p:cNvPr>
          <p:cNvSpPr/>
          <p:nvPr/>
        </p:nvSpPr>
        <p:spPr>
          <a:xfrm>
            <a:off x="8614737" y="1567978"/>
            <a:ext cx="574548" cy="574547"/>
          </a:xfrm>
          <a:prstGeom prst="rect">
            <a:avLst/>
          </a:prstGeom>
          <a:blipFill>
            <a:blip r:embed="rId8" cstate="print"/>
            <a:stretch>
              <a:fillRect/>
            </a:stretch>
          </a:blipFill>
        </p:spPr>
        <p:txBody>
          <a:bodyPr wrap="square" lIns="0" tIns="0" rIns="0" bIns="0" rtlCol="0"/>
          <a:lstStyle/>
          <a:p>
            <a:endParaRPr/>
          </a:p>
        </p:txBody>
      </p:sp>
      <p:sp>
        <p:nvSpPr>
          <p:cNvPr id="24" name="object 24">
            <a:extLst>
              <a:ext uri="{FF2B5EF4-FFF2-40B4-BE49-F238E27FC236}">
                <a16:creationId xmlns:a16="http://schemas.microsoft.com/office/drawing/2014/main" id="{76317AD4-B5A2-D799-874B-DE0AD1D55275}"/>
              </a:ext>
            </a:extLst>
          </p:cNvPr>
          <p:cNvSpPr/>
          <p:nvPr/>
        </p:nvSpPr>
        <p:spPr>
          <a:xfrm>
            <a:off x="8614737" y="1567978"/>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25" name="object 25">
            <a:extLst>
              <a:ext uri="{FF2B5EF4-FFF2-40B4-BE49-F238E27FC236}">
                <a16:creationId xmlns:a16="http://schemas.microsoft.com/office/drawing/2014/main" id="{8DCA92FD-9FC9-DDA5-F395-403A9A3FF3E9}"/>
              </a:ext>
            </a:extLst>
          </p:cNvPr>
          <p:cNvSpPr/>
          <p:nvPr/>
        </p:nvSpPr>
        <p:spPr>
          <a:xfrm>
            <a:off x="8655885" y="3168178"/>
            <a:ext cx="574548" cy="574547"/>
          </a:xfrm>
          <a:prstGeom prst="rect">
            <a:avLst/>
          </a:prstGeom>
          <a:blipFill>
            <a:blip r:embed="rId9" cstate="print"/>
            <a:stretch>
              <a:fillRect/>
            </a:stretch>
          </a:blipFill>
        </p:spPr>
        <p:txBody>
          <a:bodyPr wrap="square" lIns="0" tIns="0" rIns="0" bIns="0" rtlCol="0"/>
          <a:lstStyle/>
          <a:p>
            <a:endParaRPr/>
          </a:p>
        </p:txBody>
      </p:sp>
      <p:sp>
        <p:nvSpPr>
          <p:cNvPr id="26" name="object 26">
            <a:extLst>
              <a:ext uri="{FF2B5EF4-FFF2-40B4-BE49-F238E27FC236}">
                <a16:creationId xmlns:a16="http://schemas.microsoft.com/office/drawing/2014/main" id="{3ED2D49F-137A-24E0-2BDD-508A65BFFE52}"/>
              </a:ext>
            </a:extLst>
          </p:cNvPr>
          <p:cNvSpPr/>
          <p:nvPr/>
        </p:nvSpPr>
        <p:spPr>
          <a:xfrm>
            <a:off x="8655885" y="3168178"/>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27" name="object 27">
            <a:extLst>
              <a:ext uri="{FF2B5EF4-FFF2-40B4-BE49-F238E27FC236}">
                <a16:creationId xmlns:a16="http://schemas.microsoft.com/office/drawing/2014/main" id="{18280FC8-C459-BEB2-392F-81A750E200DE}"/>
              </a:ext>
            </a:extLst>
          </p:cNvPr>
          <p:cNvSpPr/>
          <p:nvPr/>
        </p:nvSpPr>
        <p:spPr>
          <a:xfrm>
            <a:off x="2633748" y="1951263"/>
            <a:ext cx="1584325" cy="1594485"/>
          </a:xfrm>
          <a:custGeom>
            <a:avLst/>
            <a:gdLst/>
            <a:ahLst/>
            <a:cxnLst/>
            <a:rect l="l" t="t" r="r" b="b"/>
            <a:pathLst>
              <a:path w="1584325" h="1594485">
                <a:moveTo>
                  <a:pt x="1520185" y="45961"/>
                </a:moveTo>
                <a:lnTo>
                  <a:pt x="0" y="1576070"/>
                </a:lnTo>
                <a:lnTo>
                  <a:pt x="18389" y="1594358"/>
                </a:lnTo>
                <a:lnTo>
                  <a:pt x="1538579" y="64270"/>
                </a:lnTo>
                <a:lnTo>
                  <a:pt x="1520185" y="45961"/>
                </a:lnTo>
                <a:close/>
              </a:path>
              <a:path w="1584325" h="1594485">
                <a:moveTo>
                  <a:pt x="1571996" y="36830"/>
                </a:moveTo>
                <a:lnTo>
                  <a:pt x="1529257" y="36830"/>
                </a:lnTo>
                <a:lnTo>
                  <a:pt x="1547672" y="55118"/>
                </a:lnTo>
                <a:lnTo>
                  <a:pt x="1538579" y="64270"/>
                </a:lnTo>
                <a:lnTo>
                  <a:pt x="1556943" y="82550"/>
                </a:lnTo>
                <a:lnTo>
                  <a:pt x="1571996" y="36830"/>
                </a:lnTo>
                <a:close/>
              </a:path>
              <a:path w="1584325" h="1594485">
                <a:moveTo>
                  <a:pt x="1529257" y="36830"/>
                </a:moveTo>
                <a:lnTo>
                  <a:pt x="1520185" y="45961"/>
                </a:lnTo>
                <a:lnTo>
                  <a:pt x="1538579" y="64270"/>
                </a:lnTo>
                <a:lnTo>
                  <a:pt x="1547672" y="55118"/>
                </a:lnTo>
                <a:lnTo>
                  <a:pt x="1529257" y="36830"/>
                </a:lnTo>
                <a:close/>
              </a:path>
              <a:path w="1584325" h="1594485">
                <a:moveTo>
                  <a:pt x="1584121" y="0"/>
                </a:moveTo>
                <a:lnTo>
                  <a:pt x="1501825" y="27686"/>
                </a:lnTo>
                <a:lnTo>
                  <a:pt x="1520185" y="45961"/>
                </a:lnTo>
                <a:lnTo>
                  <a:pt x="1529257" y="36830"/>
                </a:lnTo>
                <a:lnTo>
                  <a:pt x="1571996" y="36830"/>
                </a:lnTo>
                <a:lnTo>
                  <a:pt x="1584121" y="0"/>
                </a:lnTo>
                <a:close/>
              </a:path>
            </a:pathLst>
          </a:custGeom>
          <a:solidFill>
            <a:srgbClr val="000000"/>
          </a:solidFill>
        </p:spPr>
        <p:txBody>
          <a:bodyPr wrap="square" lIns="0" tIns="0" rIns="0" bIns="0" rtlCol="0"/>
          <a:lstStyle/>
          <a:p>
            <a:endParaRPr/>
          </a:p>
        </p:txBody>
      </p:sp>
      <p:sp>
        <p:nvSpPr>
          <p:cNvPr id="28" name="object 28">
            <a:extLst>
              <a:ext uri="{FF2B5EF4-FFF2-40B4-BE49-F238E27FC236}">
                <a16:creationId xmlns:a16="http://schemas.microsoft.com/office/drawing/2014/main" id="{6D05FE1C-00D9-2699-C8C5-F5FB34E4EE8F}"/>
              </a:ext>
            </a:extLst>
          </p:cNvPr>
          <p:cNvSpPr/>
          <p:nvPr/>
        </p:nvSpPr>
        <p:spPr>
          <a:xfrm>
            <a:off x="2667136" y="1895003"/>
            <a:ext cx="1558290" cy="1617980"/>
          </a:xfrm>
          <a:custGeom>
            <a:avLst/>
            <a:gdLst/>
            <a:ahLst/>
            <a:cxnLst/>
            <a:rect l="l" t="t" r="r" b="b"/>
            <a:pathLst>
              <a:path w="1558289" h="1617979">
                <a:moveTo>
                  <a:pt x="1495006" y="1570922"/>
                </a:moveTo>
                <a:lnTo>
                  <a:pt x="1476311" y="1588896"/>
                </a:lnTo>
                <a:lnTo>
                  <a:pt x="1558226" y="1617979"/>
                </a:lnTo>
                <a:lnTo>
                  <a:pt x="1546442" y="1580260"/>
                </a:lnTo>
                <a:lnTo>
                  <a:pt x="1503997" y="1580260"/>
                </a:lnTo>
                <a:lnTo>
                  <a:pt x="1495006" y="1570922"/>
                </a:lnTo>
                <a:close/>
              </a:path>
              <a:path w="1558289" h="1617979">
                <a:moveTo>
                  <a:pt x="1513655" y="1552992"/>
                </a:moveTo>
                <a:lnTo>
                  <a:pt x="1495006" y="1570922"/>
                </a:lnTo>
                <a:lnTo>
                  <a:pt x="1503997" y="1580260"/>
                </a:lnTo>
                <a:lnTo>
                  <a:pt x="1522666" y="1562353"/>
                </a:lnTo>
                <a:lnTo>
                  <a:pt x="1513655" y="1552992"/>
                </a:lnTo>
                <a:close/>
              </a:path>
              <a:path w="1558289" h="1617979">
                <a:moveTo>
                  <a:pt x="1532318" y="1535048"/>
                </a:moveTo>
                <a:lnTo>
                  <a:pt x="1513655" y="1552992"/>
                </a:lnTo>
                <a:lnTo>
                  <a:pt x="1522666" y="1562353"/>
                </a:lnTo>
                <a:lnTo>
                  <a:pt x="1503997" y="1580260"/>
                </a:lnTo>
                <a:lnTo>
                  <a:pt x="1546442" y="1580260"/>
                </a:lnTo>
                <a:lnTo>
                  <a:pt x="1532318" y="1535048"/>
                </a:lnTo>
                <a:close/>
              </a:path>
              <a:path w="1558289" h="1617979">
                <a:moveTo>
                  <a:pt x="18668" y="0"/>
                </a:moveTo>
                <a:lnTo>
                  <a:pt x="0" y="18033"/>
                </a:lnTo>
                <a:lnTo>
                  <a:pt x="1495006" y="1570922"/>
                </a:lnTo>
                <a:lnTo>
                  <a:pt x="1513655" y="1552992"/>
                </a:lnTo>
                <a:lnTo>
                  <a:pt x="18668" y="0"/>
                </a:lnTo>
                <a:close/>
              </a:path>
            </a:pathLst>
          </a:custGeom>
          <a:solidFill>
            <a:srgbClr val="000000"/>
          </a:solidFill>
        </p:spPr>
        <p:txBody>
          <a:bodyPr wrap="square" lIns="0" tIns="0" rIns="0" bIns="0" rtlCol="0"/>
          <a:lstStyle/>
          <a:p>
            <a:endParaRPr/>
          </a:p>
        </p:txBody>
      </p:sp>
      <p:sp>
        <p:nvSpPr>
          <p:cNvPr id="29" name="object 29">
            <a:extLst>
              <a:ext uri="{FF2B5EF4-FFF2-40B4-BE49-F238E27FC236}">
                <a16:creationId xmlns:a16="http://schemas.microsoft.com/office/drawing/2014/main" id="{1EA4D926-11AD-FC10-65E7-22156C2CDBF5}"/>
              </a:ext>
            </a:extLst>
          </p:cNvPr>
          <p:cNvSpPr/>
          <p:nvPr/>
        </p:nvSpPr>
        <p:spPr>
          <a:xfrm>
            <a:off x="2655134" y="3503457"/>
            <a:ext cx="1577340" cy="78105"/>
          </a:xfrm>
          <a:custGeom>
            <a:avLst/>
            <a:gdLst/>
            <a:ahLst/>
            <a:cxnLst/>
            <a:rect l="l" t="t" r="r" b="b"/>
            <a:pathLst>
              <a:path w="1577339" h="78104">
                <a:moveTo>
                  <a:pt x="1499108" y="0"/>
                </a:moveTo>
                <a:lnTo>
                  <a:pt x="1499108" y="77724"/>
                </a:lnTo>
                <a:lnTo>
                  <a:pt x="1550924" y="51815"/>
                </a:lnTo>
                <a:lnTo>
                  <a:pt x="1512062" y="51815"/>
                </a:lnTo>
                <a:lnTo>
                  <a:pt x="1512062" y="25907"/>
                </a:lnTo>
                <a:lnTo>
                  <a:pt x="1550923" y="25907"/>
                </a:lnTo>
                <a:lnTo>
                  <a:pt x="1499108" y="0"/>
                </a:lnTo>
                <a:close/>
              </a:path>
              <a:path w="1577339" h="78104">
                <a:moveTo>
                  <a:pt x="1499108" y="25907"/>
                </a:moveTo>
                <a:lnTo>
                  <a:pt x="0" y="25907"/>
                </a:lnTo>
                <a:lnTo>
                  <a:pt x="0" y="51815"/>
                </a:lnTo>
                <a:lnTo>
                  <a:pt x="1499108" y="51815"/>
                </a:lnTo>
                <a:lnTo>
                  <a:pt x="1499108" y="25907"/>
                </a:lnTo>
                <a:close/>
              </a:path>
              <a:path w="1577339" h="78104">
                <a:moveTo>
                  <a:pt x="1550923" y="25907"/>
                </a:moveTo>
                <a:lnTo>
                  <a:pt x="1512062" y="25907"/>
                </a:lnTo>
                <a:lnTo>
                  <a:pt x="1512062" y="51815"/>
                </a:lnTo>
                <a:lnTo>
                  <a:pt x="1550924" y="51815"/>
                </a:lnTo>
                <a:lnTo>
                  <a:pt x="1576832" y="38862"/>
                </a:lnTo>
                <a:lnTo>
                  <a:pt x="1550923" y="25907"/>
                </a:lnTo>
                <a:close/>
              </a:path>
            </a:pathLst>
          </a:custGeom>
          <a:solidFill>
            <a:srgbClr val="000000"/>
          </a:solidFill>
        </p:spPr>
        <p:txBody>
          <a:bodyPr wrap="square" lIns="0" tIns="0" rIns="0" bIns="0" rtlCol="0"/>
          <a:lstStyle/>
          <a:p>
            <a:endParaRPr/>
          </a:p>
        </p:txBody>
      </p:sp>
      <p:sp>
        <p:nvSpPr>
          <p:cNvPr id="30" name="object 30">
            <a:extLst>
              <a:ext uri="{FF2B5EF4-FFF2-40B4-BE49-F238E27FC236}">
                <a16:creationId xmlns:a16="http://schemas.microsoft.com/office/drawing/2014/main" id="{122CEDD5-2897-5341-48EE-AEEA4A2C8789}"/>
              </a:ext>
            </a:extLst>
          </p:cNvPr>
          <p:cNvSpPr/>
          <p:nvPr/>
        </p:nvSpPr>
        <p:spPr>
          <a:xfrm>
            <a:off x="2655134" y="1865157"/>
            <a:ext cx="1577340" cy="78105"/>
          </a:xfrm>
          <a:custGeom>
            <a:avLst/>
            <a:gdLst/>
            <a:ahLst/>
            <a:cxnLst/>
            <a:rect l="l" t="t" r="r" b="b"/>
            <a:pathLst>
              <a:path w="1577339" h="78105">
                <a:moveTo>
                  <a:pt x="1499108" y="0"/>
                </a:moveTo>
                <a:lnTo>
                  <a:pt x="1499108" y="77724"/>
                </a:lnTo>
                <a:lnTo>
                  <a:pt x="1550924" y="51815"/>
                </a:lnTo>
                <a:lnTo>
                  <a:pt x="1512062" y="51815"/>
                </a:lnTo>
                <a:lnTo>
                  <a:pt x="1512062" y="25908"/>
                </a:lnTo>
                <a:lnTo>
                  <a:pt x="1550924" y="25908"/>
                </a:lnTo>
                <a:lnTo>
                  <a:pt x="1499108" y="0"/>
                </a:lnTo>
                <a:close/>
              </a:path>
              <a:path w="1577339" h="78105">
                <a:moveTo>
                  <a:pt x="1499108" y="25908"/>
                </a:moveTo>
                <a:lnTo>
                  <a:pt x="0" y="25908"/>
                </a:lnTo>
                <a:lnTo>
                  <a:pt x="0" y="51815"/>
                </a:lnTo>
                <a:lnTo>
                  <a:pt x="1499108" y="51815"/>
                </a:lnTo>
                <a:lnTo>
                  <a:pt x="1499108" y="25908"/>
                </a:lnTo>
                <a:close/>
              </a:path>
              <a:path w="1577339" h="78105">
                <a:moveTo>
                  <a:pt x="1550924" y="25908"/>
                </a:moveTo>
                <a:lnTo>
                  <a:pt x="1512062" y="25908"/>
                </a:lnTo>
                <a:lnTo>
                  <a:pt x="1512062" y="51815"/>
                </a:lnTo>
                <a:lnTo>
                  <a:pt x="1550924" y="51815"/>
                </a:lnTo>
                <a:lnTo>
                  <a:pt x="1576832" y="38862"/>
                </a:lnTo>
                <a:lnTo>
                  <a:pt x="1550924" y="25908"/>
                </a:lnTo>
                <a:close/>
              </a:path>
            </a:pathLst>
          </a:custGeom>
          <a:solidFill>
            <a:srgbClr val="000000"/>
          </a:solidFill>
        </p:spPr>
        <p:txBody>
          <a:bodyPr wrap="square" lIns="0" tIns="0" rIns="0" bIns="0" rtlCol="0"/>
          <a:lstStyle/>
          <a:p>
            <a:endParaRPr/>
          </a:p>
        </p:txBody>
      </p:sp>
      <p:sp>
        <p:nvSpPr>
          <p:cNvPr id="31" name="object 31">
            <a:extLst>
              <a:ext uri="{FF2B5EF4-FFF2-40B4-BE49-F238E27FC236}">
                <a16:creationId xmlns:a16="http://schemas.microsoft.com/office/drawing/2014/main" id="{85F1D816-672D-CDD2-F42F-18BC8A5CB755}"/>
              </a:ext>
            </a:extLst>
          </p:cNvPr>
          <p:cNvSpPr/>
          <p:nvPr/>
        </p:nvSpPr>
        <p:spPr>
          <a:xfrm>
            <a:off x="4851218" y="1937548"/>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6" y="36830"/>
                </a:lnTo>
                <a:lnTo>
                  <a:pt x="1547622" y="55118"/>
                </a:lnTo>
                <a:lnTo>
                  <a:pt x="1538528" y="64270"/>
                </a:lnTo>
                <a:lnTo>
                  <a:pt x="1556892" y="82550"/>
                </a:lnTo>
                <a:lnTo>
                  <a:pt x="1571945" y="36830"/>
                </a:lnTo>
                <a:close/>
              </a:path>
              <a:path w="1584325" h="1594485">
                <a:moveTo>
                  <a:pt x="1529206" y="36830"/>
                </a:moveTo>
                <a:lnTo>
                  <a:pt x="1520135" y="45961"/>
                </a:lnTo>
                <a:lnTo>
                  <a:pt x="1538528" y="64270"/>
                </a:lnTo>
                <a:lnTo>
                  <a:pt x="1547622" y="55118"/>
                </a:lnTo>
                <a:lnTo>
                  <a:pt x="1529206" y="36830"/>
                </a:lnTo>
                <a:close/>
              </a:path>
              <a:path w="1584325" h="1594485">
                <a:moveTo>
                  <a:pt x="1584070" y="0"/>
                </a:moveTo>
                <a:lnTo>
                  <a:pt x="1501775" y="27686"/>
                </a:lnTo>
                <a:lnTo>
                  <a:pt x="1520135" y="45961"/>
                </a:lnTo>
                <a:lnTo>
                  <a:pt x="1529206" y="36830"/>
                </a:lnTo>
                <a:lnTo>
                  <a:pt x="1571945" y="36830"/>
                </a:lnTo>
                <a:lnTo>
                  <a:pt x="1584070" y="0"/>
                </a:lnTo>
                <a:close/>
              </a:path>
            </a:pathLst>
          </a:custGeom>
          <a:solidFill>
            <a:srgbClr val="000000"/>
          </a:solidFill>
        </p:spPr>
        <p:txBody>
          <a:bodyPr wrap="square" lIns="0" tIns="0" rIns="0" bIns="0" rtlCol="0"/>
          <a:lstStyle/>
          <a:p>
            <a:endParaRPr/>
          </a:p>
        </p:txBody>
      </p:sp>
      <p:sp>
        <p:nvSpPr>
          <p:cNvPr id="32" name="object 32">
            <a:extLst>
              <a:ext uri="{FF2B5EF4-FFF2-40B4-BE49-F238E27FC236}">
                <a16:creationId xmlns:a16="http://schemas.microsoft.com/office/drawing/2014/main" id="{F5BFD990-0C65-A4DF-41D7-2FAA5E0CD257}"/>
              </a:ext>
            </a:extLst>
          </p:cNvPr>
          <p:cNvSpPr/>
          <p:nvPr/>
        </p:nvSpPr>
        <p:spPr>
          <a:xfrm>
            <a:off x="4886143" y="1879763"/>
            <a:ext cx="1558290" cy="1617980"/>
          </a:xfrm>
          <a:custGeom>
            <a:avLst/>
            <a:gdLst/>
            <a:ahLst/>
            <a:cxnLst/>
            <a:rect l="l" t="t" r="r" b="b"/>
            <a:pathLst>
              <a:path w="1558289" h="1617979">
                <a:moveTo>
                  <a:pt x="1494943" y="1570922"/>
                </a:moveTo>
                <a:lnTo>
                  <a:pt x="1476248" y="1588897"/>
                </a:lnTo>
                <a:lnTo>
                  <a:pt x="1558163" y="1617980"/>
                </a:lnTo>
                <a:lnTo>
                  <a:pt x="1546379" y="1580261"/>
                </a:lnTo>
                <a:lnTo>
                  <a:pt x="1503934" y="1580261"/>
                </a:lnTo>
                <a:lnTo>
                  <a:pt x="1494943" y="1570922"/>
                </a:lnTo>
                <a:close/>
              </a:path>
              <a:path w="1558289" h="1617979">
                <a:moveTo>
                  <a:pt x="1513591" y="1552993"/>
                </a:moveTo>
                <a:lnTo>
                  <a:pt x="1494943" y="1570922"/>
                </a:lnTo>
                <a:lnTo>
                  <a:pt x="1503934" y="1580261"/>
                </a:lnTo>
                <a:lnTo>
                  <a:pt x="1522602" y="1562354"/>
                </a:lnTo>
                <a:lnTo>
                  <a:pt x="1513591" y="1552993"/>
                </a:lnTo>
                <a:close/>
              </a:path>
              <a:path w="1558289" h="1617979">
                <a:moveTo>
                  <a:pt x="1532254" y="1535049"/>
                </a:moveTo>
                <a:lnTo>
                  <a:pt x="1513591" y="1552993"/>
                </a:lnTo>
                <a:lnTo>
                  <a:pt x="1522602" y="1562354"/>
                </a:lnTo>
                <a:lnTo>
                  <a:pt x="1503934" y="1580261"/>
                </a:lnTo>
                <a:lnTo>
                  <a:pt x="1546379" y="1580261"/>
                </a:lnTo>
                <a:lnTo>
                  <a:pt x="1532254" y="1535049"/>
                </a:lnTo>
                <a:close/>
              </a:path>
              <a:path w="1558289" h="1617979">
                <a:moveTo>
                  <a:pt x="18541" y="0"/>
                </a:moveTo>
                <a:lnTo>
                  <a:pt x="0" y="18034"/>
                </a:lnTo>
                <a:lnTo>
                  <a:pt x="1494943" y="1570922"/>
                </a:lnTo>
                <a:lnTo>
                  <a:pt x="1513591" y="1552993"/>
                </a:lnTo>
                <a:lnTo>
                  <a:pt x="18541" y="0"/>
                </a:lnTo>
                <a:close/>
              </a:path>
            </a:pathLst>
          </a:custGeom>
          <a:solidFill>
            <a:srgbClr val="000000"/>
          </a:solidFill>
        </p:spPr>
        <p:txBody>
          <a:bodyPr wrap="square" lIns="0" tIns="0" rIns="0" bIns="0" rtlCol="0"/>
          <a:lstStyle/>
          <a:p>
            <a:endParaRPr/>
          </a:p>
        </p:txBody>
      </p:sp>
      <p:sp>
        <p:nvSpPr>
          <p:cNvPr id="33" name="object 33">
            <a:extLst>
              <a:ext uri="{FF2B5EF4-FFF2-40B4-BE49-F238E27FC236}">
                <a16:creationId xmlns:a16="http://schemas.microsoft.com/office/drawing/2014/main" id="{6F98FBE2-8E5E-703F-27A4-445E8A480195}"/>
              </a:ext>
            </a:extLst>
          </p:cNvPr>
          <p:cNvSpPr/>
          <p:nvPr/>
        </p:nvSpPr>
        <p:spPr>
          <a:xfrm>
            <a:off x="4872555" y="3488218"/>
            <a:ext cx="1577340" cy="78105"/>
          </a:xfrm>
          <a:custGeom>
            <a:avLst/>
            <a:gdLst/>
            <a:ahLst/>
            <a:cxnLst/>
            <a:rect l="l" t="t" r="r" b="b"/>
            <a:pathLst>
              <a:path w="1577339" h="78104">
                <a:moveTo>
                  <a:pt x="1499107" y="0"/>
                </a:moveTo>
                <a:lnTo>
                  <a:pt x="1499107" y="77724"/>
                </a:lnTo>
                <a:lnTo>
                  <a:pt x="1550923" y="51816"/>
                </a:lnTo>
                <a:lnTo>
                  <a:pt x="1512062" y="51816"/>
                </a:lnTo>
                <a:lnTo>
                  <a:pt x="1512062" y="25908"/>
                </a:lnTo>
                <a:lnTo>
                  <a:pt x="1550924" y="25908"/>
                </a:lnTo>
                <a:lnTo>
                  <a:pt x="1499107" y="0"/>
                </a:lnTo>
                <a:close/>
              </a:path>
              <a:path w="1577339" h="78104">
                <a:moveTo>
                  <a:pt x="1499107" y="25908"/>
                </a:moveTo>
                <a:lnTo>
                  <a:pt x="0" y="25908"/>
                </a:lnTo>
                <a:lnTo>
                  <a:pt x="0" y="51816"/>
                </a:lnTo>
                <a:lnTo>
                  <a:pt x="1499107" y="51816"/>
                </a:lnTo>
                <a:lnTo>
                  <a:pt x="1499107" y="25908"/>
                </a:lnTo>
                <a:close/>
              </a:path>
              <a:path w="1577339" h="78104">
                <a:moveTo>
                  <a:pt x="1550924" y="25908"/>
                </a:moveTo>
                <a:lnTo>
                  <a:pt x="1512062" y="25908"/>
                </a:lnTo>
                <a:lnTo>
                  <a:pt x="1512062" y="51816"/>
                </a:lnTo>
                <a:lnTo>
                  <a:pt x="1550923" y="51816"/>
                </a:lnTo>
                <a:lnTo>
                  <a:pt x="1576831" y="38862"/>
                </a:lnTo>
                <a:lnTo>
                  <a:pt x="1550924" y="25908"/>
                </a:lnTo>
                <a:close/>
              </a:path>
            </a:pathLst>
          </a:custGeom>
          <a:solidFill>
            <a:srgbClr val="000000"/>
          </a:solidFill>
        </p:spPr>
        <p:txBody>
          <a:bodyPr wrap="square" lIns="0" tIns="0" rIns="0" bIns="0" rtlCol="0"/>
          <a:lstStyle/>
          <a:p>
            <a:endParaRPr/>
          </a:p>
        </p:txBody>
      </p:sp>
      <p:sp>
        <p:nvSpPr>
          <p:cNvPr id="34" name="object 34">
            <a:extLst>
              <a:ext uri="{FF2B5EF4-FFF2-40B4-BE49-F238E27FC236}">
                <a16:creationId xmlns:a16="http://schemas.microsoft.com/office/drawing/2014/main" id="{BD633671-D9D7-2628-D22D-639467DA6270}"/>
              </a:ext>
            </a:extLst>
          </p:cNvPr>
          <p:cNvSpPr/>
          <p:nvPr/>
        </p:nvSpPr>
        <p:spPr>
          <a:xfrm>
            <a:off x="4872555" y="1849917"/>
            <a:ext cx="1577340" cy="78105"/>
          </a:xfrm>
          <a:custGeom>
            <a:avLst/>
            <a:gdLst/>
            <a:ahLst/>
            <a:cxnLst/>
            <a:rect l="l" t="t" r="r" b="b"/>
            <a:pathLst>
              <a:path w="1577339" h="78105">
                <a:moveTo>
                  <a:pt x="1499107" y="0"/>
                </a:moveTo>
                <a:lnTo>
                  <a:pt x="1499107" y="77724"/>
                </a:lnTo>
                <a:lnTo>
                  <a:pt x="1550924" y="51815"/>
                </a:lnTo>
                <a:lnTo>
                  <a:pt x="1512062" y="51815"/>
                </a:lnTo>
                <a:lnTo>
                  <a:pt x="1512062" y="25907"/>
                </a:lnTo>
                <a:lnTo>
                  <a:pt x="1550923" y="25907"/>
                </a:lnTo>
                <a:lnTo>
                  <a:pt x="1499107" y="0"/>
                </a:lnTo>
                <a:close/>
              </a:path>
              <a:path w="1577339" h="78105">
                <a:moveTo>
                  <a:pt x="1499107" y="25907"/>
                </a:moveTo>
                <a:lnTo>
                  <a:pt x="0" y="25907"/>
                </a:lnTo>
                <a:lnTo>
                  <a:pt x="0" y="51815"/>
                </a:lnTo>
                <a:lnTo>
                  <a:pt x="1499107" y="51815"/>
                </a:lnTo>
                <a:lnTo>
                  <a:pt x="1499107" y="25907"/>
                </a:lnTo>
                <a:close/>
              </a:path>
              <a:path w="1577339"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sp>
        <p:nvSpPr>
          <p:cNvPr id="35" name="object 35">
            <a:extLst>
              <a:ext uri="{FF2B5EF4-FFF2-40B4-BE49-F238E27FC236}">
                <a16:creationId xmlns:a16="http://schemas.microsoft.com/office/drawing/2014/main" id="{05253F58-1B3D-635C-FCE1-3033D8624AF8}"/>
              </a:ext>
            </a:extLst>
          </p:cNvPr>
          <p:cNvSpPr/>
          <p:nvPr/>
        </p:nvSpPr>
        <p:spPr>
          <a:xfrm>
            <a:off x="7051874" y="1917735"/>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7" y="36830"/>
                </a:lnTo>
                <a:lnTo>
                  <a:pt x="1547622" y="55118"/>
                </a:lnTo>
                <a:lnTo>
                  <a:pt x="1538528" y="64270"/>
                </a:lnTo>
                <a:lnTo>
                  <a:pt x="1556892" y="82550"/>
                </a:lnTo>
                <a:lnTo>
                  <a:pt x="1571945" y="36830"/>
                </a:lnTo>
                <a:close/>
              </a:path>
              <a:path w="1584325" h="1594485">
                <a:moveTo>
                  <a:pt x="1529207" y="36830"/>
                </a:moveTo>
                <a:lnTo>
                  <a:pt x="1520135" y="45961"/>
                </a:lnTo>
                <a:lnTo>
                  <a:pt x="1538528" y="64270"/>
                </a:lnTo>
                <a:lnTo>
                  <a:pt x="1547622" y="55118"/>
                </a:lnTo>
                <a:lnTo>
                  <a:pt x="1529207" y="36830"/>
                </a:lnTo>
                <a:close/>
              </a:path>
              <a:path w="1584325" h="1594485">
                <a:moveTo>
                  <a:pt x="1584070" y="0"/>
                </a:moveTo>
                <a:lnTo>
                  <a:pt x="1501775" y="27686"/>
                </a:lnTo>
                <a:lnTo>
                  <a:pt x="1520135" y="45961"/>
                </a:lnTo>
                <a:lnTo>
                  <a:pt x="1529207" y="36830"/>
                </a:lnTo>
                <a:lnTo>
                  <a:pt x="1571945" y="36830"/>
                </a:lnTo>
                <a:lnTo>
                  <a:pt x="1584070" y="0"/>
                </a:lnTo>
                <a:close/>
              </a:path>
            </a:pathLst>
          </a:custGeom>
          <a:solidFill>
            <a:srgbClr val="000000"/>
          </a:solidFill>
        </p:spPr>
        <p:txBody>
          <a:bodyPr wrap="square" lIns="0" tIns="0" rIns="0" bIns="0" rtlCol="0"/>
          <a:lstStyle/>
          <a:p>
            <a:endParaRPr/>
          </a:p>
        </p:txBody>
      </p:sp>
      <p:sp>
        <p:nvSpPr>
          <p:cNvPr id="36" name="object 36">
            <a:extLst>
              <a:ext uri="{FF2B5EF4-FFF2-40B4-BE49-F238E27FC236}">
                <a16:creationId xmlns:a16="http://schemas.microsoft.com/office/drawing/2014/main" id="{6F98AB5B-111C-CD33-54A3-A2E989CB306D}"/>
              </a:ext>
            </a:extLst>
          </p:cNvPr>
          <p:cNvSpPr/>
          <p:nvPr/>
        </p:nvSpPr>
        <p:spPr>
          <a:xfrm>
            <a:off x="7085275" y="1859951"/>
            <a:ext cx="1558290" cy="1617980"/>
          </a:xfrm>
          <a:custGeom>
            <a:avLst/>
            <a:gdLst/>
            <a:ahLst/>
            <a:cxnLst/>
            <a:rect l="l" t="t" r="r" b="b"/>
            <a:pathLst>
              <a:path w="1558290" h="1617979">
                <a:moveTo>
                  <a:pt x="1494943" y="1570922"/>
                </a:moveTo>
                <a:lnTo>
                  <a:pt x="1476248" y="1588897"/>
                </a:lnTo>
                <a:lnTo>
                  <a:pt x="1558163" y="1617980"/>
                </a:lnTo>
                <a:lnTo>
                  <a:pt x="1546379" y="1580261"/>
                </a:lnTo>
                <a:lnTo>
                  <a:pt x="1503934" y="1580261"/>
                </a:lnTo>
                <a:lnTo>
                  <a:pt x="1494943" y="1570922"/>
                </a:lnTo>
                <a:close/>
              </a:path>
              <a:path w="1558290" h="1617979">
                <a:moveTo>
                  <a:pt x="1513591" y="1552993"/>
                </a:moveTo>
                <a:lnTo>
                  <a:pt x="1494943" y="1570922"/>
                </a:lnTo>
                <a:lnTo>
                  <a:pt x="1503934" y="1580261"/>
                </a:lnTo>
                <a:lnTo>
                  <a:pt x="1522603" y="1562354"/>
                </a:lnTo>
                <a:lnTo>
                  <a:pt x="1513591" y="1552993"/>
                </a:lnTo>
                <a:close/>
              </a:path>
              <a:path w="1558290" h="1617979">
                <a:moveTo>
                  <a:pt x="1532255" y="1535049"/>
                </a:moveTo>
                <a:lnTo>
                  <a:pt x="1513591" y="1552993"/>
                </a:lnTo>
                <a:lnTo>
                  <a:pt x="1522603" y="1562354"/>
                </a:lnTo>
                <a:lnTo>
                  <a:pt x="1503934" y="1580261"/>
                </a:lnTo>
                <a:lnTo>
                  <a:pt x="1546379" y="1580261"/>
                </a:lnTo>
                <a:lnTo>
                  <a:pt x="1532255" y="1535049"/>
                </a:lnTo>
                <a:close/>
              </a:path>
              <a:path w="1558290" h="1617979">
                <a:moveTo>
                  <a:pt x="18542" y="0"/>
                </a:moveTo>
                <a:lnTo>
                  <a:pt x="0" y="18034"/>
                </a:lnTo>
                <a:lnTo>
                  <a:pt x="1494943" y="1570922"/>
                </a:lnTo>
                <a:lnTo>
                  <a:pt x="1513591" y="1552993"/>
                </a:lnTo>
                <a:lnTo>
                  <a:pt x="18542" y="0"/>
                </a:lnTo>
                <a:close/>
              </a:path>
            </a:pathLst>
          </a:custGeom>
          <a:solidFill>
            <a:srgbClr val="000000"/>
          </a:solidFill>
        </p:spPr>
        <p:txBody>
          <a:bodyPr wrap="square" lIns="0" tIns="0" rIns="0" bIns="0" rtlCol="0"/>
          <a:lstStyle/>
          <a:p>
            <a:endParaRPr/>
          </a:p>
        </p:txBody>
      </p:sp>
      <p:sp>
        <p:nvSpPr>
          <p:cNvPr id="37" name="object 37">
            <a:extLst>
              <a:ext uri="{FF2B5EF4-FFF2-40B4-BE49-F238E27FC236}">
                <a16:creationId xmlns:a16="http://schemas.microsoft.com/office/drawing/2014/main" id="{5DE54626-BE2D-21A9-E6DF-CBF8D244AFF1}"/>
              </a:ext>
            </a:extLst>
          </p:cNvPr>
          <p:cNvSpPr/>
          <p:nvPr/>
        </p:nvSpPr>
        <p:spPr>
          <a:xfrm>
            <a:off x="7073211" y="3468405"/>
            <a:ext cx="1577340" cy="78105"/>
          </a:xfrm>
          <a:custGeom>
            <a:avLst/>
            <a:gdLst/>
            <a:ahLst/>
            <a:cxnLst/>
            <a:rect l="l" t="t" r="r" b="b"/>
            <a:pathLst>
              <a:path w="1577340" h="78104">
                <a:moveTo>
                  <a:pt x="1499107" y="0"/>
                </a:moveTo>
                <a:lnTo>
                  <a:pt x="1499107" y="77723"/>
                </a:lnTo>
                <a:lnTo>
                  <a:pt x="1550923" y="51815"/>
                </a:lnTo>
                <a:lnTo>
                  <a:pt x="1512062" y="51815"/>
                </a:lnTo>
                <a:lnTo>
                  <a:pt x="1512062" y="25907"/>
                </a:lnTo>
                <a:lnTo>
                  <a:pt x="1550924" y="25907"/>
                </a:lnTo>
                <a:lnTo>
                  <a:pt x="1499107" y="0"/>
                </a:lnTo>
                <a:close/>
              </a:path>
              <a:path w="1577340" h="78104">
                <a:moveTo>
                  <a:pt x="1499107" y="25907"/>
                </a:moveTo>
                <a:lnTo>
                  <a:pt x="0" y="25907"/>
                </a:lnTo>
                <a:lnTo>
                  <a:pt x="0" y="51815"/>
                </a:lnTo>
                <a:lnTo>
                  <a:pt x="1499107" y="51815"/>
                </a:lnTo>
                <a:lnTo>
                  <a:pt x="1499107" y="25907"/>
                </a:lnTo>
                <a:close/>
              </a:path>
              <a:path w="1577340" h="78104">
                <a:moveTo>
                  <a:pt x="1550924" y="25907"/>
                </a:moveTo>
                <a:lnTo>
                  <a:pt x="1512062" y="25907"/>
                </a:lnTo>
                <a:lnTo>
                  <a:pt x="1512062" y="51815"/>
                </a:lnTo>
                <a:lnTo>
                  <a:pt x="1550923" y="51815"/>
                </a:lnTo>
                <a:lnTo>
                  <a:pt x="1576831" y="38861"/>
                </a:lnTo>
                <a:lnTo>
                  <a:pt x="1550924" y="25907"/>
                </a:lnTo>
                <a:close/>
              </a:path>
            </a:pathLst>
          </a:custGeom>
          <a:solidFill>
            <a:srgbClr val="000000"/>
          </a:solidFill>
        </p:spPr>
        <p:txBody>
          <a:bodyPr wrap="square" lIns="0" tIns="0" rIns="0" bIns="0" rtlCol="0"/>
          <a:lstStyle/>
          <a:p>
            <a:endParaRPr/>
          </a:p>
        </p:txBody>
      </p:sp>
      <p:sp>
        <p:nvSpPr>
          <p:cNvPr id="38" name="object 38">
            <a:extLst>
              <a:ext uri="{FF2B5EF4-FFF2-40B4-BE49-F238E27FC236}">
                <a16:creationId xmlns:a16="http://schemas.microsoft.com/office/drawing/2014/main" id="{9DA95880-B4B7-A247-5280-E28C3A5F6809}"/>
              </a:ext>
            </a:extLst>
          </p:cNvPr>
          <p:cNvSpPr/>
          <p:nvPr/>
        </p:nvSpPr>
        <p:spPr>
          <a:xfrm>
            <a:off x="7073211" y="1830106"/>
            <a:ext cx="1577340" cy="78105"/>
          </a:xfrm>
          <a:custGeom>
            <a:avLst/>
            <a:gdLst/>
            <a:ahLst/>
            <a:cxnLst/>
            <a:rect l="l" t="t" r="r" b="b"/>
            <a:pathLst>
              <a:path w="1577340" h="78105">
                <a:moveTo>
                  <a:pt x="1499107" y="0"/>
                </a:moveTo>
                <a:lnTo>
                  <a:pt x="1499107" y="77724"/>
                </a:lnTo>
                <a:lnTo>
                  <a:pt x="1550924" y="51815"/>
                </a:lnTo>
                <a:lnTo>
                  <a:pt x="1512062" y="51815"/>
                </a:lnTo>
                <a:lnTo>
                  <a:pt x="1512062" y="25907"/>
                </a:lnTo>
                <a:lnTo>
                  <a:pt x="1550923" y="25907"/>
                </a:lnTo>
                <a:lnTo>
                  <a:pt x="1499107" y="0"/>
                </a:lnTo>
                <a:close/>
              </a:path>
              <a:path w="1577340" h="78105">
                <a:moveTo>
                  <a:pt x="1499107" y="25907"/>
                </a:moveTo>
                <a:lnTo>
                  <a:pt x="0" y="25907"/>
                </a:lnTo>
                <a:lnTo>
                  <a:pt x="0" y="51815"/>
                </a:lnTo>
                <a:lnTo>
                  <a:pt x="1499107" y="51815"/>
                </a:lnTo>
                <a:lnTo>
                  <a:pt x="1499107" y="25907"/>
                </a:lnTo>
                <a:close/>
              </a:path>
              <a:path w="1577340"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grpSp>
        <p:nvGrpSpPr>
          <p:cNvPr id="80" name="组合 79">
            <a:extLst>
              <a:ext uri="{FF2B5EF4-FFF2-40B4-BE49-F238E27FC236}">
                <a16:creationId xmlns:a16="http://schemas.microsoft.com/office/drawing/2014/main" id="{EF0D976A-EB76-BC10-9CCF-A53C430C2036}"/>
              </a:ext>
            </a:extLst>
          </p:cNvPr>
          <p:cNvGrpSpPr/>
          <p:nvPr/>
        </p:nvGrpSpPr>
        <p:grpSpPr>
          <a:xfrm>
            <a:off x="4636716" y="1966504"/>
            <a:ext cx="5810885" cy="4429125"/>
            <a:chOff x="4636716" y="1966504"/>
            <a:chExt cx="5810885" cy="4429125"/>
          </a:xfrm>
        </p:grpSpPr>
        <p:sp>
          <p:nvSpPr>
            <p:cNvPr id="40" name="object 40">
              <a:extLst>
                <a:ext uri="{FF2B5EF4-FFF2-40B4-BE49-F238E27FC236}">
                  <a16:creationId xmlns:a16="http://schemas.microsoft.com/office/drawing/2014/main" id="{98A8ABD3-3E3F-4229-8EDD-D9C609931A38}"/>
                </a:ext>
              </a:extLst>
            </p:cNvPr>
            <p:cNvSpPr/>
            <p:nvPr/>
          </p:nvSpPr>
          <p:spPr>
            <a:xfrm>
              <a:off x="4636716" y="1966504"/>
              <a:ext cx="5810885" cy="4429125"/>
            </a:xfrm>
            <a:custGeom>
              <a:avLst/>
              <a:gdLst/>
              <a:ahLst/>
              <a:cxnLst/>
              <a:rect l="l" t="t" r="r" b="b"/>
              <a:pathLst>
                <a:path w="5810884" h="4429125">
                  <a:moveTo>
                    <a:pt x="511682" y="2696463"/>
                  </a:moveTo>
                  <a:lnTo>
                    <a:pt x="514844" y="2649442"/>
                  </a:lnTo>
                  <a:lnTo>
                    <a:pt x="524055" y="2604346"/>
                  </a:lnTo>
                  <a:lnTo>
                    <a:pt x="538902" y="2561588"/>
                  </a:lnTo>
                  <a:lnTo>
                    <a:pt x="558974" y="2521580"/>
                  </a:lnTo>
                  <a:lnTo>
                    <a:pt x="583857" y="2484735"/>
                  </a:lnTo>
                  <a:lnTo>
                    <a:pt x="613140" y="2451465"/>
                  </a:lnTo>
                  <a:lnTo>
                    <a:pt x="646410" y="2422182"/>
                  </a:lnTo>
                  <a:lnTo>
                    <a:pt x="683255" y="2397299"/>
                  </a:lnTo>
                  <a:lnTo>
                    <a:pt x="723263" y="2377227"/>
                  </a:lnTo>
                  <a:lnTo>
                    <a:pt x="766021" y="2362380"/>
                  </a:lnTo>
                  <a:lnTo>
                    <a:pt x="811117" y="2353169"/>
                  </a:lnTo>
                  <a:lnTo>
                    <a:pt x="858139" y="2350007"/>
                  </a:lnTo>
                  <a:lnTo>
                    <a:pt x="1394841" y="2350007"/>
                  </a:lnTo>
                  <a:lnTo>
                    <a:pt x="0" y="0"/>
                  </a:lnTo>
                  <a:lnTo>
                    <a:pt x="2719578" y="2350007"/>
                  </a:lnTo>
                  <a:lnTo>
                    <a:pt x="5464175" y="2350007"/>
                  </a:lnTo>
                  <a:lnTo>
                    <a:pt x="5511196" y="2353169"/>
                  </a:lnTo>
                  <a:lnTo>
                    <a:pt x="5556292" y="2362380"/>
                  </a:lnTo>
                  <a:lnTo>
                    <a:pt x="5599050" y="2377227"/>
                  </a:lnTo>
                  <a:lnTo>
                    <a:pt x="5639058" y="2397299"/>
                  </a:lnTo>
                  <a:lnTo>
                    <a:pt x="5675903" y="2422182"/>
                  </a:lnTo>
                  <a:lnTo>
                    <a:pt x="5709173" y="2451465"/>
                  </a:lnTo>
                  <a:lnTo>
                    <a:pt x="5738456" y="2484735"/>
                  </a:lnTo>
                  <a:lnTo>
                    <a:pt x="5763339" y="2521580"/>
                  </a:lnTo>
                  <a:lnTo>
                    <a:pt x="5783411" y="2561588"/>
                  </a:lnTo>
                  <a:lnTo>
                    <a:pt x="5798258" y="2604346"/>
                  </a:lnTo>
                  <a:lnTo>
                    <a:pt x="5807469" y="2649442"/>
                  </a:lnTo>
                  <a:lnTo>
                    <a:pt x="5810631" y="2696463"/>
                  </a:lnTo>
                  <a:lnTo>
                    <a:pt x="5810631" y="3216147"/>
                  </a:lnTo>
                  <a:lnTo>
                    <a:pt x="5810631" y="4082275"/>
                  </a:lnTo>
                  <a:lnTo>
                    <a:pt x="5807469" y="4129289"/>
                  </a:lnTo>
                  <a:lnTo>
                    <a:pt x="5798258" y="4174380"/>
                  </a:lnTo>
                  <a:lnTo>
                    <a:pt x="5783411" y="4217137"/>
                  </a:lnTo>
                  <a:lnTo>
                    <a:pt x="5763339" y="4257145"/>
                  </a:lnTo>
                  <a:lnTo>
                    <a:pt x="5738456" y="4293992"/>
                  </a:lnTo>
                  <a:lnTo>
                    <a:pt x="5709173" y="4327266"/>
                  </a:lnTo>
                  <a:lnTo>
                    <a:pt x="5675903" y="4356553"/>
                  </a:lnTo>
                  <a:lnTo>
                    <a:pt x="5639058" y="4381441"/>
                  </a:lnTo>
                  <a:lnTo>
                    <a:pt x="5599050" y="4401516"/>
                  </a:lnTo>
                  <a:lnTo>
                    <a:pt x="5556292" y="4416367"/>
                  </a:lnTo>
                  <a:lnTo>
                    <a:pt x="5511196" y="4425581"/>
                  </a:lnTo>
                  <a:lnTo>
                    <a:pt x="5464175" y="4428744"/>
                  </a:lnTo>
                  <a:lnTo>
                    <a:pt x="2719578" y="4428744"/>
                  </a:lnTo>
                  <a:lnTo>
                    <a:pt x="1394841" y="4428744"/>
                  </a:lnTo>
                  <a:lnTo>
                    <a:pt x="858139" y="4428744"/>
                  </a:lnTo>
                  <a:lnTo>
                    <a:pt x="811117" y="4425581"/>
                  </a:lnTo>
                  <a:lnTo>
                    <a:pt x="766021" y="4416367"/>
                  </a:lnTo>
                  <a:lnTo>
                    <a:pt x="723263" y="4401516"/>
                  </a:lnTo>
                  <a:lnTo>
                    <a:pt x="683255" y="4381441"/>
                  </a:lnTo>
                  <a:lnTo>
                    <a:pt x="646410" y="4356553"/>
                  </a:lnTo>
                  <a:lnTo>
                    <a:pt x="613140" y="4327266"/>
                  </a:lnTo>
                  <a:lnTo>
                    <a:pt x="583857" y="4293992"/>
                  </a:lnTo>
                  <a:lnTo>
                    <a:pt x="558974" y="4257145"/>
                  </a:lnTo>
                  <a:lnTo>
                    <a:pt x="538902" y="4217137"/>
                  </a:lnTo>
                  <a:lnTo>
                    <a:pt x="524055" y="4174380"/>
                  </a:lnTo>
                  <a:lnTo>
                    <a:pt x="514844" y="4129289"/>
                  </a:lnTo>
                  <a:lnTo>
                    <a:pt x="511682" y="4082275"/>
                  </a:lnTo>
                  <a:lnTo>
                    <a:pt x="511682" y="3216147"/>
                  </a:lnTo>
                  <a:lnTo>
                    <a:pt x="511682" y="2696463"/>
                  </a:lnTo>
                  <a:close/>
                </a:path>
              </a:pathLst>
            </a:custGeom>
            <a:ln w="38100">
              <a:solidFill>
                <a:srgbClr val="0000FF"/>
              </a:solidFill>
            </a:ln>
          </p:spPr>
          <p:txBody>
            <a:bodyPr wrap="square" lIns="0" tIns="0" rIns="0" bIns="0" rtlCol="0"/>
            <a:lstStyle/>
            <a:p>
              <a:endParaRPr/>
            </a:p>
          </p:txBody>
        </p:sp>
        <p:sp>
          <p:nvSpPr>
            <p:cNvPr id="41" name="object 41">
              <a:extLst>
                <a:ext uri="{FF2B5EF4-FFF2-40B4-BE49-F238E27FC236}">
                  <a16:creationId xmlns:a16="http://schemas.microsoft.com/office/drawing/2014/main" id="{B95301B2-ECDF-B9FC-4589-1BA69B94A541}"/>
                </a:ext>
              </a:extLst>
            </p:cNvPr>
            <p:cNvSpPr/>
            <p:nvPr/>
          </p:nvSpPr>
          <p:spPr>
            <a:xfrm>
              <a:off x="7476309" y="4462054"/>
              <a:ext cx="2572511" cy="1837944"/>
            </a:xfrm>
            <a:prstGeom prst="rect">
              <a:avLst/>
            </a:prstGeom>
            <a:blipFill>
              <a:blip r:embed="rId10" cstate="print"/>
              <a:stretch>
                <a:fillRect/>
              </a:stretch>
            </a:blipFill>
          </p:spPr>
          <p:txBody>
            <a:bodyPr wrap="square" lIns="0" tIns="0" rIns="0" bIns="0" rtlCol="0"/>
            <a:lstStyle/>
            <a:p>
              <a:endParaRPr/>
            </a:p>
          </p:txBody>
        </p:sp>
        <p:sp>
          <p:nvSpPr>
            <p:cNvPr id="42" name="object 42">
              <a:extLst>
                <a:ext uri="{FF2B5EF4-FFF2-40B4-BE49-F238E27FC236}">
                  <a16:creationId xmlns:a16="http://schemas.microsoft.com/office/drawing/2014/main" id="{5656B0F1-E7FF-99E6-0619-01ED148156EC}"/>
                </a:ext>
              </a:extLst>
            </p:cNvPr>
            <p:cNvSpPr txBox="1"/>
            <p:nvPr/>
          </p:nvSpPr>
          <p:spPr>
            <a:xfrm>
              <a:off x="7841444" y="4450467"/>
              <a:ext cx="711835" cy="572135"/>
            </a:xfrm>
            <a:prstGeom prst="rect">
              <a:avLst/>
            </a:prstGeom>
          </p:spPr>
          <p:txBody>
            <a:bodyPr vert="horz" wrap="square" lIns="0" tIns="17145" rIns="0" bIns="0" rtlCol="0">
              <a:spAutoFit/>
            </a:bodyPr>
            <a:lstStyle/>
            <a:p>
              <a:pPr marL="12700">
                <a:lnSpc>
                  <a:spcPct val="100000"/>
                </a:lnSpc>
                <a:spcBef>
                  <a:spcPts val="135"/>
                </a:spcBef>
              </a:pPr>
              <a:r>
                <a:rPr sz="2850" i="1" spc="-220" dirty="0">
                  <a:latin typeface="Symbol"/>
                  <a:cs typeface="Symbol"/>
                </a:rPr>
                <a:t></a:t>
              </a:r>
              <a:r>
                <a:rPr sz="3550" spc="-220" dirty="0">
                  <a:latin typeface="Symbol"/>
                  <a:cs typeface="Symbol"/>
                </a:rPr>
                <a:t></a:t>
              </a:r>
              <a:r>
                <a:rPr sz="2700" i="1" spc="-220" dirty="0">
                  <a:latin typeface="Times New Roman"/>
                  <a:cs typeface="Times New Roman"/>
                </a:rPr>
                <a:t>z</a:t>
              </a:r>
              <a:r>
                <a:rPr sz="3550" spc="-220" dirty="0">
                  <a:latin typeface="Symbol"/>
                  <a:cs typeface="Symbol"/>
                </a:rPr>
                <a:t></a:t>
              </a:r>
              <a:endParaRPr sz="3550">
                <a:latin typeface="Symbol"/>
                <a:cs typeface="Symbol"/>
              </a:endParaRPr>
            </a:p>
          </p:txBody>
        </p:sp>
        <p:sp>
          <p:nvSpPr>
            <p:cNvPr id="43" name="object 43">
              <a:extLst>
                <a:ext uri="{FF2B5EF4-FFF2-40B4-BE49-F238E27FC236}">
                  <a16:creationId xmlns:a16="http://schemas.microsoft.com/office/drawing/2014/main" id="{1C7FF908-FEC5-1E10-7F0D-780FCB9D8D56}"/>
                </a:ext>
              </a:extLst>
            </p:cNvPr>
            <p:cNvSpPr txBox="1"/>
            <p:nvPr/>
          </p:nvSpPr>
          <p:spPr>
            <a:xfrm>
              <a:off x="9958051" y="5764611"/>
              <a:ext cx="177800" cy="492759"/>
            </a:xfrm>
            <a:prstGeom prst="rect">
              <a:avLst/>
            </a:prstGeom>
          </p:spPr>
          <p:txBody>
            <a:bodyPr vert="horz" wrap="square" lIns="0" tIns="14605" rIns="0" bIns="0" rtlCol="0">
              <a:spAutoFit/>
            </a:bodyPr>
            <a:lstStyle/>
            <a:p>
              <a:pPr marL="12700">
                <a:lnSpc>
                  <a:spcPct val="100000"/>
                </a:lnSpc>
                <a:spcBef>
                  <a:spcPts val="115"/>
                </a:spcBef>
              </a:pPr>
              <a:r>
                <a:rPr sz="3050" i="1" spc="5" dirty="0">
                  <a:latin typeface="Times New Roman"/>
                  <a:cs typeface="Times New Roman"/>
                </a:rPr>
                <a:t>z</a:t>
              </a:r>
              <a:endParaRPr sz="3050">
                <a:latin typeface="Times New Roman"/>
                <a:cs typeface="Times New Roman"/>
              </a:endParaRPr>
            </a:p>
          </p:txBody>
        </p:sp>
        <p:sp>
          <p:nvSpPr>
            <p:cNvPr id="44" name="object 44">
              <a:extLst>
                <a:ext uri="{FF2B5EF4-FFF2-40B4-BE49-F238E27FC236}">
                  <a16:creationId xmlns:a16="http://schemas.microsoft.com/office/drawing/2014/main" id="{EF3911D8-0623-C422-6B15-ECAEC55BB1C0}"/>
                </a:ext>
              </a:extLst>
            </p:cNvPr>
            <p:cNvSpPr/>
            <p:nvPr/>
          </p:nvSpPr>
          <p:spPr>
            <a:xfrm>
              <a:off x="6445351" y="5601186"/>
              <a:ext cx="957580" cy="0"/>
            </a:xfrm>
            <a:custGeom>
              <a:avLst/>
              <a:gdLst/>
              <a:ahLst/>
              <a:cxnLst/>
              <a:rect l="l" t="t" r="r" b="b"/>
              <a:pathLst>
                <a:path w="957579">
                  <a:moveTo>
                    <a:pt x="0" y="0"/>
                  </a:moveTo>
                  <a:lnTo>
                    <a:pt x="957174" y="0"/>
                  </a:lnTo>
                </a:path>
              </a:pathLst>
            </a:custGeom>
            <a:ln w="15683">
              <a:solidFill>
                <a:srgbClr val="000000"/>
              </a:solidFill>
            </a:ln>
          </p:spPr>
          <p:txBody>
            <a:bodyPr wrap="square" lIns="0" tIns="0" rIns="0" bIns="0" rtlCol="0"/>
            <a:lstStyle/>
            <a:p>
              <a:endParaRPr/>
            </a:p>
          </p:txBody>
        </p:sp>
        <p:sp>
          <p:nvSpPr>
            <p:cNvPr id="45" name="object 45">
              <a:extLst>
                <a:ext uri="{FF2B5EF4-FFF2-40B4-BE49-F238E27FC236}">
                  <a16:creationId xmlns:a16="http://schemas.microsoft.com/office/drawing/2014/main" id="{461601D1-1DE3-3E4D-987F-3D20FD231A95}"/>
                </a:ext>
              </a:extLst>
            </p:cNvPr>
            <p:cNvSpPr txBox="1"/>
            <p:nvPr/>
          </p:nvSpPr>
          <p:spPr>
            <a:xfrm>
              <a:off x="6416873" y="5600575"/>
              <a:ext cx="931544" cy="476884"/>
            </a:xfrm>
            <a:prstGeom prst="rect">
              <a:avLst/>
            </a:prstGeom>
          </p:spPr>
          <p:txBody>
            <a:bodyPr vert="horz" wrap="square" lIns="0" tIns="13970" rIns="0" bIns="0" rtlCol="0">
              <a:spAutoFit/>
            </a:bodyPr>
            <a:lstStyle/>
            <a:p>
              <a:pPr marL="12700">
                <a:lnSpc>
                  <a:spcPct val="100000"/>
                </a:lnSpc>
                <a:spcBef>
                  <a:spcPts val="110"/>
                </a:spcBef>
              </a:pPr>
              <a:r>
                <a:rPr sz="2950" spc="125" dirty="0">
                  <a:latin typeface="Times New Roman"/>
                  <a:cs typeface="Times New Roman"/>
                </a:rPr>
                <a:t>1</a:t>
              </a:r>
              <a:r>
                <a:rPr sz="2950" spc="125" dirty="0">
                  <a:latin typeface="Symbol"/>
                  <a:cs typeface="Symbol"/>
                </a:rPr>
                <a:t></a:t>
              </a:r>
              <a:r>
                <a:rPr sz="2950" spc="-285" dirty="0">
                  <a:latin typeface="Times New Roman"/>
                  <a:cs typeface="Times New Roman"/>
                </a:rPr>
                <a:t> </a:t>
              </a:r>
              <a:r>
                <a:rPr sz="2950" i="1" spc="75" dirty="0">
                  <a:latin typeface="Times New Roman"/>
                  <a:cs typeface="Times New Roman"/>
                </a:rPr>
                <a:t>e</a:t>
              </a:r>
              <a:r>
                <a:rPr sz="2550" spc="112" baseline="44117" dirty="0">
                  <a:latin typeface="Symbol"/>
                  <a:cs typeface="Symbol"/>
                </a:rPr>
                <a:t></a:t>
              </a:r>
              <a:r>
                <a:rPr sz="2550" spc="-405" baseline="44117" dirty="0">
                  <a:latin typeface="Times New Roman"/>
                  <a:cs typeface="Times New Roman"/>
                </a:rPr>
                <a:t> </a:t>
              </a:r>
              <a:r>
                <a:rPr sz="2550" i="1" spc="7" baseline="44117" dirty="0">
                  <a:latin typeface="Times New Roman"/>
                  <a:cs typeface="Times New Roman"/>
                </a:rPr>
                <a:t>z</a:t>
              </a:r>
              <a:endParaRPr sz="2550" baseline="44117">
                <a:latin typeface="Times New Roman"/>
                <a:cs typeface="Times New Roman"/>
              </a:endParaRPr>
            </a:p>
          </p:txBody>
        </p:sp>
        <p:sp>
          <p:nvSpPr>
            <p:cNvPr id="46" name="object 46">
              <a:extLst>
                <a:ext uri="{FF2B5EF4-FFF2-40B4-BE49-F238E27FC236}">
                  <a16:creationId xmlns:a16="http://schemas.microsoft.com/office/drawing/2014/main" id="{D01DE036-9402-DE62-C602-71FE50D0B1AF}"/>
                </a:ext>
              </a:extLst>
            </p:cNvPr>
            <p:cNvSpPr txBox="1"/>
            <p:nvPr/>
          </p:nvSpPr>
          <p:spPr>
            <a:xfrm>
              <a:off x="6816700" y="5069072"/>
              <a:ext cx="214629" cy="476884"/>
            </a:xfrm>
            <a:prstGeom prst="rect">
              <a:avLst/>
            </a:prstGeom>
          </p:spPr>
          <p:txBody>
            <a:bodyPr vert="horz" wrap="square" lIns="0" tIns="13970" rIns="0" bIns="0" rtlCol="0">
              <a:spAutoFit/>
            </a:bodyPr>
            <a:lstStyle/>
            <a:p>
              <a:pPr marL="12700">
                <a:lnSpc>
                  <a:spcPct val="100000"/>
                </a:lnSpc>
                <a:spcBef>
                  <a:spcPts val="110"/>
                </a:spcBef>
              </a:pPr>
              <a:r>
                <a:rPr sz="2950" spc="5" dirty="0">
                  <a:latin typeface="Times New Roman"/>
                  <a:cs typeface="Times New Roman"/>
                </a:rPr>
                <a:t>1</a:t>
              </a:r>
              <a:endParaRPr sz="2950">
                <a:latin typeface="Times New Roman"/>
                <a:cs typeface="Times New Roman"/>
              </a:endParaRPr>
            </a:p>
          </p:txBody>
        </p:sp>
        <p:sp>
          <p:nvSpPr>
            <p:cNvPr id="47" name="object 47">
              <a:extLst>
                <a:ext uri="{FF2B5EF4-FFF2-40B4-BE49-F238E27FC236}">
                  <a16:creationId xmlns:a16="http://schemas.microsoft.com/office/drawing/2014/main" id="{F7A85F82-0083-C0EC-A86E-D435BE64AEA0}"/>
                </a:ext>
              </a:extLst>
            </p:cNvPr>
            <p:cNvSpPr txBox="1"/>
            <p:nvPr/>
          </p:nvSpPr>
          <p:spPr>
            <a:xfrm>
              <a:off x="5320742" y="5185890"/>
              <a:ext cx="1043940" cy="621665"/>
            </a:xfrm>
            <a:prstGeom prst="rect">
              <a:avLst/>
            </a:prstGeom>
          </p:spPr>
          <p:txBody>
            <a:bodyPr vert="horz" wrap="square" lIns="0" tIns="13970" rIns="0" bIns="0" rtlCol="0">
              <a:spAutoFit/>
            </a:bodyPr>
            <a:lstStyle/>
            <a:p>
              <a:pPr marL="12700">
                <a:lnSpc>
                  <a:spcPct val="100000"/>
                </a:lnSpc>
                <a:spcBef>
                  <a:spcPts val="110"/>
                </a:spcBef>
              </a:pPr>
              <a:r>
                <a:rPr sz="3100" i="1" spc="-120" dirty="0">
                  <a:latin typeface="Symbol"/>
                  <a:cs typeface="Symbol"/>
                </a:rPr>
                <a:t></a:t>
              </a:r>
              <a:r>
                <a:rPr sz="3900" spc="-120" dirty="0">
                  <a:latin typeface="Symbol"/>
                  <a:cs typeface="Symbol"/>
                </a:rPr>
                <a:t></a:t>
              </a:r>
              <a:r>
                <a:rPr sz="2950" i="1" spc="-120" dirty="0">
                  <a:latin typeface="Times New Roman"/>
                  <a:cs typeface="Times New Roman"/>
                </a:rPr>
                <a:t>z</a:t>
              </a:r>
              <a:r>
                <a:rPr sz="3900" spc="-120" dirty="0">
                  <a:latin typeface="Symbol"/>
                  <a:cs typeface="Symbol"/>
                </a:rPr>
                <a:t></a:t>
              </a:r>
              <a:r>
                <a:rPr sz="2950" spc="-120" dirty="0">
                  <a:latin typeface="Symbol"/>
                  <a:cs typeface="Symbol"/>
                </a:rPr>
                <a:t></a:t>
              </a:r>
              <a:endParaRPr sz="2950">
                <a:latin typeface="Symbol"/>
                <a:cs typeface="Symbol"/>
              </a:endParaRPr>
            </a:p>
          </p:txBody>
        </p:sp>
        <p:sp>
          <p:nvSpPr>
            <p:cNvPr id="48" name="object 48">
              <a:extLst>
                <a:ext uri="{FF2B5EF4-FFF2-40B4-BE49-F238E27FC236}">
                  <a16:creationId xmlns:a16="http://schemas.microsoft.com/office/drawing/2014/main" id="{E289F518-8C5D-FECF-30B7-E777926D2B28}"/>
                </a:ext>
              </a:extLst>
            </p:cNvPr>
            <p:cNvSpPr txBox="1"/>
            <p:nvPr/>
          </p:nvSpPr>
          <p:spPr>
            <a:xfrm>
              <a:off x="5412559" y="4540159"/>
              <a:ext cx="21602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Sigmoid</a:t>
              </a:r>
              <a:r>
                <a:rPr sz="2400" spc="-80" dirty="0">
                  <a:latin typeface="Calibri"/>
                  <a:cs typeface="Calibri"/>
                </a:rPr>
                <a:t> </a:t>
              </a:r>
              <a:r>
                <a:rPr lang="zh-CN" altLang="en-US" sz="2400" spc="-5" dirty="0">
                  <a:latin typeface="Calibri"/>
                  <a:cs typeface="Calibri"/>
                </a:rPr>
                <a:t>函数</a:t>
              </a:r>
              <a:endParaRPr sz="2400" dirty="0">
                <a:latin typeface="Calibri"/>
                <a:cs typeface="Calibri"/>
              </a:endParaRPr>
            </a:p>
          </p:txBody>
        </p:sp>
      </p:grpSp>
      <p:sp>
        <p:nvSpPr>
          <p:cNvPr id="49" name="object 49">
            <a:extLst>
              <a:ext uri="{FF2B5EF4-FFF2-40B4-BE49-F238E27FC236}">
                <a16:creationId xmlns:a16="http://schemas.microsoft.com/office/drawing/2014/main" id="{17DAA75C-736F-8161-7B82-39C5FAA6C00B}"/>
              </a:ext>
            </a:extLst>
          </p:cNvPr>
          <p:cNvSpPr/>
          <p:nvPr/>
        </p:nvSpPr>
        <p:spPr>
          <a:xfrm>
            <a:off x="4313247" y="3300141"/>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7" y="43296"/>
                </a:lnTo>
                <a:lnTo>
                  <a:pt x="229830" y="79095"/>
                </a:lnTo>
                <a:lnTo>
                  <a:pt x="209738" y="128687"/>
                </a:lnTo>
                <a:lnTo>
                  <a:pt x="192468" y="184997"/>
                </a:lnTo>
                <a:lnTo>
                  <a:pt x="176257" y="240946"/>
                </a:lnTo>
                <a:lnTo>
                  <a:pt x="159340" y="289459"/>
                </a:lnTo>
                <a:lnTo>
                  <a:pt x="139954"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50" name="object 50">
            <a:extLst>
              <a:ext uri="{FF2B5EF4-FFF2-40B4-BE49-F238E27FC236}">
                <a16:creationId xmlns:a16="http://schemas.microsoft.com/office/drawing/2014/main" id="{5C13584E-74F4-9C0B-3C52-FFC156D7F9DF}"/>
              </a:ext>
            </a:extLst>
          </p:cNvPr>
          <p:cNvSpPr/>
          <p:nvPr/>
        </p:nvSpPr>
        <p:spPr>
          <a:xfrm>
            <a:off x="4294959" y="1712171"/>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5"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51" name="object 51">
            <a:extLst>
              <a:ext uri="{FF2B5EF4-FFF2-40B4-BE49-F238E27FC236}">
                <a16:creationId xmlns:a16="http://schemas.microsoft.com/office/drawing/2014/main" id="{9339F23A-2EF9-9C8B-76CE-1C9BDE7FA345}"/>
              </a:ext>
            </a:extLst>
          </p:cNvPr>
          <p:cNvSpPr/>
          <p:nvPr/>
        </p:nvSpPr>
        <p:spPr>
          <a:xfrm>
            <a:off x="6524570" y="1722839"/>
            <a:ext cx="469900" cy="353695"/>
          </a:xfrm>
          <a:custGeom>
            <a:avLst/>
            <a:gdLst/>
            <a:ahLst/>
            <a:cxnLst/>
            <a:rect l="l" t="t" r="r" b="b"/>
            <a:pathLst>
              <a:path w="469900" h="353694">
                <a:moveTo>
                  <a:pt x="469391"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52" name="object 52">
            <a:extLst>
              <a:ext uri="{FF2B5EF4-FFF2-40B4-BE49-F238E27FC236}">
                <a16:creationId xmlns:a16="http://schemas.microsoft.com/office/drawing/2014/main" id="{D473CEA5-2F6D-B48E-A8C8-0BCA17A3B814}"/>
              </a:ext>
            </a:extLst>
          </p:cNvPr>
          <p:cNvSpPr/>
          <p:nvPr/>
        </p:nvSpPr>
        <p:spPr>
          <a:xfrm>
            <a:off x="6539811" y="3245277"/>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8" y="43296"/>
                </a:lnTo>
                <a:lnTo>
                  <a:pt x="229830" y="79095"/>
                </a:lnTo>
                <a:lnTo>
                  <a:pt x="209738" y="128687"/>
                </a:lnTo>
                <a:lnTo>
                  <a:pt x="192468" y="184997"/>
                </a:lnTo>
                <a:lnTo>
                  <a:pt x="176257" y="240946"/>
                </a:lnTo>
                <a:lnTo>
                  <a:pt x="159340" y="289459"/>
                </a:lnTo>
                <a:lnTo>
                  <a:pt x="139953"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53" name="object 53">
            <a:extLst>
              <a:ext uri="{FF2B5EF4-FFF2-40B4-BE49-F238E27FC236}">
                <a16:creationId xmlns:a16="http://schemas.microsoft.com/office/drawing/2014/main" id="{DC62DF47-3D9D-C3AE-A102-7EBFA85F04A3}"/>
              </a:ext>
            </a:extLst>
          </p:cNvPr>
          <p:cNvSpPr/>
          <p:nvPr/>
        </p:nvSpPr>
        <p:spPr>
          <a:xfrm>
            <a:off x="8673411" y="1661879"/>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54" name="object 54">
            <a:extLst>
              <a:ext uri="{FF2B5EF4-FFF2-40B4-BE49-F238E27FC236}">
                <a16:creationId xmlns:a16="http://schemas.microsoft.com/office/drawing/2014/main" id="{AF3A3E1A-A4CE-C10D-6273-FD447D415008}"/>
              </a:ext>
            </a:extLst>
          </p:cNvPr>
          <p:cNvSpPr/>
          <p:nvPr/>
        </p:nvSpPr>
        <p:spPr>
          <a:xfrm>
            <a:off x="8720654" y="3278804"/>
            <a:ext cx="469900" cy="354965"/>
          </a:xfrm>
          <a:custGeom>
            <a:avLst/>
            <a:gdLst/>
            <a:ahLst/>
            <a:cxnLst/>
            <a:rect l="l" t="t" r="r" b="b"/>
            <a:pathLst>
              <a:path w="469900" h="354964">
                <a:moveTo>
                  <a:pt x="469392" y="5069"/>
                </a:moveTo>
                <a:lnTo>
                  <a:pt x="421373" y="1071"/>
                </a:lnTo>
                <a:lnTo>
                  <a:pt x="374593" y="0"/>
                </a:lnTo>
                <a:lnTo>
                  <a:pt x="330256" y="4749"/>
                </a:lnTo>
                <a:lnTo>
                  <a:pt x="289572" y="18216"/>
                </a:lnTo>
                <a:lnTo>
                  <a:pt x="253746" y="43296"/>
                </a:lnTo>
                <a:lnTo>
                  <a:pt x="229131" y="79095"/>
                </a:lnTo>
                <a:lnTo>
                  <a:pt x="209103" y="128687"/>
                </a:lnTo>
                <a:lnTo>
                  <a:pt x="191897" y="184997"/>
                </a:lnTo>
                <a:lnTo>
                  <a:pt x="175749" y="240946"/>
                </a:lnTo>
                <a:lnTo>
                  <a:pt x="158895" y="289459"/>
                </a:lnTo>
                <a:lnTo>
                  <a:pt x="139573" y="323458"/>
                </a:lnTo>
                <a:lnTo>
                  <a:pt x="106763" y="348606"/>
                </a:lnTo>
                <a:lnTo>
                  <a:pt x="72167" y="354907"/>
                </a:lnTo>
                <a:lnTo>
                  <a:pt x="36381" y="348658"/>
                </a:lnTo>
                <a:lnTo>
                  <a:pt x="0" y="336158"/>
                </a:lnTo>
              </a:path>
            </a:pathLst>
          </a:custGeom>
          <a:ln w="28956">
            <a:solidFill>
              <a:srgbClr val="000000"/>
            </a:solidFill>
          </a:ln>
        </p:spPr>
        <p:txBody>
          <a:bodyPr wrap="square" lIns="0" tIns="0" rIns="0" bIns="0" rtlCol="0"/>
          <a:lstStyle/>
          <a:p>
            <a:endParaRPr/>
          </a:p>
        </p:txBody>
      </p:sp>
      <p:sp>
        <p:nvSpPr>
          <p:cNvPr id="55" name="object 55">
            <a:extLst>
              <a:ext uri="{FF2B5EF4-FFF2-40B4-BE49-F238E27FC236}">
                <a16:creationId xmlns:a16="http://schemas.microsoft.com/office/drawing/2014/main" id="{4968AC64-3E87-909E-C5F3-B63BD3F5509E}"/>
              </a:ext>
            </a:extLst>
          </p:cNvPr>
          <p:cNvSpPr txBox="1"/>
          <p:nvPr/>
        </p:nvSpPr>
        <p:spPr>
          <a:xfrm>
            <a:off x="2250513" y="3363249"/>
            <a:ext cx="342900" cy="342900"/>
          </a:xfrm>
          <a:prstGeom prst="rect">
            <a:avLst/>
          </a:prstGeom>
          <a:ln w="6095">
            <a:solidFill>
              <a:srgbClr val="FFC000"/>
            </a:solidFill>
          </a:ln>
        </p:spPr>
        <p:txBody>
          <a:bodyPr vert="horz" wrap="square" lIns="0" tIns="0" rIns="0" bIns="0" rtlCol="0">
            <a:spAutoFit/>
          </a:bodyPr>
          <a:lstStyle/>
          <a:p>
            <a:pPr marL="58419">
              <a:lnSpc>
                <a:spcPts val="2655"/>
              </a:lnSpc>
            </a:pPr>
            <a:r>
              <a:rPr sz="2400" spc="-5" dirty="0">
                <a:solidFill>
                  <a:srgbClr val="0000FF"/>
                </a:solidFill>
                <a:latin typeface="Calibri"/>
                <a:cs typeface="Calibri"/>
              </a:rPr>
              <a:t>-1</a:t>
            </a:r>
            <a:endParaRPr sz="2400">
              <a:latin typeface="Calibri"/>
              <a:cs typeface="Calibri"/>
            </a:endParaRPr>
          </a:p>
        </p:txBody>
      </p:sp>
      <p:sp>
        <p:nvSpPr>
          <p:cNvPr id="56" name="object 56">
            <a:extLst>
              <a:ext uri="{FF2B5EF4-FFF2-40B4-BE49-F238E27FC236}">
                <a16:creationId xmlns:a16="http://schemas.microsoft.com/office/drawing/2014/main" id="{57BA7433-504B-5C16-6A5D-3BB3F419046A}"/>
              </a:ext>
            </a:extLst>
          </p:cNvPr>
          <p:cNvSpPr txBox="1"/>
          <p:nvPr/>
        </p:nvSpPr>
        <p:spPr>
          <a:xfrm>
            <a:off x="3321631" y="1437041"/>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57" name="object 57">
            <a:extLst>
              <a:ext uri="{FF2B5EF4-FFF2-40B4-BE49-F238E27FC236}">
                <a16:creationId xmlns:a16="http://schemas.microsoft.com/office/drawing/2014/main" id="{C1B25219-7A5F-4935-040A-5786DA73B896}"/>
              </a:ext>
            </a:extLst>
          </p:cNvPr>
          <p:cNvSpPr txBox="1"/>
          <p:nvPr/>
        </p:nvSpPr>
        <p:spPr>
          <a:xfrm>
            <a:off x="2374668" y="1722029"/>
            <a:ext cx="1391285" cy="694690"/>
          </a:xfrm>
          <a:prstGeom prst="rect">
            <a:avLst/>
          </a:prstGeom>
        </p:spPr>
        <p:txBody>
          <a:bodyPr vert="horz" wrap="square" lIns="0" tIns="12700" rIns="0" bIns="0" rtlCol="0">
            <a:spAutoFit/>
          </a:bodyPr>
          <a:lstStyle/>
          <a:p>
            <a:pPr marL="12700">
              <a:lnSpc>
                <a:spcPts val="2635"/>
              </a:lnSpc>
              <a:spcBef>
                <a:spcPts val="100"/>
              </a:spcBef>
            </a:pPr>
            <a:r>
              <a:rPr sz="2400" dirty="0">
                <a:solidFill>
                  <a:srgbClr val="0000FF"/>
                </a:solidFill>
                <a:latin typeface="Calibri"/>
                <a:cs typeface="Calibri"/>
              </a:rPr>
              <a:t>1</a:t>
            </a:r>
            <a:endParaRPr sz="2400">
              <a:latin typeface="Calibri"/>
              <a:cs typeface="Calibri"/>
            </a:endParaRPr>
          </a:p>
          <a:p>
            <a:pPr marR="5080" algn="r">
              <a:lnSpc>
                <a:spcPts val="2635"/>
              </a:lnSpc>
            </a:pPr>
            <a:r>
              <a:rPr sz="2400" spc="-5" dirty="0">
                <a:latin typeface="Calibri"/>
                <a:cs typeface="Calibri"/>
              </a:rPr>
              <a:t>-</a:t>
            </a:r>
            <a:r>
              <a:rPr sz="2400" dirty="0">
                <a:latin typeface="Calibri"/>
                <a:cs typeface="Calibri"/>
              </a:rPr>
              <a:t>2</a:t>
            </a:r>
            <a:endParaRPr sz="2400">
              <a:latin typeface="Calibri"/>
              <a:cs typeface="Calibri"/>
            </a:endParaRPr>
          </a:p>
        </p:txBody>
      </p:sp>
      <p:sp>
        <p:nvSpPr>
          <p:cNvPr id="58" name="object 58">
            <a:extLst>
              <a:ext uri="{FF2B5EF4-FFF2-40B4-BE49-F238E27FC236}">
                <a16:creationId xmlns:a16="http://schemas.microsoft.com/office/drawing/2014/main" id="{3287F8BD-34D4-193D-CD47-90F848679065}"/>
              </a:ext>
            </a:extLst>
          </p:cNvPr>
          <p:cNvSpPr txBox="1"/>
          <p:nvPr/>
        </p:nvSpPr>
        <p:spPr>
          <a:xfrm>
            <a:off x="3373828" y="3542523"/>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59" name="object 59">
            <a:extLst>
              <a:ext uri="{FF2B5EF4-FFF2-40B4-BE49-F238E27FC236}">
                <a16:creationId xmlns:a16="http://schemas.microsoft.com/office/drawing/2014/main" id="{DB0D87B1-8BD6-9584-9915-22CA2D2427F0}"/>
              </a:ext>
            </a:extLst>
          </p:cNvPr>
          <p:cNvSpPr txBox="1"/>
          <p:nvPr/>
        </p:nvSpPr>
        <p:spPr>
          <a:xfrm>
            <a:off x="3478984" y="2972598"/>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60" name="object 60">
            <a:extLst>
              <a:ext uri="{FF2B5EF4-FFF2-40B4-BE49-F238E27FC236}">
                <a16:creationId xmlns:a16="http://schemas.microsoft.com/office/drawing/2014/main" id="{DAADF680-87C3-CD77-451F-64F9966A61E2}"/>
              </a:ext>
            </a:extLst>
          </p:cNvPr>
          <p:cNvSpPr/>
          <p:nvPr/>
        </p:nvSpPr>
        <p:spPr>
          <a:xfrm>
            <a:off x="4192088" y="2004604"/>
            <a:ext cx="78105" cy="384175"/>
          </a:xfrm>
          <a:custGeom>
            <a:avLst/>
            <a:gdLst/>
            <a:ahLst/>
            <a:cxnLst/>
            <a:rect l="l" t="t" r="r" b="b"/>
            <a:pathLst>
              <a:path w="78105" h="384175">
                <a:moveTo>
                  <a:pt x="51815" y="64769"/>
                </a:moveTo>
                <a:lnTo>
                  <a:pt x="25907" y="64769"/>
                </a:lnTo>
                <a:lnTo>
                  <a:pt x="25907" y="384175"/>
                </a:lnTo>
                <a:lnTo>
                  <a:pt x="51815" y="384175"/>
                </a:lnTo>
                <a:lnTo>
                  <a:pt x="51815" y="64769"/>
                </a:lnTo>
                <a:close/>
              </a:path>
              <a:path w="78105" h="384175">
                <a:moveTo>
                  <a:pt x="38862" y="0"/>
                </a:moveTo>
                <a:lnTo>
                  <a:pt x="0" y="77724"/>
                </a:lnTo>
                <a:lnTo>
                  <a:pt x="25907" y="77724"/>
                </a:lnTo>
                <a:lnTo>
                  <a:pt x="25907" y="64769"/>
                </a:lnTo>
                <a:lnTo>
                  <a:pt x="71246" y="64769"/>
                </a:lnTo>
                <a:lnTo>
                  <a:pt x="38862" y="0"/>
                </a:lnTo>
                <a:close/>
              </a:path>
              <a:path w="78105" h="384175">
                <a:moveTo>
                  <a:pt x="71246" y="64769"/>
                </a:moveTo>
                <a:lnTo>
                  <a:pt x="51815" y="64769"/>
                </a:lnTo>
                <a:lnTo>
                  <a:pt x="51815" y="77724"/>
                </a:lnTo>
                <a:lnTo>
                  <a:pt x="77724" y="77724"/>
                </a:lnTo>
                <a:lnTo>
                  <a:pt x="71246" y="64769"/>
                </a:lnTo>
                <a:close/>
              </a:path>
            </a:pathLst>
          </a:custGeom>
          <a:solidFill>
            <a:srgbClr val="000000"/>
          </a:solidFill>
        </p:spPr>
        <p:txBody>
          <a:bodyPr wrap="square" lIns="0" tIns="0" rIns="0" bIns="0" rtlCol="0"/>
          <a:lstStyle/>
          <a:p>
            <a:endParaRPr/>
          </a:p>
        </p:txBody>
      </p:sp>
      <p:sp>
        <p:nvSpPr>
          <p:cNvPr id="61" name="object 61">
            <a:extLst>
              <a:ext uri="{FF2B5EF4-FFF2-40B4-BE49-F238E27FC236}">
                <a16:creationId xmlns:a16="http://schemas.microsoft.com/office/drawing/2014/main" id="{AADFFA9E-53A3-CF7B-D82E-EA267901F2FF}"/>
              </a:ext>
            </a:extLst>
          </p:cNvPr>
          <p:cNvSpPr txBox="1"/>
          <p:nvPr/>
        </p:nvSpPr>
        <p:spPr>
          <a:xfrm>
            <a:off x="4003113" y="2387889"/>
            <a:ext cx="459105" cy="448309"/>
          </a:xfrm>
          <a:prstGeom prst="rect">
            <a:avLst/>
          </a:prstGeom>
          <a:solidFill>
            <a:srgbClr val="E1EFD9"/>
          </a:solidFill>
          <a:ln w="6096">
            <a:solidFill>
              <a:srgbClr val="00AF50"/>
            </a:solidFill>
          </a:ln>
        </p:spPr>
        <p:txBody>
          <a:bodyPr vert="horz" wrap="square" lIns="0" tIns="13335" rIns="0" bIns="0" rtlCol="0">
            <a:spAutoFit/>
          </a:bodyPr>
          <a:lstStyle/>
          <a:p>
            <a:pPr marL="167005">
              <a:lnSpc>
                <a:spcPct val="100000"/>
              </a:lnSpc>
              <a:spcBef>
                <a:spcPts val="105"/>
              </a:spcBef>
            </a:pPr>
            <a:r>
              <a:rPr sz="2400" dirty="0">
                <a:latin typeface="Calibri"/>
                <a:cs typeface="Calibri"/>
              </a:rPr>
              <a:t>1</a:t>
            </a:r>
            <a:endParaRPr sz="2400">
              <a:latin typeface="Calibri"/>
              <a:cs typeface="Calibri"/>
            </a:endParaRPr>
          </a:p>
        </p:txBody>
      </p:sp>
      <p:sp>
        <p:nvSpPr>
          <p:cNvPr id="62" name="object 62">
            <a:extLst>
              <a:ext uri="{FF2B5EF4-FFF2-40B4-BE49-F238E27FC236}">
                <a16:creationId xmlns:a16="http://schemas.microsoft.com/office/drawing/2014/main" id="{F346BAAB-607F-D83F-8F6E-F4C30EE1E395}"/>
              </a:ext>
            </a:extLst>
          </p:cNvPr>
          <p:cNvSpPr/>
          <p:nvPr/>
        </p:nvSpPr>
        <p:spPr>
          <a:xfrm>
            <a:off x="4202757" y="3554512"/>
            <a:ext cx="78105" cy="384175"/>
          </a:xfrm>
          <a:custGeom>
            <a:avLst/>
            <a:gdLst/>
            <a:ahLst/>
            <a:cxnLst/>
            <a:rect l="l" t="t" r="r" b="b"/>
            <a:pathLst>
              <a:path w="78105" h="384175">
                <a:moveTo>
                  <a:pt x="51815" y="64770"/>
                </a:moveTo>
                <a:lnTo>
                  <a:pt x="25907" y="64770"/>
                </a:lnTo>
                <a:lnTo>
                  <a:pt x="25907" y="384175"/>
                </a:lnTo>
                <a:lnTo>
                  <a:pt x="51815" y="384175"/>
                </a:lnTo>
                <a:lnTo>
                  <a:pt x="51815" y="64770"/>
                </a:lnTo>
                <a:close/>
              </a:path>
              <a:path w="78105" h="384175">
                <a:moveTo>
                  <a:pt x="38862" y="0"/>
                </a:moveTo>
                <a:lnTo>
                  <a:pt x="0" y="77724"/>
                </a:lnTo>
                <a:lnTo>
                  <a:pt x="25907" y="77724"/>
                </a:lnTo>
                <a:lnTo>
                  <a:pt x="25907" y="64770"/>
                </a:lnTo>
                <a:lnTo>
                  <a:pt x="71247" y="64770"/>
                </a:lnTo>
                <a:lnTo>
                  <a:pt x="38862" y="0"/>
                </a:lnTo>
                <a:close/>
              </a:path>
              <a:path w="78105"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63" name="object 63">
            <a:extLst>
              <a:ext uri="{FF2B5EF4-FFF2-40B4-BE49-F238E27FC236}">
                <a16:creationId xmlns:a16="http://schemas.microsoft.com/office/drawing/2014/main" id="{35A75108-853C-26B5-A787-210241F0B0C1}"/>
              </a:ext>
            </a:extLst>
          </p:cNvPr>
          <p:cNvSpPr txBox="1"/>
          <p:nvPr/>
        </p:nvSpPr>
        <p:spPr>
          <a:xfrm>
            <a:off x="4013781" y="3936274"/>
            <a:ext cx="457200" cy="449580"/>
          </a:xfrm>
          <a:prstGeom prst="rect">
            <a:avLst/>
          </a:prstGeom>
          <a:solidFill>
            <a:srgbClr val="E1EFD9"/>
          </a:solidFill>
          <a:ln w="6096">
            <a:solidFill>
              <a:srgbClr val="00AF50"/>
            </a:solidFill>
          </a:ln>
        </p:spPr>
        <p:txBody>
          <a:bodyPr vert="horz" wrap="square" lIns="0" tIns="20955" rIns="0" bIns="0" rtlCol="0">
            <a:spAutoFit/>
          </a:bodyPr>
          <a:lstStyle/>
          <a:p>
            <a:pPr marL="159385">
              <a:lnSpc>
                <a:spcPct val="100000"/>
              </a:lnSpc>
              <a:spcBef>
                <a:spcPts val="165"/>
              </a:spcBef>
            </a:pPr>
            <a:r>
              <a:rPr sz="2400" dirty="0">
                <a:latin typeface="Calibri"/>
                <a:cs typeface="Calibri"/>
              </a:rPr>
              <a:t>0</a:t>
            </a:r>
            <a:endParaRPr sz="2400">
              <a:latin typeface="Calibri"/>
              <a:cs typeface="Calibri"/>
            </a:endParaRPr>
          </a:p>
        </p:txBody>
      </p:sp>
      <p:sp>
        <p:nvSpPr>
          <p:cNvPr id="64" name="object 64">
            <a:extLst>
              <a:ext uri="{FF2B5EF4-FFF2-40B4-BE49-F238E27FC236}">
                <a16:creationId xmlns:a16="http://schemas.microsoft.com/office/drawing/2014/main" id="{789C6F17-93DE-6E8F-2F10-C9FAFD99C27F}"/>
              </a:ext>
            </a:extLst>
          </p:cNvPr>
          <p:cNvSpPr txBox="1"/>
          <p:nvPr/>
        </p:nvSpPr>
        <p:spPr>
          <a:xfrm>
            <a:off x="4068772" y="1384285"/>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alibri"/>
                <a:cs typeface="Calibri"/>
              </a:rPr>
              <a:t>4</a:t>
            </a:r>
            <a:endParaRPr sz="2400" dirty="0">
              <a:latin typeface="Calibri"/>
              <a:cs typeface="Calibri"/>
            </a:endParaRPr>
          </a:p>
        </p:txBody>
      </p:sp>
      <p:sp>
        <p:nvSpPr>
          <p:cNvPr id="65" name="object 65">
            <a:extLst>
              <a:ext uri="{FF2B5EF4-FFF2-40B4-BE49-F238E27FC236}">
                <a16:creationId xmlns:a16="http://schemas.microsoft.com/office/drawing/2014/main" id="{7148F00A-E559-BD05-80CC-D19E7860C34E}"/>
              </a:ext>
            </a:extLst>
          </p:cNvPr>
          <p:cNvSpPr txBox="1"/>
          <p:nvPr/>
        </p:nvSpPr>
        <p:spPr>
          <a:xfrm>
            <a:off x="4033973" y="2989107"/>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0000"/>
                </a:solidFill>
                <a:latin typeface="Calibri"/>
                <a:cs typeface="Calibri"/>
              </a:rPr>
              <a:t>-</a:t>
            </a:r>
            <a:r>
              <a:rPr sz="2400" dirty="0">
                <a:solidFill>
                  <a:srgbClr val="FF0000"/>
                </a:solidFill>
                <a:latin typeface="Calibri"/>
                <a:cs typeface="Calibri"/>
              </a:rPr>
              <a:t>2</a:t>
            </a:r>
            <a:endParaRPr sz="2400" dirty="0">
              <a:latin typeface="Calibri"/>
              <a:cs typeface="Calibri"/>
            </a:endParaRPr>
          </a:p>
        </p:txBody>
      </p:sp>
      <p:sp>
        <p:nvSpPr>
          <p:cNvPr id="67" name="object 67">
            <a:extLst>
              <a:ext uri="{FF2B5EF4-FFF2-40B4-BE49-F238E27FC236}">
                <a16:creationId xmlns:a16="http://schemas.microsoft.com/office/drawing/2014/main" id="{BD4E0639-39C0-715E-6390-A7E75AF9C442}"/>
              </a:ext>
            </a:extLst>
          </p:cNvPr>
          <p:cNvSpPr/>
          <p:nvPr/>
        </p:nvSpPr>
        <p:spPr>
          <a:xfrm>
            <a:off x="4536513" y="1246414"/>
            <a:ext cx="1022604" cy="758951"/>
          </a:xfrm>
          <a:prstGeom prst="rect">
            <a:avLst/>
          </a:prstGeom>
          <a:blipFill>
            <a:blip r:embed="rId11" cstate="print"/>
            <a:stretch>
              <a:fillRect/>
            </a:stretch>
          </a:blipFill>
        </p:spPr>
        <p:txBody>
          <a:bodyPr wrap="square" lIns="0" tIns="0" rIns="0" bIns="0" rtlCol="0"/>
          <a:lstStyle/>
          <a:p>
            <a:endParaRPr/>
          </a:p>
        </p:txBody>
      </p:sp>
      <p:grpSp>
        <p:nvGrpSpPr>
          <p:cNvPr id="85" name="组合 84">
            <a:extLst>
              <a:ext uri="{FF2B5EF4-FFF2-40B4-BE49-F238E27FC236}">
                <a16:creationId xmlns:a16="http://schemas.microsoft.com/office/drawing/2014/main" id="{8C1F475B-F54F-616A-18C7-8AB668FDB8A7}"/>
              </a:ext>
            </a:extLst>
          </p:cNvPr>
          <p:cNvGrpSpPr/>
          <p:nvPr/>
        </p:nvGrpSpPr>
        <p:grpSpPr>
          <a:xfrm>
            <a:off x="4582232" y="1292134"/>
            <a:ext cx="931163" cy="579120"/>
            <a:chOff x="4582232" y="1292134"/>
            <a:chExt cx="931163" cy="579120"/>
          </a:xfrm>
        </p:grpSpPr>
        <p:sp>
          <p:nvSpPr>
            <p:cNvPr id="66" name="object 66">
              <a:extLst>
                <a:ext uri="{FF2B5EF4-FFF2-40B4-BE49-F238E27FC236}">
                  <a16:creationId xmlns:a16="http://schemas.microsoft.com/office/drawing/2014/main" id="{CA59A30D-4AC3-A48E-0FE4-01FEC70A93B0}"/>
                </a:ext>
              </a:extLst>
            </p:cNvPr>
            <p:cNvSpPr/>
            <p:nvPr/>
          </p:nvSpPr>
          <p:spPr>
            <a:xfrm>
              <a:off x="4582232" y="1292134"/>
              <a:ext cx="931163" cy="579120"/>
            </a:xfrm>
            <a:prstGeom prst="rect">
              <a:avLst/>
            </a:prstGeom>
            <a:blipFill>
              <a:blip r:embed="rId12" cstate="print"/>
              <a:stretch>
                <a:fillRect/>
              </a:stretch>
            </a:blipFill>
          </p:spPr>
          <p:txBody>
            <a:bodyPr wrap="square" lIns="0" tIns="0" rIns="0" bIns="0" rtlCol="0"/>
            <a:lstStyle/>
            <a:p>
              <a:endParaRPr/>
            </a:p>
          </p:txBody>
        </p:sp>
        <p:sp>
          <p:nvSpPr>
            <p:cNvPr id="68" name="object 68">
              <a:extLst>
                <a:ext uri="{FF2B5EF4-FFF2-40B4-BE49-F238E27FC236}">
                  <a16:creationId xmlns:a16="http://schemas.microsoft.com/office/drawing/2014/main" id="{917000A1-FE4F-F16A-5595-99890D22F316}"/>
                </a:ext>
              </a:extLst>
            </p:cNvPr>
            <p:cNvSpPr/>
            <p:nvPr/>
          </p:nvSpPr>
          <p:spPr>
            <a:xfrm>
              <a:off x="4641669" y="1331758"/>
              <a:ext cx="812291" cy="461772"/>
            </a:xfrm>
            <a:prstGeom prst="rect">
              <a:avLst/>
            </a:prstGeom>
            <a:blipFill>
              <a:blip r:embed="rId13" cstate="print"/>
              <a:stretch>
                <a:fillRect/>
              </a:stretch>
            </a:blipFill>
          </p:spPr>
          <p:txBody>
            <a:bodyPr wrap="square" lIns="0" tIns="0" rIns="0" bIns="0" rtlCol="0"/>
            <a:lstStyle/>
            <a:p>
              <a:endParaRPr/>
            </a:p>
          </p:txBody>
        </p:sp>
        <p:sp>
          <p:nvSpPr>
            <p:cNvPr id="69" name="object 69">
              <a:extLst>
                <a:ext uri="{FF2B5EF4-FFF2-40B4-BE49-F238E27FC236}">
                  <a16:creationId xmlns:a16="http://schemas.microsoft.com/office/drawing/2014/main" id="{7DB9F64D-1CA1-82E0-F76A-81E655EC3988}"/>
                </a:ext>
              </a:extLst>
            </p:cNvPr>
            <p:cNvSpPr txBox="1"/>
            <p:nvPr/>
          </p:nvSpPr>
          <p:spPr>
            <a:xfrm>
              <a:off x="4641669" y="1345855"/>
              <a:ext cx="812800" cy="391160"/>
            </a:xfrm>
            <a:prstGeom prst="rect">
              <a:avLst/>
            </a:prstGeom>
          </p:spPr>
          <p:txBody>
            <a:bodyPr vert="horz" wrap="square" lIns="0" tIns="12700" rIns="0" bIns="0" rtlCol="0">
              <a:spAutoFit/>
            </a:bodyPr>
            <a:lstStyle/>
            <a:p>
              <a:pPr marL="137160">
                <a:lnSpc>
                  <a:spcPct val="100000"/>
                </a:lnSpc>
                <a:spcBef>
                  <a:spcPts val="100"/>
                </a:spcBef>
              </a:pPr>
              <a:r>
                <a:rPr sz="2400" spc="-5" dirty="0">
                  <a:solidFill>
                    <a:srgbClr val="0000FF"/>
                  </a:solidFill>
                  <a:latin typeface="Calibri"/>
                  <a:cs typeface="Calibri"/>
                </a:rPr>
                <a:t>0.98</a:t>
              </a:r>
              <a:endParaRPr sz="2400" dirty="0">
                <a:latin typeface="Calibri"/>
                <a:cs typeface="Calibri"/>
              </a:endParaRPr>
            </a:p>
          </p:txBody>
        </p:sp>
      </p:grpSp>
      <p:sp>
        <p:nvSpPr>
          <p:cNvPr id="71" name="object 71">
            <a:extLst>
              <a:ext uri="{FF2B5EF4-FFF2-40B4-BE49-F238E27FC236}">
                <a16:creationId xmlns:a16="http://schemas.microsoft.com/office/drawing/2014/main" id="{4EE48A1D-4472-4D0B-AF78-E48A5C8802EB}"/>
              </a:ext>
            </a:extLst>
          </p:cNvPr>
          <p:cNvSpPr/>
          <p:nvPr/>
        </p:nvSpPr>
        <p:spPr>
          <a:xfrm>
            <a:off x="4559373" y="2851185"/>
            <a:ext cx="1022603" cy="758952"/>
          </a:xfrm>
          <a:prstGeom prst="rect">
            <a:avLst/>
          </a:prstGeom>
          <a:blipFill>
            <a:blip r:embed="rId14" cstate="print"/>
            <a:stretch>
              <a:fillRect/>
            </a:stretch>
          </a:blipFill>
        </p:spPr>
        <p:txBody>
          <a:bodyPr wrap="square" lIns="0" tIns="0" rIns="0" bIns="0" rtlCol="0"/>
          <a:lstStyle/>
          <a:p>
            <a:endParaRPr/>
          </a:p>
        </p:txBody>
      </p:sp>
      <p:grpSp>
        <p:nvGrpSpPr>
          <p:cNvPr id="84" name="组合 83">
            <a:extLst>
              <a:ext uri="{FF2B5EF4-FFF2-40B4-BE49-F238E27FC236}">
                <a16:creationId xmlns:a16="http://schemas.microsoft.com/office/drawing/2014/main" id="{1C667F2D-2888-C80B-B858-B4363C8A407A}"/>
              </a:ext>
            </a:extLst>
          </p:cNvPr>
          <p:cNvGrpSpPr/>
          <p:nvPr/>
        </p:nvGrpSpPr>
        <p:grpSpPr>
          <a:xfrm>
            <a:off x="4605092" y="2898429"/>
            <a:ext cx="929640" cy="579119"/>
            <a:chOff x="4605092" y="2898429"/>
            <a:chExt cx="929640" cy="579119"/>
          </a:xfrm>
        </p:grpSpPr>
        <p:sp>
          <p:nvSpPr>
            <p:cNvPr id="70" name="object 70">
              <a:extLst>
                <a:ext uri="{FF2B5EF4-FFF2-40B4-BE49-F238E27FC236}">
                  <a16:creationId xmlns:a16="http://schemas.microsoft.com/office/drawing/2014/main" id="{43ED2165-934B-9984-65AD-B3AA3F82B0CC}"/>
                </a:ext>
              </a:extLst>
            </p:cNvPr>
            <p:cNvSpPr/>
            <p:nvPr/>
          </p:nvSpPr>
          <p:spPr>
            <a:xfrm>
              <a:off x="4605092" y="2898429"/>
              <a:ext cx="929640" cy="579119"/>
            </a:xfrm>
            <a:prstGeom prst="rect">
              <a:avLst/>
            </a:prstGeom>
            <a:blipFill>
              <a:blip r:embed="rId15" cstate="print"/>
              <a:stretch>
                <a:fillRect/>
              </a:stretch>
            </a:blipFill>
          </p:spPr>
          <p:txBody>
            <a:bodyPr wrap="square" lIns="0" tIns="0" rIns="0" bIns="0" rtlCol="0"/>
            <a:lstStyle/>
            <a:p>
              <a:endParaRPr/>
            </a:p>
          </p:txBody>
        </p:sp>
        <p:sp>
          <p:nvSpPr>
            <p:cNvPr id="72" name="object 72">
              <a:extLst>
                <a:ext uri="{FF2B5EF4-FFF2-40B4-BE49-F238E27FC236}">
                  <a16:creationId xmlns:a16="http://schemas.microsoft.com/office/drawing/2014/main" id="{6821BF53-FD78-C060-FF64-1558E1328E64}"/>
                </a:ext>
              </a:extLst>
            </p:cNvPr>
            <p:cNvSpPr/>
            <p:nvPr/>
          </p:nvSpPr>
          <p:spPr>
            <a:xfrm>
              <a:off x="4664529" y="2938054"/>
              <a:ext cx="810768" cy="461771"/>
            </a:xfrm>
            <a:prstGeom prst="rect">
              <a:avLst/>
            </a:prstGeom>
            <a:blipFill>
              <a:blip r:embed="rId16" cstate="print"/>
              <a:stretch>
                <a:fillRect/>
              </a:stretch>
            </a:blipFill>
          </p:spPr>
          <p:txBody>
            <a:bodyPr wrap="square" lIns="0" tIns="0" rIns="0" bIns="0" rtlCol="0"/>
            <a:lstStyle/>
            <a:p>
              <a:endParaRPr/>
            </a:p>
          </p:txBody>
        </p:sp>
        <p:sp>
          <p:nvSpPr>
            <p:cNvPr id="73" name="object 73">
              <a:extLst>
                <a:ext uri="{FF2B5EF4-FFF2-40B4-BE49-F238E27FC236}">
                  <a16:creationId xmlns:a16="http://schemas.microsoft.com/office/drawing/2014/main" id="{99C12083-DFB8-FE3B-E7B0-32E9215586AF}"/>
                </a:ext>
              </a:extLst>
            </p:cNvPr>
            <p:cNvSpPr txBox="1"/>
            <p:nvPr/>
          </p:nvSpPr>
          <p:spPr>
            <a:xfrm>
              <a:off x="4664529" y="2951211"/>
              <a:ext cx="810895" cy="391795"/>
            </a:xfrm>
            <a:prstGeom prst="rect">
              <a:avLst/>
            </a:prstGeom>
          </p:spPr>
          <p:txBody>
            <a:bodyPr vert="horz" wrap="square" lIns="0" tIns="12700" rIns="0" bIns="0" rtlCol="0">
              <a:spAutoFit/>
            </a:bodyPr>
            <a:lstStyle/>
            <a:p>
              <a:pPr marL="137160">
                <a:lnSpc>
                  <a:spcPct val="100000"/>
                </a:lnSpc>
                <a:spcBef>
                  <a:spcPts val="100"/>
                </a:spcBef>
              </a:pPr>
              <a:r>
                <a:rPr sz="2400" spc="-10" dirty="0">
                  <a:solidFill>
                    <a:srgbClr val="0000FF"/>
                  </a:solidFill>
                  <a:latin typeface="Calibri"/>
                  <a:cs typeface="Calibri"/>
                </a:rPr>
                <a:t>0.12</a:t>
              </a:r>
              <a:endParaRPr sz="2400" dirty="0">
                <a:latin typeface="Calibri"/>
                <a:cs typeface="Calibri"/>
              </a:endParaRPr>
            </a:p>
          </p:txBody>
        </p:sp>
      </p:grpSp>
      <p:sp>
        <p:nvSpPr>
          <p:cNvPr id="74" name="object 74">
            <a:extLst>
              <a:ext uri="{FF2B5EF4-FFF2-40B4-BE49-F238E27FC236}">
                <a16:creationId xmlns:a16="http://schemas.microsoft.com/office/drawing/2014/main" id="{C65F167C-B6A5-1E8F-3219-D503603FB090}"/>
              </a:ext>
            </a:extLst>
          </p:cNvPr>
          <p:cNvSpPr/>
          <p:nvPr/>
        </p:nvSpPr>
        <p:spPr>
          <a:xfrm>
            <a:off x="6206817" y="2375698"/>
            <a:ext cx="459105" cy="448309"/>
          </a:xfrm>
          <a:custGeom>
            <a:avLst/>
            <a:gdLst/>
            <a:ahLst/>
            <a:cxnLst/>
            <a:rect l="l" t="t" r="r" b="b"/>
            <a:pathLst>
              <a:path w="459104" h="448310">
                <a:moveTo>
                  <a:pt x="0" y="448055"/>
                </a:moveTo>
                <a:lnTo>
                  <a:pt x="458724" y="448055"/>
                </a:lnTo>
                <a:lnTo>
                  <a:pt x="458724" y="0"/>
                </a:lnTo>
                <a:lnTo>
                  <a:pt x="0" y="0"/>
                </a:lnTo>
                <a:lnTo>
                  <a:pt x="0" y="448055"/>
                </a:lnTo>
                <a:close/>
              </a:path>
            </a:pathLst>
          </a:custGeom>
          <a:solidFill>
            <a:srgbClr val="E1EFD9"/>
          </a:solidFill>
        </p:spPr>
        <p:txBody>
          <a:bodyPr wrap="square" lIns="0" tIns="0" rIns="0" bIns="0" rtlCol="0"/>
          <a:lstStyle/>
          <a:p>
            <a:endParaRPr/>
          </a:p>
        </p:txBody>
      </p:sp>
      <p:sp>
        <p:nvSpPr>
          <p:cNvPr id="75" name="object 75">
            <a:extLst>
              <a:ext uri="{FF2B5EF4-FFF2-40B4-BE49-F238E27FC236}">
                <a16:creationId xmlns:a16="http://schemas.microsoft.com/office/drawing/2014/main" id="{1D4EBBA6-6C75-E20A-8BBF-FB334A28C617}"/>
              </a:ext>
            </a:extLst>
          </p:cNvPr>
          <p:cNvSpPr/>
          <p:nvPr/>
        </p:nvSpPr>
        <p:spPr>
          <a:xfrm>
            <a:off x="6206817" y="2375698"/>
            <a:ext cx="459105" cy="448309"/>
          </a:xfrm>
          <a:custGeom>
            <a:avLst/>
            <a:gdLst/>
            <a:ahLst/>
            <a:cxnLst/>
            <a:rect l="l" t="t" r="r" b="b"/>
            <a:pathLst>
              <a:path w="459104" h="448310">
                <a:moveTo>
                  <a:pt x="0" y="448055"/>
                </a:moveTo>
                <a:lnTo>
                  <a:pt x="458724" y="448055"/>
                </a:lnTo>
                <a:lnTo>
                  <a:pt x="458724" y="0"/>
                </a:lnTo>
                <a:lnTo>
                  <a:pt x="0" y="0"/>
                </a:lnTo>
                <a:lnTo>
                  <a:pt x="0" y="448055"/>
                </a:lnTo>
                <a:close/>
              </a:path>
            </a:pathLst>
          </a:custGeom>
          <a:ln w="6096">
            <a:solidFill>
              <a:srgbClr val="00AF50"/>
            </a:solidFill>
          </a:ln>
        </p:spPr>
        <p:txBody>
          <a:bodyPr wrap="square" lIns="0" tIns="0" rIns="0" bIns="0" rtlCol="0"/>
          <a:lstStyle/>
          <a:p>
            <a:endParaRPr/>
          </a:p>
        </p:txBody>
      </p:sp>
      <p:sp>
        <p:nvSpPr>
          <p:cNvPr id="76" name="object 76">
            <a:extLst>
              <a:ext uri="{FF2B5EF4-FFF2-40B4-BE49-F238E27FC236}">
                <a16:creationId xmlns:a16="http://schemas.microsoft.com/office/drawing/2014/main" id="{818BC4DC-98B9-24B7-8026-9B7E8C364386}"/>
              </a:ext>
            </a:extLst>
          </p:cNvPr>
          <p:cNvSpPr/>
          <p:nvPr/>
        </p:nvSpPr>
        <p:spPr>
          <a:xfrm>
            <a:off x="6395793" y="1992411"/>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7" name="object 77">
            <a:extLst>
              <a:ext uri="{FF2B5EF4-FFF2-40B4-BE49-F238E27FC236}">
                <a16:creationId xmlns:a16="http://schemas.microsoft.com/office/drawing/2014/main" id="{1A953C4B-2848-0896-6413-DCF939C8AAB1}"/>
              </a:ext>
            </a:extLst>
          </p:cNvPr>
          <p:cNvSpPr/>
          <p:nvPr/>
        </p:nvSpPr>
        <p:spPr>
          <a:xfrm>
            <a:off x="8384613" y="2371126"/>
            <a:ext cx="459105" cy="448309"/>
          </a:xfrm>
          <a:custGeom>
            <a:avLst/>
            <a:gdLst/>
            <a:ahLst/>
            <a:cxnLst/>
            <a:rect l="l" t="t" r="r" b="b"/>
            <a:pathLst>
              <a:path w="459104" h="448310">
                <a:moveTo>
                  <a:pt x="0" y="448055"/>
                </a:moveTo>
                <a:lnTo>
                  <a:pt x="458724" y="448055"/>
                </a:lnTo>
                <a:lnTo>
                  <a:pt x="458724" y="0"/>
                </a:lnTo>
                <a:lnTo>
                  <a:pt x="0" y="0"/>
                </a:lnTo>
                <a:lnTo>
                  <a:pt x="0" y="448055"/>
                </a:lnTo>
                <a:close/>
              </a:path>
            </a:pathLst>
          </a:custGeom>
          <a:solidFill>
            <a:srgbClr val="E1EFD9"/>
          </a:solidFill>
        </p:spPr>
        <p:txBody>
          <a:bodyPr wrap="square" lIns="0" tIns="0" rIns="0" bIns="0" rtlCol="0"/>
          <a:lstStyle/>
          <a:p>
            <a:endParaRPr/>
          </a:p>
        </p:txBody>
      </p:sp>
      <p:sp>
        <p:nvSpPr>
          <p:cNvPr id="78" name="object 78">
            <a:extLst>
              <a:ext uri="{FF2B5EF4-FFF2-40B4-BE49-F238E27FC236}">
                <a16:creationId xmlns:a16="http://schemas.microsoft.com/office/drawing/2014/main" id="{6680C79D-21DA-886D-914D-181648549C81}"/>
              </a:ext>
            </a:extLst>
          </p:cNvPr>
          <p:cNvSpPr/>
          <p:nvPr/>
        </p:nvSpPr>
        <p:spPr>
          <a:xfrm>
            <a:off x="8384613" y="2371126"/>
            <a:ext cx="459105" cy="448309"/>
          </a:xfrm>
          <a:custGeom>
            <a:avLst/>
            <a:gdLst/>
            <a:ahLst/>
            <a:cxnLst/>
            <a:rect l="l" t="t" r="r" b="b"/>
            <a:pathLst>
              <a:path w="459104" h="448310">
                <a:moveTo>
                  <a:pt x="0" y="448055"/>
                </a:moveTo>
                <a:lnTo>
                  <a:pt x="458724" y="448055"/>
                </a:lnTo>
                <a:lnTo>
                  <a:pt x="458724" y="0"/>
                </a:lnTo>
                <a:lnTo>
                  <a:pt x="0" y="0"/>
                </a:lnTo>
                <a:lnTo>
                  <a:pt x="0" y="448055"/>
                </a:lnTo>
                <a:close/>
              </a:path>
            </a:pathLst>
          </a:custGeom>
          <a:ln w="6096">
            <a:solidFill>
              <a:srgbClr val="00AF50"/>
            </a:solidFill>
          </a:ln>
        </p:spPr>
        <p:txBody>
          <a:bodyPr wrap="square" lIns="0" tIns="0" rIns="0" bIns="0" rtlCol="0"/>
          <a:lstStyle/>
          <a:p>
            <a:endParaRPr/>
          </a:p>
        </p:txBody>
      </p:sp>
      <p:sp>
        <p:nvSpPr>
          <p:cNvPr id="79" name="object 79">
            <a:extLst>
              <a:ext uri="{FF2B5EF4-FFF2-40B4-BE49-F238E27FC236}">
                <a16:creationId xmlns:a16="http://schemas.microsoft.com/office/drawing/2014/main" id="{92000EE7-4BAA-4784-5417-38F04FD46AFF}"/>
              </a:ext>
            </a:extLst>
          </p:cNvPr>
          <p:cNvSpPr/>
          <p:nvPr/>
        </p:nvSpPr>
        <p:spPr>
          <a:xfrm>
            <a:off x="8573589" y="1987839"/>
            <a:ext cx="78105" cy="384175"/>
          </a:xfrm>
          <a:custGeom>
            <a:avLst/>
            <a:gdLst/>
            <a:ahLst/>
            <a:cxnLst/>
            <a:rect l="l" t="t" r="r" b="b"/>
            <a:pathLst>
              <a:path w="78104" h="384175">
                <a:moveTo>
                  <a:pt x="51816" y="64770"/>
                </a:moveTo>
                <a:lnTo>
                  <a:pt x="25908" y="64770"/>
                </a:lnTo>
                <a:lnTo>
                  <a:pt x="25908" y="384175"/>
                </a:lnTo>
                <a:lnTo>
                  <a:pt x="51816" y="384175"/>
                </a:lnTo>
                <a:lnTo>
                  <a:pt x="51816" y="64770"/>
                </a:lnTo>
                <a:close/>
              </a:path>
              <a:path w="78104" h="384175">
                <a:moveTo>
                  <a:pt x="38862" y="0"/>
                </a:moveTo>
                <a:lnTo>
                  <a:pt x="0" y="77724"/>
                </a:lnTo>
                <a:lnTo>
                  <a:pt x="25908" y="77724"/>
                </a:lnTo>
                <a:lnTo>
                  <a:pt x="25908" y="64770"/>
                </a:lnTo>
                <a:lnTo>
                  <a:pt x="71247" y="64770"/>
                </a:lnTo>
                <a:lnTo>
                  <a:pt x="38862" y="0"/>
                </a:lnTo>
                <a:close/>
              </a:path>
              <a:path w="78104" h="384175">
                <a:moveTo>
                  <a:pt x="71247" y="64770"/>
                </a:moveTo>
                <a:lnTo>
                  <a:pt x="51816" y="64770"/>
                </a:lnTo>
                <a:lnTo>
                  <a:pt x="51816" y="77724"/>
                </a:lnTo>
                <a:lnTo>
                  <a:pt x="77724" y="77724"/>
                </a:lnTo>
                <a:lnTo>
                  <a:pt x="71247" y="64770"/>
                </a:lnTo>
                <a:close/>
              </a:path>
            </a:pathLst>
          </a:custGeom>
          <a:solidFill>
            <a:srgbClr val="000000"/>
          </a:solidFill>
        </p:spPr>
        <p:txBody>
          <a:bodyPr wrap="square" lIns="0" tIns="0" rIns="0" bIns="0" rtlCol="0"/>
          <a:lstStyle/>
          <a:p>
            <a:endParaRPr/>
          </a:p>
        </p:txBody>
      </p:sp>
      <p:grpSp>
        <p:nvGrpSpPr>
          <p:cNvPr id="2" name="组合 1">
            <a:extLst>
              <a:ext uri="{FF2B5EF4-FFF2-40B4-BE49-F238E27FC236}">
                <a16:creationId xmlns:a16="http://schemas.microsoft.com/office/drawing/2014/main" id="{DE826E02-1850-8DEB-7129-2055373B51CA}"/>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C8877301-AE84-53E2-A54A-B4A6B91639AA}"/>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9" name="组合 38">
              <a:extLst>
                <a:ext uri="{FF2B5EF4-FFF2-40B4-BE49-F238E27FC236}">
                  <a16:creationId xmlns:a16="http://schemas.microsoft.com/office/drawing/2014/main" id="{7FFA3376-39D3-21C6-61D4-762CB8F2AE82}"/>
                </a:ext>
              </a:extLst>
            </p:cNvPr>
            <p:cNvGrpSpPr/>
            <p:nvPr/>
          </p:nvGrpSpPr>
          <p:grpSpPr>
            <a:xfrm>
              <a:off x="695400" y="260648"/>
              <a:ext cx="3672271" cy="1058822"/>
              <a:chOff x="623392" y="310880"/>
              <a:chExt cx="3672271" cy="1058822"/>
            </a:xfrm>
          </p:grpSpPr>
          <p:sp>
            <p:nvSpPr>
              <p:cNvPr id="81" name="文本框 80">
                <a:extLst>
                  <a:ext uri="{FF2B5EF4-FFF2-40B4-BE49-F238E27FC236}">
                    <a16:creationId xmlns:a16="http://schemas.microsoft.com/office/drawing/2014/main" id="{176DE33D-4601-FB0C-F4B6-9BC4552900B6}"/>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向前传播过程</a:t>
                </a:r>
              </a:p>
            </p:txBody>
          </p:sp>
          <p:cxnSp>
            <p:nvCxnSpPr>
              <p:cNvPr id="82" name="直接连接符 81">
                <a:extLst>
                  <a:ext uri="{FF2B5EF4-FFF2-40B4-BE49-F238E27FC236}">
                    <a16:creationId xmlns:a16="http://schemas.microsoft.com/office/drawing/2014/main" id="{E4E7DA64-D24A-D986-F6DD-830D68021FB5}"/>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83" name="文本框 82">
                <a:extLst>
                  <a:ext uri="{FF2B5EF4-FFF2-40B4-BE49-F238E27FC236}">
                    <a16:creationId xmlns:a16="http://schemas.microsoft.com/office/drawing/2014/main" id="{EF62B124-75BD-92FA-7FC2-25B3EC32E089}"/>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3973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a:extLst>
              <a:ext uri="{FF2B5EF4-FFF2-40B4-BE49-F238E27FC236}">
                <a16:creationId xmlns:a16="http://schemas.microsoft.com/office/drawing/2014/main" id="{10C2C91F-0806-C52A-E076-124777149785}"/>
              </a:ext>
            </a:extLst>
          </p:cNvPr>
          <p:cNvSpPr/>
          <p:nvPr/>
        </p:nvSpPr>
        <p:spPr>
          <a:xfrm>
            <a:off x="4327287" y="2846180"/>
            <a:ext cx="574548" cy="574548"/>
          </a:xfrm>
          <a:prstGeom prst="rect">
            <a:avLst/>
          </a:prstGeom>
          <a:blipFill>
            <a:blip r:embed="rId2" cstate="print"/>
            <a:stretch>
              <a:fillRect/>
            </a:stretch>
          </a:blipFill>
        </p:spPr>
        <p:txBody>
          <a:bodyPr wrap="square" lIns="0" tIns="0" rIns="0" bIns="0" rtlCol="0"/>
          <a:lstStyle/>
          <a:p>
            <a:endParaRPr/>
          </a:p>
        </p:txBody>
      </p:sp>
      <p:sp>
        <p:nvSpPr>
          <p:cNvPr id="7" name="object 7">
            <a:extLst>
              <a:ext uri="{FF2B5EF4-FFF2-40B4-BE49-F238E27FC236}">
                <a16:creationId xmlns:a16="http://schemas.microsoft.com/office/drawing/2014/main" id="{5B501BDB-D5E6-6A6A-F5F7-50F5217076B3}"/>
              </a:ext>
            </a:extLst>
          </p:cNvPr>
          <p:cNvSpPr/>
          <p:nvPr/>
        </p:nvSpPr>
        <p:spPr>
          <a:xfrm>
            <a:off x="4327287" y="2846180"/>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5B9BD4"/>
            </a:solidFill>
          </a:ln>
        </p:spPr>
        <p:txBody>
          <a:bodyPr wrap="square" lIns="0" tIns="0" rIns="0" bIns="0" rtlCol="0"/>
          <a:lstStyle/>
          <a:p>
            <a:endParaRPr/>
          </a:p>
        </p:txBody>
      </p:sp>
      <p:sp>
        <p:nvSpPr>
          <p:cNvPr id="8" name="object 8">
            <a:extLst>
              <a:ext uri="{FF2B5EF4-FFF2-40B4-BE49-F238E27FC236}">
                <a16:creationId xmlns:a16="http://schemas.microsoft.com/office/drawing/2014/main" id="{8E3ECE6C-D6C7-75D6-F439-EB251E22AA01}"/>
              </a:ext>
            </a:extLst>
          </p:cNvPr>
          <p:cNvSpPr/>
          <p:nvPr/>
        </p:nvSpPr>
        <p:spPr>
          <a:xfrm>
            <a:off x="4316620" y="4394565"/>
            <a:ext cx="573023" cy="574548"/>
          </a:xfrm>
          <a:prstGeom prst="rect">
            <a:avLst/>
          </a:prstGeom>
          <a:blipFill>
            <a:blip r:embed="rId3" cstate="print"/>
            <a:stretch>
              <a:fillRect/>
            </a:stretch>
          </a:blipFill>
        </p:spPr>
        <p:txBody>
          <a:bodyPr wrap="square" lIns="0" tIns="0" rIns="0" bIns="0" rtlCol="0"/>
          <a:lstStyle/>
          <a:p>
            <a:endParaRPr/>
          </a:p>
        </p:txBody>
      </p:sp>
      <p:sp>
        <p:nvSpPr>
          <p:cNvPr id="9" name="object 9">
            <a:extLst>
              <a:ext uri="{FF2B5EF4-FFF2-40B4-BE49-F238E27FC236}">
                <a16:creationId xmlns:a16="http://schemas.microsoft.com/office/drawing/2014/main" id="{E6CEF1F2-C472-871F-0F2E-193DA84C2AE5}"/>
              </a:ext>
            </a:extLst>
          </p:cNvPr>
          <p:cNvSpPr/>
          <p:nvPr/>
        </p:nvSpPr>
        <p:spPr>
          <a:xfrm>
            <a:off x="4316620" y="4394565"/>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3"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10" name="object 10">
            <a:extLst>
              <a:ext uri="{FF2B5EF4-FFF2-40B4-BE49-F238E27FC236}">
                <a16:creationId xmlns:a16="http://schemas.microsoft.com/office/drawing/2014/main" id="{7059686B-FD63-F70D-6693-AA03446D7817}"/>
              </a:ext>
            </a:extLst>
          </p:cNvPr>
          <p:cNvSpPr/>
          <p:nvPr/>
        </p:nvSpPr>
        <p:spPr>
          <a:xfrm>
            <a:off x="6530991" y="2815701"/>
            <a:ext cx="574548" cy="574548"/>
          </a:xfrm>
          <a:prstGeom prst="rect">
            <a:avLst/>
          </a:prstGeom>
          <a:blipFill>
            <a:blip r:embed="rId4" cstate="print"/>
            <a:stretch>
              <a:fillRect/>
            </a:stretch>
          </a:blipFill>
        </p:spPr>
        <p:txBody>
          <a:bodyPr wrap="square" lIns="0" tIns="0" rIns="0" bIns="0" rtlCol="0"/>
          <a:lstStyle/>
          <a:p>
            <a:endParaRPr/>
          </a:p>
        </p:txBody>
      </p:sp>
      <p:sp>
        <p:nvSpPr>
          <p:cNvPr id="11" name="object 11">
            <a:extLst>
              <a:ext uri="{FF2B5EF4-FFF2-40B4-BE49-F238E27FC236}">
                <a16:creationId xmlns:a16="http://schemas.microsoft.com/office/drawing/2014/main" id="{4E97530E-C8D3-FF3C-69BC-6A62402FC5C2}"/>
              </a:ext>
            </a:extLst>
          </p:cNvPr>
          <p:cNvSpPr/>
          <p:nvPr/>
        </p:nvSpPr>
        <p:spPr>
          <a:xfrm>
            <a:off x="6530991" y="2815701"/>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12" name="object 12">
            <a:extLst>
              <a:ext uri="{FF2B5EF4-FFF2-40B4-BE49-F238E27FC236}">
                <a16:creationId xmlns:a16="http://schemas.microsoft.com/office/drawing/2014/main" id="{E555301D-6848-1CA8-B8E1-D84022F996C0}"/>
              </a:ext>
            </a:extLst>
          </p:cNvPr>
          <p:cNvSpPr/>
          <p:nvPr/>
        </p:nvSpPr>
        <p:spPr>
          <a:xfrm>
            <a:off x="6549279" y="4388469"/>
            <a:ext cx="574548" cy="574547"/>
          </a:xfrm>
          <a:prstGeom prst="rect">
            <a:avLst/>
          </a:prstGeom>
          <a:blipFill>
            <a:blip r:embed="rId5" cstate="print"/>
            <a:stretch>
              <a:fillRect/>
            </a:stretch>
          </a:blipFill>
        </p:spPr>
        <p:txBody>
          <a:bodyPr wrap="square" lIns="0" tIns="0" rIns="0" bIns="0" rtlCol="0"/>
          <a:lstStyle/>
          <a:p>
            <a:endParaRPr/>
          </a:p>
        </p:txBody>
      </p:sp>
      <p:sp>
        <p:nvSpPr>
          <p:cNvPr id="13" name="object 13">
            <a:extLst>
              <a:ext uri="{FF2B5EF4-FFF2-40B4-BE49-F238E27FC236}">
                <a16:creationId xmlns:a16="http://schemas.microsoft.com/office/drawing/2014/main" id="{9636C354-2C95-3F1B-4B08-37039E15AEAD}"/>
              </a:ext>
            </a:extLst>
          </p:cNvPr>
          <p:cNvSpPr/>
          <p:nvPr/>
        </p:nvSpPr>
        <p:spPr>
          <a:xfrm>
            <a:off x="6549279" y="4388469"/>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14" name="object 14">
            <a:extLst>
              <a:ext uri="{FF2B5EF4-FFF2-40B4-BE49-F238E27FC236}">
                <a16:creationId xmlns:a16="http://schemas.microsoft.com/office/drawing/2014/main" id="{A358235B-CBC2-27DE-1A49-96923C460AB1}"/>
              </a:ext>
            </a:extLst>
          </p:cNvPr>
          <p:cNvSpPr/>
          <p:nvPr/>
        </p:nvSpPr>
        <p:spPr>
          <a:xfrm>
            <a:off x="8684404" y="2788269"/>
            <a:ext cx="574548" cy="574547"/>
          </a:xfrm>
          <a:prstGeom prst="rect">
            <a:avLst/>
          </a:prstGeom>
          <a:blipFill>
            <a:blip r:embed="rId6" cstate="print"/>
            <a:stretch>
              <a:fillRect/>
            </a:stretch>
          </a:blipFill>
        </p:spPr>
        <p:txBody>
          <a:bodyPr wrap="square" lIns="0" tIns="0" rIns="0" bIns="0" rtlCol="0"/>
          <a:lstStyle/>
          <a:p>
            <a:endParaRPr/>
          </a:p>
        </p:txBody>
      </p:sp>
      <p:sp>
        <p:nvSpPr>
          <p:cNvPr id="15" name="object 15">
            <a:extLst>
              <a:ext uri="{FF2B5EF4-FFF2-40B4-BE49-F238E27FC236}">
                <a16:creationId xmlns:a16="http://schemas.microsoft.com/office/drawing/2014/main" id="{68EFEBE5-75A4-FE6D-36B6-8C4B25BB55C5}"/>
              </a:ext>
            </a:extLst>
          </p:cNvPr>
          <p:cNvSpPr/>
          <p:nvPr/>
        </p:nvSpPr>
        <p:spPr>
          <a:xfrm>
            <a:off x="8684404" y="2788269"/>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16" name="object 16">
            <a:extLst>
              <a:ext uri="{FF2B5EF4-FFF2-40B4-BE49-F238E27FC236}">
                <a16:creationId xmlns:a16="http://schemas.microsoft.com/office/drawing/2014/main" id="{61CAD503-3414-F0A8-4C22-8CD50997A61A}"/>
              </a:ext>
            </a:extLst>
          </p:cNvPr>
          <p:cNvSpPr/>
          <p:nvPr/>
        </p:nvSpPr>
        <p:spPr>
          <a:xfrm>
            <a:off x="8725552" y="4388469"/>
            <a:ext cx="574548" cy="574547"/>
          </a:xfrm>
          <a:prstGeom prst="rect">
            <a:avLst/>
          </a:prstGeom>
          <a:blipFill>
            <a:blip r:embed="rId7" cstate="print"/>
            <a:stretch>
              <a:fillRect/>
            </a:stretch>
          </a:blipFill>
        </p:spPr>
        <p:txBody>
          <a:bodyPr wrap="square" lIns="0" tIns="0" rIns="0" bIns="0" rtlCol="0"/>
          <a:lstStyle/>
          <a:p>
            <a:endParaRPr/>
          </a:p>
        </p:txBody>
      </p:sp>
      <p:sp>
        <p:nvSpPr>
          <p:cNvPr id="17" name="object 17">
            <a:extLst>
              <a:ext uri="{FF2B5EF4-FFF2-40B4-BE49-F238E27FC236}">
                <a16:creationId xmlns:a16="http://schemas.microsoft.com/office/drawing/2014/main" id="{A50C0695-7BA8-542D-73B1-B74E45B91E09}"/>
              </a:ext>
            </a:extLst>
          </p:cNvPr>
          <p:cNvSpPr/>
          <p:nvPr/>
        </p:nvSpPr>
        <p:spPr>
          <a:xfrm>
            <a:off x="8725552" y="4388469"/>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18" name="object 18">
            <a:extLst>
              <a:ext uri="{FF2B5EF4-FFF2-40B4-BE49-F238E27FC236}">
                <a16:creationId xmlns:a16="http://schemas.microsoft.com/office/drawing/2014/main" id="{A87BB584-7525-388A-A594-AE8775BC9993}"/>
              </a:ext>
            </a:extLst>
          </p:cNvPr>
          <p:cNvSpPr/>
          <p:nvPr/>
        </p:nvSpPr>
        <p:spPr>
          <a:xfrm>
            <a:off x="2703415" y="3171554"/>
            <a:ext cx="1584325" cy="1594485"/>
          </a:xfrm>
          <a:custGeom>
            <a:avLst/>
            <a:gdLst/>
            <a:ahLst/>
            <a:cxnLst/>
            <a:rect l="l" t="t" r="r" b="b"/>
            <a:pathLst>
              <a:path w="1584325" h="1594485">
                <a:moveTo>
                  <a:pt x="1520185" y="45961"/>
                </a:moveTo>
                <a:lnTo>
                  <a:pt x="0" y="1576070"/>
                </a:lnTo>
                <a:lnTo>
                  <a:pt x="18389" y="1594358"/>
                </a:lnTo>
                <a:lnTo>
                  <a:pt x="1538579" y="64270"/>
                </a:lnTo>
                <a:lnTo>
                  <a:pt x="1520185" y="45961"/>
                </a:lnTo>
                <a:close/>
              </a:path>
              <a:path w="1584325" h="1594485">
                <a:moveTo>
                  <a:pt x="1571996" y="36830"/>
                </a:moveTo>
                <a:lnTo>
                  <a:pt x="1529257" y="36830"/>
                </a:lnTo>
                <a:lnTo>
                  <a:pt x="1547672" y="55118"/>
                </a:lnTo>
                <a:lnTo>
                  <a:pt x="1538579" y="64270"/>
                </a:lnTo>
                <a:lnTo>
                  <a:pt x="1556943" y="82550"/>
                </a:lnTo>
                <a:lnTo>
                  <a:pt x="1571996" y="36830"/>
                </a:lnTo>
                <a:close/>
              </a:path>
              <a:path w="1584325" h="1594485">
                <a:moveTo>
                  <a:pt x="1529257" y="36830"/>
                </a:moveTo>
                <a:lnTo>
                  <a:pt x="1520185" y="45961"/>
                </a:lnTo>
                <a:lnTo>
                  <a:pt x="1538579" y="64270"/>
                </a:lnTo>
                <a:lnTo>
                  <a:pt x="1547672" y="55118"/>
                </a:lnTo>
                <a:lnTo>
                  <a:pt x="1529257" y="36830"/>
                </a:lnTo>
                <a:close/>
              </a:path>
              <a:path w="1584325" h="1594485">
                <a:moveTo>
                  <a:pt x="1584121" y="0"/>
                </a:moveTo>
                <a:lnTo>
                  <a:pt x="1501825" y="27686"/>
                </a:lnTo>
                <a:lnTo>
                  <a:pt x="1520185" y="45961"/>
                </a:lnTo>
                <a:lnTo>
                  <a:pt x="1529257" y="36830"/>
                </a:lnTo>
                <a:lnTo>
                  <a:pt x="1571996" y="36830"/>
                </a:lnTo>
                <a:lnTo>
                  <a:pt x="1584121" y="0"/>
                </a:lnTo>
                <a:close/>
              </a:path>
            </a:pathLst>
          </a:custGeom>
          <a:solidFill>
            <a:srgbClr val="000000"/>
          </a:solidFill>
        </p:spPr>
        <p:txBody>
          <a:bodyPr wrap="square" lIns="0" tIns="0" rIns="0" bIns="0" rtlCol="0"/>
          <a:lstStyle/>
          <a:p>
            <a:endParaRPr/>
          </a:p>
        </p:txBody>
      </p:sp>
      <p:sp>
        <p:nvSpPr>
          <p:cNvPr id="19" name="object 19">
            <a:extLst>
              <a:ext uri="{FF2B5EF4-FFF2-40B4-BE49-F238E27FC236}">
                <a16:creationId xmlns:a16="http://schemas.microsoft.com/office/drawing/2014/main" id="{A626744F-9687-BFAD-0490-B2F28E7DE229}"/>
              </a:ext>
            </a:extLst>
          </p:cNvPr>
          <p:cNvSpPr/>
          <p:nvPr/>
        </p:nvSpPr>
        <p:spPr>
          <a:xfrm>
            <a:off x="2736803" y="3115294"/>
            <a:ext cx="1558290" cy="1617980"/>
          </a:xfrm>
          <a:custGeom>
            <a:avLst/>
            <a:gdLst/>
            <a:ahLst/>
            <a:cxnLst/>
            <a:rect l="l" t="t" r="r" b="b"/>
            <a:pathLst>
              <a:path w="1558289" h="1617979">
                <a:moveTo>
                  <a:pt x="1495006" y="1570922"/>
                </a:moveTo>
                <a:lnTo>
                  <a:pt x="1476311" y="1588896"/>
                </a:lnTo>
                <a:lnTo>
                  <a:pt x="1558226" y="1617979"/>
                </a:lnTo>
                <a:lnTo>
                  <a:pt x="1546442" y="1580260"/>
                </a:lnTo>
                <a:lnTo>
                  <a:pt x="1503997" y="1580260"/>
                </a:lnTo>
                <a:lnTo>
                  <a:pt x="1495006" y="1570922"/>
                </a:lnTo>
                <a:close/>
              </a:path>
              <a:path w="1558289" h="1617979">
                <a:moveTo>
                  <a:pt x="1513655" y="1552992"/>
                </a:moveTo>
                <a:lnTo>
                  <a:pt x="1495006" y="1570922"/>
                </a:lnTo>
                <a:lnTo>
                  <a:pt x="1503997" y="1580260"/>
                </a:lnTo>
                <a:lnTo>
                  <a:pt x="1522666" y="1562353"/>
                </a:lnTo>
                <a:lnTo>
                  <a:pt x="1513655" y="1552992"/>
                </a:lnTo>
                <a:close/>
              </a:path>
              <a:path w="1558289" h="1617979">
                <a:moveTo>
                  <a:pt x="1532318" y="1535048"/>
                </a:moveTo>
                <a:lnTo>
                  <a:pt x="1513655" y="1552992"/>
                </a:lnTo>
                <a:lnTo>
                  <a:pt x="1522666" y="1562353"/>
                </a:lnTo>
                <a:lnTo>
                  <a:pt x="1503997" y="1580260"/>
                </a:lnTo>
                <a:lnTo>
                  <a:pt x="1546442" y="1580260"/>
                </a:lnTo>
                <a:lnTo>
                  <a:pt x="1532318" y="1535048"/>
                </a:lnTo>
                <a:close/>
              </a:path>
              <a:path w="1558289" h="1617979">
                <a:moveTo>
                  <a:pt x="18668" y="0"/>
                </a:moveTo>
                <a:lnTo>
                  <a:pt x="0" y="18033"/>
                </a:lnTo>
                <a:lnTo>
                  <a:pt x="1495006" y="1570922"/>
                </a:lnTo>
                <a:lnTo>
                  <a:pt x="1513655" y="1552992"/>
                </a:lnTo>
                <a:lnTo>
                  <a:pt x="18668" y="0"/>
                </a:lnTo>
                <a:close/>
              </a:path>
            </a:pathLst>
          </a:custGeom>
          <a:solidFill>
            <a:srgbClr val="000000"/>
          </a:solidFill>
        </p:spPr>
        <p:txBody>
          <a:bodyPr wrap="square" lIns="0" tIns="0" rIns="0" bIns="0" rtlCol="0"/>
          <a:lstStyle/>
          <a:p>
            <a:endParaRPr/>
          </a:p>
        </p:txBody>
      </p:sp>
      <p:sp>
        <p:nvSpPr>
          <p:cNvPr id="20" name="object 20">
            <a:extLst>
              <a:ext uri="{FF2B5EF4-FFF2-40B4-BE49-F238E27FC236}">
                <a16:creationId xmlns:a16="http://schemas.microsoft.com/office/drawing/2014/main" id="{E7A1E2B5-3940-611B-97C7-5057F6C5D0F9}"/>
              </a:ext>
            </a:extLst>
          </p:cNvPr>
          <p:cNvSpPr/>
          <p:nvPr/>
        </p:nvSpPr>
        <p:spPr>
          <a:xfrm>
            <a:off x="2724801" y="4723748"/>
            <a:ext cx="1577340" cy="78105"/>
          </a:xfrm>
          <a:custGeom>
            <a:avLst/>
            <a:gdLst/>
            <a:ahLst/>
            <a:cxnLst/>
            <a:rect l="l" t="t" r="r" b="b"/>
            <a:pathLst>
              <a:path w="1577339" h="78104">
                <a:moveTo>
                  <a:pt x="1499108" y="0"/>
                </a:moveTo>
                <a:lnTo>
                  <a:pt x="1499108" y="77724"/>
                </a:lnTo>
                <a:lnTo>
                  <a:pt x="1550924" y="51815"/>
                </a:lnTo>
                <a:lnTo>
                  <a:pt x="1512062" y="51815"/>
                </a:lnTo>
                <a:lnTo>
                  <a:pt x="1512062" y="25907"/>
                </a:lnTo>
                <a:lnTo>
                  <a:pt x="1550923" y="25907"/>
                </a:lnTo>
                <a:lnTo>
                  <a:pt x="1499108" y="0"/>
                </a:lnTo>
                <a:close/>
              </a:path>
              <a:path w="1577339" h="78104">
                <a:moveTo>
                  <a:pt x="1499108" y="25907"/>
                </a:moveTo>
                <a:lnTo>
                  <a:pt x="0" y="25907"/>
                </a:lnTo>
                <a:lnTo>
                  <a:pt x="0" y="51815"/>
                </a:lnTo>
                <a:lnTo>
                  <a:pt x="1499108" y="51815"/>
                </a:lnTo>
                <a:lnTo>
                  <a:pt x="1499108" y="25907"/>
                </a:lnTo>
                <a:close/>
              </a:path>
              <a:path w="1577339" h="78104">
                <a:moveTo>
                  <a:pt x="1550923" y="25907"/>
                </a:moveTo>
                <a:lnTo>
                  <a:pt x="1512062" y="25907"/>
                </a:lnTo>
                <a:lnTo>
                  <a:pt x="1512062" y="51815"/>
                </a:lnTo>
                <a:lnTo>
                  <a:pt x="1550924" y="51815"/>
                </a:lnTo>
                <a:lnTo>
                  <a:pt x="1576832" y="38862"/>
                </a:lnTo>
                <a:lnTo>
                  <a:pt x="1550923" y="25907"/>
                </a:lnTo>
                <a:close/>
              </a:path>
            </a:pathLst>
          </a:custGeom>
          <a:solidFill>
            <a:srgbClr val="000000"/>
          </a:solidFill>
        </p:spPr>
        <p:txBody>
          <a:bodyPr wrap="square" lIns="0" tIns="0" rIns="0" bIns="0" rtlCol="0"/>
          <a:lstStyle/>
          <a:p>
            <a:endParaRPr/>
          </a:p>
        </p:txBody>
      </p:sp>
      <p:sp>
        <p:nvSpPr>
          <p:cNvPr id="21" name="object 21">
            <a:extLst>
              <a:ext uri="{FF2B5EF4-FFF2-40B4-BE49-F238E27FC236}">
                <a16:creationId xmlns:a16="http://schemas.microsoft.com/office/drawing/2014/main" id="{66325175-A1B1-8930-8DF4-054FFA2F33A0}"/>
              </a:ext>
            </a:extLst>
          </p:cNvPr>
          <p:cNvSpPr/>
          <p:nvPr/>
        </p:nvSpPr>
        <p:spPr>
          <a:xfrm>
            <a:off x="2724801" y="3085448"/>
            <a:ext cx="1577340" cy="78105"/>
          </a:xfrm>
          <a:custGeom>
            <a:avLst/>
            <a:gdLst/>
            <a:ahLst/>
            <a:cxnLst/>
            <a:rect l="l" t="t" r="r" b="b"/>
            <a:pathLst>
              <a:path w="1577339" h="78105">
                <a:moveTo>
                  <a:pt x="1499108" y="0"/>
                </a:moveTo>
                <a:lnTo>
                  <a:pt x="1499108" y="77724"/>
                </a:lnTo>
                <a:lnTo>
                  <a:pt x="1550924" y="51815"/>
                </a:lnTo>
                <a:lnTo>
                  <a:pt x="1512062" y="51815"/>
                </a:lnTo>
                <a:lnTo>
                  <a:pt x="1512062" y="25908"/>
                </a:lnTo>
                <a:lnTo>
                  <a:pt x="1550924" y="25908"/>
                </a:lnTo>
                <a:lnTo>
                  <a:pt x="1499108" y="0"/>
                </a:lnTo>
                <a:close/>
              </a:path>
              <a:path w="1577339" h="78105">
                <a:moveTo>
                  <a:pt x="1499108" y="25908"/>
                </a:moveTo>
                <a:lnTo>
                  <a:pt x="0" y="25908"/>
                </a:lnTo>
                <a:lnTo>
                  <a:pt x="0" y="51815"/>
                </a:lnTo>
                <a:lnTo>
                  <a:pt x="1499108" y="51815"/>
                </a:lnTo>
                <a:lnTo>
                  <a:pt x="1499108" y="25908"/>
                </a:lnTo>
                <a:close/>
              </a:path>
              <a:path w="1577339" h="78105">
                <a:moveTo>
                  <a:pt x="1550924" y="25908"/>
                </a:moveTo>
                <a:lnTo>
                  <a:pt x="1512062" y="25908"/>
                </a:lnTo>
                <a:lnTo>
                  <a:pt x="1512062" y="51815"/>
                </a:lnTo>
                <a:lnTo>
                  <a:pt x="1550924" y="51815"/>
                </a:lnTo>
                <a:lnTo>
                  <a:pt x="1576832" y="38862"/>
                </a:lnTo>
                <a:lnTo>
                  <a:pt x="1550924" y="25908"/>
                </a:lnTo>
                <a:close/>
              </a:path>
            </a:pathLst>
          </a:custGeom>
          <a:solidFill>
            <a:srgbClr val="000000"/>
          </a:solidFill>
        </p:spPr>
        <p:txBody>
          <a:bodyPr wrap="square" lIns="0" tIns="0" rIns="0" bIns="0" rtlCol="0"/>
          <a:lstStyle/>
          <a:p>
            <a:endParaRPr/>
          </a:p>
        </p:txBody>
      </p:sp>
      <p:sp>
        <p:nvSpPr>
          <p:cNvPr id="22" name="object 22">
            <a:extLst>
              <a:ext uri="{FF2B5EF4-FFF2-40B4-BE49-F238E27FC236}">
                <a16:creationId xmlns:a16="http://schemas.microsoft.com/office/drawing/2014/main" id="{05169311-60E5-3819-C3B6-776892531A32}"/>
              </a:ext>
            </a:extLst>
          </p:cNvPr>
          <p:cNvSpPr/>
          <p:nvPr/>
        </p:nvSpPr>
        <p:spPr>
          <a:xfrm>
            <a:off x="4920885" y="3157839"/>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6" y="36830"/>
                </a:lnTo>
                <a:lnTo>
                  <a:pt x="1547622" y="55118"/>
                </a:lnTo>
                <a:lnTo>
                  <a:pt x="1538528" y="64270"/>
                </a:lnTo>
                <a:lnTo>
                  <a:pt x="1556892" y="82550"/>
                </a:lnTo>
                <a:lnTo>
                  <a:pt x="1571945" y="36830"/>
                </a:lnTo>
                <a:close/>
              </a:path>
              <a:path w="1584325" h="1594485">
                <a:moveTo>
                  <a:pt x="1529206" y="36830"/>
                </a:moveTo>
                <a:lnTo>
                  <a:pt x="1520135" y="45961"/>
                </a:lnTo>
                <a:lnTo>
                  <a:pt x="1538528" y="64270"/>
                </a:lnTo>
                <a:lnTo>
                  <a:pt x="1547622" y="55118"/>
                </a:lnTo>
                <a:lnTo>
                  <a:pt x="1529206" y="36830"/>
                </a:lnTo>
                <a:close/>
              </a:path>
              <a:path w="1584325" h="1594485">
                <a:moveTo>
                  <a:pt x="1584070" y="0"/>
                </a:moveTo>
                <a:lnTo>
                  <a:pt x="1501775" y="27686"/>
                </a:lnTo>
                <a:lnTo>
                  <a:pt x="1520135" y="45961"/>
                </a:lnTo>
                <a:lnTo>
                  <a:pt x="1529206" y="36830"/>
                </a:lnTo>
                <a:lnTo>
                  <a:pt x="1571945" y="36830"/>
                </a:lnTo>
                <a:lnTo>
                  <a:pt x="1584070" y="0"/>
                </a:lnTo>
                <a:close/>
              </a:path>
            </a:pathLst>
          </a:custGeom>
          <a:solidFill>
            <a:srgbClr val="000000"/>
          </a:solidFill>
        </p:spPr>
        <p:txBody>
          <a:bodyPr wrap="square" lIns="0" tIns="0" rIns="0" bIns="0" rtlCol="0"/>
          <a:lstStyle/>
          <a:p>
            <a:endParaRPr/>
          </a:p>
        </p:txBody>
      </p:sp>
      <p:sp>
        <p:nvSpPr>
          <p:cNvPr id="23" name="object 23">
            <a:extLst>
              <a:ext uri="{FF2B5EF4-FFF2-40B4-BE49-F238E27FC236}">
                <a16:creationId xmlns:a16="http://schemas.microsoft.com/office/drawing/2014/main" id="{1F4AA492-706F-CA77-FF23-EA3DBA04C313}"/>
              </a:ext>
            </a:extLst>
          </p:cNvPr>
          <p:cNvSpPr/>
          <p:nvPr/>
        </p:nvSpPr>
        <p:spPr>
          <a:xfrm>
            <a:off x="4955810" y="3100054"/>
            <a:ext cx="1558290" cy="1617980"/>
          </a:xfrm>
          <a:custGeom>
            <a:avLst/>
            <a:gdLst/>
            <a:ahLst/>
            <a:cxnLst/>
            <a:rect l="l" t="t" r="r" b="b"/>
            <a:pathLst>
              <a:path w="1558289" h="1617979">
                <a:moveTo>
                  <a:pt x="1494943" y="1570922"/>
                </a:moveTo>
                <a:lnTo>
                  <a:pt x="1476248" y="1588897"/>
                </a:lnTo>
                <a:lnTo>
                  <a:pt x="1558163" y="1617980"/>
                </a:lnTo>
                <a:lnTo>
                  <a:pt x="1546379" y="1580261"/>
                </a:lnTo>
                <a:lnTo>
                  <a:pt x="1503934" y="1580261"/>
                </a:lnTo>
                <a:lnTo>
                  <a:pt x="1494943" y="1570922"/>
                </a:lnTo>
                <a:close/>
              </a:path>
              <a:path w="1558289" h="1617979">
                <a:moveTo>
                  <a:pt x="1513591" y="1552993"/>
                </a:moveTo>
                <a:lnTo>
                  <a:pt x="1494943" y="1570922"/>
                </a:lnTo>
                <a:lnTo>
                  <a:pt x="1503934" y="1580261"/>
                </a:lnTo>
                <a:lnTo>
                  <a:pt x="1522602" y="1562354"/>
                </a:lnTo>
                <a:lnTo>
                  <a:pt x="1513591" y="1552993"/>
                </a:lnTo>
                <a:close/>
              </a:path>
              <a:path w="1558289" h="1617979">
                <a:moveTo>
                  <a:pt x="1532254" y="1535049"/>
                </a:moveTo>
                <a:lnTo>
                  <a:pt x="1513591" y="1552993"/>
                </a:lnTo>
                <a:lnTo>
                  <a:pt x="1522602" y="1562354"/>
                </a:lnTo>
                <a:lnTo>
                  <a:pt x="1503934" y="1580261"/>
                </a:lnTo>
                <a:lnTo>
                  <a:pt x="1546379" y="1580261"/>
                </a:lnTo>
                <a:lnTo>
                  <a:pt x="1532254" y="1535049"/>
                </a:lnTo>
                <a:close/>
              </a:path>
              <a:path w="1558289" h="1617979">
                <a:moveTo>
                  <a:pt x="18541" y="0"/>
                </a:moveTo>
                <a:lnTo>
                  <a:pt x="0" y="18034"/>
                </a:lnTo>
                <a:lnTo>
                  <a:pt x="1494943" y="1570922"/>
                </a:lnTo>
                <a:lnTo>
                  <a:pt x="1513591" y="1552993"/>
                </a:lnTo>
                <a:lnTo>
                  <a:pt x="18541" y="0"/>
                </a:lnTo>
                <a:close/>
              </a:path>
            </a:pathLst>
          </a:custGeom>
          <a:solidFill>
            <a:srgbClr val="000000"/>
          </a:solidFill>
        </p:spPr>
        <p:txBody>
          <a:bodyPr wrap="square" lIns="0" tIns="0" rIns="0" bIns="0" rtlCol="0"/>
          <a:lstStyle/>
          <a:p>
            <a:endParaRPr/>
          </a:p>
        </p:txBody>
      </p:sp>
      <p:sp>
        <p:nvSpPr>
          <p:cNvPr id="24" name="object 24">
            <a:extLst>
              <a:ext uri="{FF2B5EF4-FFF2-40B4-BE49-F238E27FC236}">
                <a16:creationId xmlns:a16="http://schemas.microsoft.com/office/drawing/2014/main" id="{48C0C547-D392-8CA6-32BD-C6DF178B7047}"/>
              </a:ext>
            </a:extLst>
          </p:cNvPr>
          <p:cNvSpPr/>
          <p:nvPr/>
        </p:nvSpPr>
        <p:spPr>
          <a:xfrm>
            <a:off x="4942222" y="4708509"/>
            <a:ext cx="1577340" cy="78105"/>
          </a:xfrm>
          <a:custGeom>
            <a:avLst/>
            <a:gdLst/>
            <a:ahLst/>
            <a:cxnLst/>
            <a:rect l="l" t="t" r="r" b="b"/>
            <a:pathLst>
              <a:path w="1577339" h="78104">
                <a:moveTo>
                  <a:pt x="1499107" y="0"/>
                </a:moveTo>
                <a:lnTo>
                  <a:pt x="1499107" y="77724"/>
                </a:lnTo>
                <a:lnTo>
                  <a:pt x="1550923" y="51816"/>
                </a:lnTo>
                <a:lnTo>
                  <a:pt x="1512062" y="51816"/>
                </a:lnTo>
                <a:lnTo>
                  <a:pt x="1512062" y="25908"/>
                </a:lnTo>
                <a:lnTo>
                  <a:pt x="1550924" y="25908"/>
                </a:lnTo>
                <a:lnTo>
                  <a:pt x="1499107" y="0"/>
                </a:lnTo>
                <a:close/>
              </a:path>
              <a:path w="1577339" h="78104">
                <a:moveTo>
                  <a:pt x="1499107" y="25908"/>
                </a:moveTo>
                <a:lnTo>
                  <a:pt x="0" y="25908"/>
                </a:lnTo>
                <a:lnTo>
                  <a:pt x="0" y="51816"/>
                </a:lnTo>
                <a:lnTo>
                  <a:pt x="1499107" y="51816"/>
                </a:lnTo>
                <a:lnTo>
                  <a:pt x="1499107" y="25908"/>
                </a:lnTo>
                <a:close/>
              </a:path>
              <a:path w="1577339" h="78104">
                <a:moveTo>
                  <a:pt x="1550924" y="25908"/>
                </a:moveTo>
                <a:lnTo>
                  <a:pt x="1512062" y="25908"/>
                </a:lnTo>
                <a:lnTo>
                  <a:pt x="1512062" y="51816"/>
                </a:lnTo>
                <a:lnTo>
                  <a:pt x="1550923" y="51816"/>
                </a:lnTo>
                <a:lnTo>
                  <a:pt x="1576831" y="38862"/>
                </a:lnTo>
                <a:lnTo>
                  <a:pt x="1550924" y="25908"/>
                </a:lnTo>
                <a:close/>
              </a:path>
            </a:pathLst>
          </a:custGeom>
          <a:solidFill>
            <a:srgbClr val="000000"/>
          </a:solidFill>
        </p:spPr>
        <p:txBody>
          <a:bodyPr wrap="square" lIns="0" tIns="0" rIns="0" bIns="0" rtlCol="0"/>
          <a:lstStyle/>
          <a:p>
            <a:endParaRPr/>
          </a:p>
        </p:txBody>
      </p:sp>
      <p:sp>
        <p:nvSpPr>
          <p:cNvPr id="25" name="object 25">
            <a:extLst>
              <a:ext uri="{FF2B5EF4-FFF2-40B4-BE49-F238E27FC236}">
                <a16:creationId xmlns:a16="http://schemas.microsoft.com/office/drawing/2014/main" id="{32338715-337E-5143-BB39-2B3C9137184E}"/>
              </a:ext>
            </a:extLst>
          </p:cNvPr>
          <p:cNvSpPr/>
          <p:nvPr/>
        </p:nvSpPr>
        <p:spPr>
          <a:xfrm>
            <a:off x="4942222" y="3070208"/>
            <a:ext cx="1577340" cy="78105"/>
          </a:xfrm>
          <a:custGeom>
            <a:avLst/>
            <a:gdLst/>
            <a:ahLst/>
            <a:cxnLst/>
            <a:rect l="l" t="t" r="r" b="b"/>
            <a:pathLst>
              <a:path w="1577339" h="78105">
                <a:moveTo>
                  <a:pt x="1499107" y="0"/>
                </a:moveTo>
                <a:lnTo>
                  <a:pt x="1499107" y="77724"/>
                </a:lnTo>
                <a:lnTo>
                  <a:pt x="1550924" y="51815"/>
                </a:lnTo>
                <a:lnTo>
                  <a:pt x="1512062" y="51815"/>
                </a:lnTo>
                <a:lnTo>
                  <a:pt x="1512062" y="25907"/>
                </a:lnTo>
                <a:lnTo>
                  <a:pt x="1550923" y="25907"/>
                </a:lnTo>
                <a:lnTo>
                  <a:pt x="1499107" y="0"/>
                </a:lnTo>
                <a:close/>
              </a:path>
              <a:path w="1577339" h="78105">
                <a:moveTo>
                  <a:pt x="1499107" y="25907"/>
                </a:moveTo>
                <a:lnTo>
                  <a:pt x="0" y="25907"/>
                </a:lnTo>
                <a:lnTo>
                  <a:pt x="0" y="51815"/>
                </a:lnTo>
                <a:lnTo>
                  <a:pt x="1499107" y="51815"/>
                </a:lnTo>
                <a:lnTo>
                  <a:pt x="1499107" y="25907"/>
                </a:lnTo>
                <a:close/>
              </a:path>
              <a:path w="1577339"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sp>
        <p:nvSpPr>
          <p:cNvPr id="26" name="object 26">
            <a:extLst>
              <a:ext uri="{FF2B5EF4-FFF2-40B4-BE49-F238E27FC236}">
                <a16:creationId xmlns:a16="http://schemas.microsoft.com/office/drawing/2014/main" id="{31B3F86D-FF1E-4CDE-31FF-B3317F1F33E4}"/>
              </a:ext>
            </a:extLst>
          </p:cNvPr>
          <p:cNvSpPr/>
          <p:nvPr/>
        </p:nvSpPr>
        <p:spPr>
          <a:xfrm>
            <a:off x="7121541" y="3138026"/>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7" y="36830"/>
                </a:lnTo>
                <a:lnTo>
                  <a:pt x="1547622" y="55118"/>
                </a:lnTo>
                <a:lnTo>
                  <a:pt x="1538528" y="64270"/>
                </a:lnTo>
                <a:lnTo>
                  <a:pt x="1556892" y="82550"/>
                </a:lnTo>
                <a:lnTo>
                  <a:pt x="1571945" y="36830"/>
                </a:lnTo>
                <a:close/>
              </a:path>
              <a:path w="1584325" h="1594485">
                <a:moveTo>
                  <a:pt x="1529207" y="36830"/>
                </a:moveTo>
                <a:lnTo>
                  <a:pt x="1520135" y="45961"/>
                </a:lnTo>
                <a:lnTo>
                  <a:pt x="1538528" y="64270"/>
                </a:lnTo>
                <a:lnTo>
                  <a:pt x="1547622" y="55118"/>
                </a:lnTo>
                <a:lnTo>
                  <a:pt x="1529207" y="36830"/>
                </a:lnTo>
                <a:close/>
              </a:path>
              <a:path w="1584325" h="1594485">
                <a:moveTo>
                  <a:pt x="1584070" y="0"/>
                </a:moveTo>
                <a:lnTo>
                  <a:pt x="1501775" y="27686"/>
                </a:lnTo>
                <a:lnTo>
                  <a:pt x="1520135" y="45961"/>
                </a:lnTo>
                <a:lnTo>
                  <a:pt x="1529207" y="36830"/>
                </a:lnTo>
                <a:lnTo>
                  <a:pt x="1571945" y="36830"/>
                </a:lnTo>
                <a:lnTo>
                  <a:pt x="1584070" y="0"/>
                </a:lnTo>
                <a:close/>
              </a:path>
            </a:pathLst>
          </a:custGeom>
          <a:solidFill>
            <a:srgbClr val="000000"/>
          </a:solidFill>
        </p:spPr>
        <p:txBody>
          <a:bodyPr wrap="square" lIns="0" tIns="0" rIns="0" bIns="0" rtlCol="0"/>
          <a:lstStyle/>
          <a:p>
            <a:endParaRPr/>
          </a:p>
        </p:txBody>
      </p:sp>
      <p:sp>
        <p:nvSpPr>
          <p:cNvPr id="27" name="object 27">
            <a:extLst>
              <a:ext uri="{FF2B5EF4-FFF2-40B4-BE49-F238E27FC236}">
                <a16:creationId xmlns:a16="http://schemas.microsoft.com/office/drawing/2014/main" id="{A9EE19C0-4317-DDB5-EBA5-3D51040AA43F}"/>
              </a:ext>
            </a:extLst>
          </p:cNvPr>
          <p:cNvSpPr/>
          <p:nvPr/>
        </p:nvSpPr>
        <p:spPr>
          <a:xfrm>
            <a:off x="7154942" y="3080242"/>
            <a:ext cx="1558290" cy="1617980"/>
          </a:xfrm>
          <a:custGeom>
            <a:avLst/>
            <a:gdLst/>
            <a:ahLst/>
            <a:cxnLst/>
            <a:rect l="l" t="t" r="r" b="b"/>
            <a:pathLst>
              <a:path w="1558290" h="1617979">
                <a:moveTo>
                  <a:pt x="1494943" y="1570922"/>
                </a:moveTo>
                <a:lnTo>
                  <a:pt x="1476248" y="1588897"/>
                </a:lnTo>
                <a:lnTo>
                  <a:pt x="1558163" y="1617980"/>
                </a:lnTo>
                <a:lnTo>
                  <a:pt x="1546379" y="1580261"/>
                </a:lnTo>
                <a:lnTo>
                  <a:pt x="1503934" y="1580261"/>
                </a:lnTo>
                <a:lnTo>
                  <a:pt x="1494943" y="1570922"/>
                </a:lnTo>
                <a:close/>
              </a:path>
              <a:path w="1558290" h="1617979">
                <a:moveTo>
                  <a:pt x="1513591" y="1552993"/>
                </a:moveTo>
                <a:lnTo>
                  <a:pt x="1494943" y="1570922"/>
                </a:lnTo>
                <a:lnTo>
                  <a:pt x="1503934" y="1580261"/>
                </a:lnTo>
                <a:lnTo>
                  <a:pt x="1522603" y="1562354"/>
                </a:lnTo>
                <a:lnTo>
                  <a:pt x="1513591" y="1552993"/>
                </a:lnTo>
                <a:close/>
              </a:path>
              <a:path w="1558290" h="1617979">
                <a:moveTo>
                  <a:pt x="1532255" y="1535049"/>
                </a:moveTo>
                <a:lnTo>
                  <a:pt x="1513591" y="1552993"/>
                </a:lnTo>
                <a:lnTo>
                  <a:pt x="1522603" y="1562354"/>
                </a:lnTo>
                <a:lnTo>
                  <a:pt x="1503934" y="1580261"/>
                </a:lnTo>
                <a:lnTo>
                  <a:pt x="1546379" y="1580261"/>
                </a:lnTo>
                <a:lnTo>
                  <a:pt x="1532255" y="1535049"/>
                </a:lnTo>
                <a:close/>
              </a:path>
              <a:path w="1558290" h="1617979">
                <a:moveTo>
                  <a:pt x="18542" y="0"/>
                </a:moveTo>
                <a:lnTo>
                  <a:pt x="0" y="18034"/>
                </a:lnTo>
                <a:lnTo>
                  <a:pt x="1494943" y="1570922"/>
                </a:lnTo>
                <a:lnTo>
                  <a:pt x="1513591" y="1552993"/>
                </a:lnTo>
                <a:lnTo>
                  <a:pt x="18542" y="0"/>
                </a:lnTo>
                <a:close/>
              </a:path>
            </a:pathLst>
          </a:custGeom>
          <a:solidFill>
            <a:srgbClr val="000000"/>
          </a:solidFill>
        </p:spPr>
        <p:txBody>
          <a:bodyPr wrap="square" lIns="0" tIns="0" rIns="0" bIns="0" rtlCol="0"/>
          <a:lstStyle/>
          <a:p>
            <a:endParaRPr/>
          </a:p>
        </p:txBody>
      </p:sp>
      <p:sp>
        <p:nvSpPr>
          <p:cNvPr id="28" name="object 28">
            <a:extLst>
              <a:ext uri="{FF2B5EF4-FFF2-40B4-BE49-F238E27FC236}">
                <a16:creationId xmlns:a16="http://schemas.microsoft.com/office/drawing/2014/main" id="{3FB40463-6298-B26F-C3F7-8C02EAE943F7}"/>
              </a:ext>
            </a:extLst>
          </p:cNvPr>
          <p:cNvSpPr/>
          <p:nvPr/>
        </p:nvSpPr>
        <p:spPr>
          <a:xfrm>
            <a:off x="7142878" y="4688696"/>
            <a:ext cx="1577340" cy="78105"/>
          </a:xfrm>
          <a:custGeom>
            <a:avLst/>
            <a:gdLst/>
            <a:ahLst/>
            <a:cxnLst/>
            <a:rect l="l" t="t" r="r" b="b"/>
            <a:pathLst>
              <a:path w="1577340" h="78104">
                <a:moveTo>
                  <a:pt x="1499107" y="0"/>
                </a:moveTo>
                <a:lnTo>
                  <a:pt x="1499107" y="77723"/>
                </a:lnTo>
                <a:lnTo>
                  <a:pt x="1550923" y="51815"/>
                </a:lnTo>
                <a:lnTo>
                  <a:pt x="1512062" y="51815"/>
                </a:lnTo>
                <a:lnTo>
                  <a:pt x="1512062" y="25907"/>
                </a:lnTo>
                <a:lnTo>
                  <a:pt x="1550924" y="25907"/>
                </a:lnTo>
                <a:lnTo>
                  <a:pt x="1499107" y="0"/>
                </a:lnTo>
                <a:close/>
              </a:path>
              <a:path w="1577340" h="78104">
                <a:moveTo>
                  <a:pt x="1499107" y="25907"/>
                </a:moveTo>
                <a:lnTo>
                  <a:pt x="0" y="25907"/>
                </a:lnTo>
                <a:lnTo>
                  <a:pt x="0" y="51815"/>
                </a:lnTo>
                <a:lnTo>
                  <a:pt x="1499107" y="51815"/>
                </a:lnTo>
                <a:lnTo>
                  <a:pt x="1499107" y="25907"/>
                </a:lnTo>
                <a:close/>
              </a:path>
              <a:path w="1577340" h="78104">
                <a:moveTo>
                  <a:pt x="1550924" y="25907"/>
                </a:moveTo>
                <a:lnTo>
                  <a:pt x="1512062" y="25907"/>
                </a:lnTo>
                <a:lnTo>
                  <a:pt x="1512062" y="51815"/>
                </a:lnTo>
                <a:lnTo>
                  <a:pt x="1550923" y="51815"/>
                </a:lnTo>
                <a:lnTo>
                  <a:pt x="1576831" y="38861"/>
                </a:lnTo>
                <a:lnTo>
                  <a:pt x="1550924" y="25907"/>
                </a:lnTo>
                <a:close/>
              </a:path>
            </a:pathLst>
          </a:custGeom>
          <a:solidFill>
            <a:srgbClr val="000000"/>
          </a:solidFill>
        </p:spPr>
        <p:txBody>
          <a:bodyPr wrap="square" lIns="0" tIns="0" rIns="0" bIns="0" rtlCol="0"/>
          <a:lstStyle/>
          <a:p>
            <a:endParaRPr/>
          </a:p>
        </p:txBody>
      </p:sp>
      <p:sp>
        <p:nvSpPr>
          <p:cNvPr id="29" name="object 29">
            <a:extLst>
              <a:ext uri="{FF2B5EF4-FFF2-40B4-BE49-F238E27FC236}">
                <a16:creationId xmlns:a16="http://schemas.microsoft.com/office/drawing/2014/main" id="{75C7E45F-6F3C-0866-572C-D4337433FA70}"/>
              </a:ext>
            </a:extLst>
          </p:cNvPr>
          <p:cNvSpPr/>
          <p:nvPr/>
        </p:nvSpPr>
        <p:spPr>
          <a:xfrm>
            <a:off x="7142878" y="3050397"/>
            <a:ext cx="1577340" cy="78105"/>
          </a:xfrm>
          <a:custGeom>
            <a:avLst/>
            <a:gdLst/>
            <a:ahLst/>
            <a:cxnLst/>
            <a:rect l="l" t="t" r="r" b="b"/>
            <a:pathLst>
              <a:path w="1577340" h="78105">
                <a:moveTo>
                  <a:pt x="1499107" y="0"/>
                </a:moveTo>
                <a:lnTo>
                  <a:pt x="1499107" y="77724"/>
                </a:lnTo>
                <a:lnTo>
                  <a:pt x="1550924" y="51815"/>
                </a:lnTo>
                <a:lnTo>
                  <a:pt x="1512062" y="51815"/>
                </a:lnTo>
                <a:lnTo>
                  <a:pt x="1512062" y="25907"/>
                </a:lnTo>
                <a:lnTo>
                  <a:pt x="1550923" y="25907"/>
                </a:lnTo>
                <a:lnTo>
                  <a:pt x="1499107" y="0"/>
                </a:lnTo>
                <a:close/>
              </a:path>
              <a:path w="1577340" h="78105">
                <a:moveTo>
                  <a:pt x="1499107" y="25907"/>
                </a:moveTo>
                <a:lnTo>
                  <a:pt x="0" y="25907"/>
                </a:lnTo>
                <a:lnTo>
                  <a:pt x="0" y="51815"/>
                </a:lnTo>
                <a:lnTo>
                  <a:pt x="1499107" y="51815"/>
                </a:lnTo>
                <a:lnTo>
                  <a:pt x="1499107" y="25907"/>
                </a:lnTo>
                <a:close/>
              </a:path>
              <a:path w="1577340"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sp>
        <p:nvSpPr>
          <p:cNvPr id="30" name="object 30">
            <a:extLst>
              <a:ext uri="{FF2B5EF4-FFF2-40B4-BE49-F238E27FC236}">
                <a16:creationId xmlns:a16="http://schemas.microsoft.com/office/drawing/2014/main" id="{935E651E-B547-B33C-7695-FEB2C19AB529}"/>
              </a:ext>
            </a:extLst>
          </p:cNvPr>
          <p:cNvSpPr/>
          <p:nvPr/>
        </p:nvSpPr>
        <p:spPr>
          <a:xfrm>
            <a:off x="4382914" y="4520432"/>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7" y="43296"/>
                </a:lnTo>
                <a:lnTo>
                  <a:pt x="229830" y="79095"/>
                </a:lnTo>
                <a:lnTo>
                  <a:pt x="209738" y="128687"/>
                </a:lnTo>
                <a:lnTo>
                  <a:pt x="192468" y="184997"/>
                </a:lnTo>
                <a:lnTo>
                  <a:pt x="176257" y="240946"/>
                </a:lnTo>
                <a:lnTo>
                  <a:pt x="159340" y="289459"/>
                </a:lnTo>
                <a:lnTo>
                  <a:pt x="139954"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91A40E1E-563A-4AA6-3FD0-3A167BF2B711}"/>
              </a:ext>
            </a:extLst>
          </p:cNvPr>
          <p:cNvSpPr/>
          <p:nvPr/>
        </p:nvSpPr>
        <p:spPr>
          <a:xfrm>
            <a:off x="4364626" y="2932462"/>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5"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21F572DC-BB2E-A2E1-F1DF-EAEC505D2130}"/>
              </a:ext>
            </a:extLst>
          </p:cNvPr>
          <p:cNvSpPr/>
          <p:nvPr/>
        </p:nvSpPr>
        <p:spPr>
          <a:xfrm>
            <a:off x="6594237" y="2943130"/>
            <a:ext cx="469900" cy="353695"/>
          </a:xfrm>
          <a:custGeom>
            <a:avLst/>
            <a:gdLst/>
            <a:ahLst/>
            <a:cxnLst/>
            <a:rect l="l" t="t" r="r" b="b"/>
            <a:pathLst>
              <a:path w="469900" h="353694">
                <a:moveTo>
                  <a:pt x="469391"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3" name="object 33">
            <a:extLst>
              <a:ext uri="{FF2B5EF4-FFF2-40B4-BE49-F238E27FC236}">
                <a16:creationId xmlns:a16="http://schemas.microsoft.com/office/drawing/2014/main" id="{1505CD87-EA2A-02C1-2124-CBE90F2F2E29}"/>
              </a:ext>
            </a:extLst>
          </p:cNvPr>
          <p:cNvSpPr/>
          <p:nvPr/>
        </p:nvSpPr>
        <p:spPr>
          <a:xfrm>
            <a:off x="6609478" y="4465568"/>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8" y="43296"/>
                </a:lnTo>
                <a:lnTo>
                  <a:pt x="229830" y="79095"/>
                </a:lnTo>
                <a:lnTo>
                  <a:pt x="209738" y="128687"/>
                </a:lnTo>
                <a:lnTo>
                  <a:pt x="192468" y="184997"/>
                </a:lnTo>
                <a:lnTo>
                  <a:pt x="176257" y="240946"/>
                </a:lnTo>
                <a:lnTo>
                  <a:pt x="159340" y="289459"/>
                </a:lnTo>
                <a:lnTo>
                  <a:pt x="139953"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5E4D1D5F-CD7B-4037-786C-5B762B8C0D0D}"/>
              </a:ext>
            </a:extLst>
          </p:cNvPr>
          <p:cNvSpPr/>
          <p:nvPr/>
        </p:nvSpPr>
        <p:spPr>
          <a:xfrm>
            <a:off x="8743078" y="2882170"/>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2842BCFE-E455-ED82-A789-068F487F101E}"/>
              </a:ext>
            </a:extLst>
          </p:cNvPr>
          <p:cNvSpPr/>
          <p:nvPr/>
        </p:nvSpPr>
        <p:spPr>
          <a:xfrm>
            <a:off x="8790321" y="4499095"/>
            <a:ext cx="469900" cy="354965"/>
          </a:xfrm>
          <a:custGeom>
            <a:avLst/>
            <a:gdLst/>
            <a:ahLst/>
            <a:cxnLst/>
            <a:rect l="l" t="t" r="r" b="b"/>
            <a:pathLst>
              <a:path w="469900" h="354964">
                <a:moveTo>
                  <a:pt x="469392" y="5069"/>
                </a:moveTo>
                <a:lnTo>
                  <a:pt x="421373" y="1071"/>
                </a:lnTo>
                <a:lnTo>
                  <a:pt x="374593" y="0"/>
                </a:lnTo>
                <a:lnTo>
                  <a:pt x="330256" y="4749"/>
                </a:lnTo>
                <a:lnTo>
                  <a:pt x="289572" y="18216"/>
                </a:lnTo>
                <a:lnTo>
                  <a:pt x="253746" y="43296"/>
                </a:lnTo>
                <a:lnTo>
                  <a:pt x="229131" y="79095"/>
                </a:lnTo>
                <a:lnTo>
                  <a:pt x="209103" y="128687"/>
                </a:lnTo>
                <a:lnTo>
                  <a:pt x="191897" y="184997"/>
                </a:lnTo>
                <a:lnTo>
                  <a:pt x="175749" y="240946"/>
                </a:lnTo>
                <a:lnTo>
                  <a:pt x="158895" y="289459"/>
                </a:lnTo>
                <a:lnTo>
                  <a:pt x="139573" y="323458"/>
                </a:lnTo>
                <a:lnTo>
                  <a:pt x="106763" y="348606"/>
                </a:lnTo>
                <a:lnTo>
                  <a:pt x="72167" y="354907"/>
                </a:lnTo>
                <a:lnTo>
                  <a:pt x="36381" y="348658"/>
                </a:lnTo>
                <a:lnTo>
                  <a:pt x="0" y="336158"/>
                </a:lnTo>
              </a:path>
            </a:pathLst>
          </a:custGeom>
          <a:ln w="28956">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52753855-E4C7-1E64-925E-F4851410383A}"/>
              </a:ext>
            </a:extLst>
          </p:cNvPr>
          <p:cNvSpPr txBox="1"/>
          <p:nvPr/>
        </p:nvSpPr>
        <p:spPr>
          <a:xfrm>
            <a:off x="3391298" y="2657332"/>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37" name="object 37">
            <a:extLst>
              <a:ext uri="{FF2B5EF4-FFF2-40B4-BE49-F238E27FC236}">
                <a16:creationId xmlns:a16="http://schemas.microsoft.com/office/drawing/2014/main" id="{84F35F94-4955-AFAA-3540-6F4B946F5033}"/>
              </a:ext>
            </a:extLst>
          </p:cNvPr>
          <p:cNvSpPr txBox="1"/>
          <p:nvPr/>
        </p:nvSpPr>
        <p:spPr>
          <a:xfrm>
            <a:off x="3562621" y="3245850"/>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2</a:t>
            </a:r>
            <a:endParaRPr sz="2400">
              <a:latin typeface="Calibri"/>
              <a:cs typeface="Calibri"/>
            </a:endParaRPr>
          </a:p>
        </p:txBody>
      </p:sp>
      <p:sp>
        <p:nvSpPr>
          <p:cNvPr id="38" name="object 38">
            <a:extLst>
              <a:ext uri="{FF2B5EF4-FFF2-40B4-BE49-F238E27FC236}">
                <a16:creationId xmlns:a16="http://schemas.microsoft.com/office/drawing/2014/main" id="{FB819F9D-6BDD-ACAC-5AA5-AFAD94D454AC}"/>
              </a:ext>
            </a:extLst>
          </p:cNvPr>
          <p:cNvSpPr txBox="1"/>
          <p:nvPr/>
        </p:nvSpPr>
        <p:spPr>
          <a:xfrm>
            <a:off x="3443495" y="4762814"/>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39" name="object 39">
            <a:extLst>
              <a:ext uri="{FF2B5EF4-FFF2-40B4-BE49-F238E27FC236}">
                <a16:creationId xmlns:a16="http://schemas.microsoft.com/office/drawing/2014/main" id="{E825B6FF-10B4-0128-420C-B63DEF918A0E}"/>
              </a:ext>
            </a:extLst>
          </p:cNvPr>
          <p:cNvSpPr txBox="1"/>
          <p:nvPr/>
        </p:nvSpPr>
        <p:spPr>
          <a:xfrm>
            <a:off x="3548651" y="4192889"/>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40" name="object 40">
            <a:extLst>
              <a:ext uri="{FF2B5EF4-FFF2-40B4-BE49-F238E27FC236}">
                <a16:creationId xmlns:a16="http://schemas.microsoft.com/office/drawing/2014/main" id="{62145B24-38F3-9327-8CB8-E15C8EC3C115}"/>
              </a:ext>
            </a:extLst>
          </p:cNvPr>
          <p:cNvSpPr/>
          <p:nvPr/>
        </p:nvSpPr>
        <p:spPr>
          <a:xfrm>
            <a:off x="4261755" y="3224895"/>
            <a:ext cx="78105" cy="384175"/>
          </a:xfrm>
          <a:custGeom>
            <a:avLst/>
            <a:gdLst/>
            <a:ahLst/>
            <a:cxnLst/>
            <a:rect l="l" t="t" r="r" b="b"/>
            <a:pathLst>
              <a:path w="78105" h="384175">
                <a:moveTo>
                  <a:pt x="51815" y="64769"/>
                </a:moveTo>
                <a:lnTo>
                  <a:pt x="25907" y="64769"/>
                </a:lnTo>
                <a:lnTo>
                  <a:pt x="25907" y="384175"/>
                </a:lnTo>
                <a:lnTo>
                  <a:pt x="51815" y="384175"/>
                </a:lnTo>
                <a:lnTo>
                  <a:pt x="51815" y="64769"/>
                </a:lnTo>
                <a:close/>
              </a:path>
              <a:path w="78105" h="384175">
                <a:moveTo>
                  <a:pt x="38862" y="0"/>
                </a:moveTo>
                <a:lnTo>
                  <a:pt x="0" y="77724"/>
                </a:lnTo>
                <a:lnTo>
                  <a:pt x="25907" y="77724"/>
                </a:lnTo>
                <a:lnTo>
                  <a:pt x="25907" y="64769"/>
                </a:lnTo>
                <a:lnTo>
                  <a:pt x="71246" y="64769"/>
                </a:lnTo>
                <a:lnTo>
                  <a:pt x="38862" y="0"/>
                </a:lnTo>
                <a:close/>
              </a:path>
              <a:path w="78105" h="384175">
                <a:moveTo>
                  <a:pt x="71246" y="64769"/>
                </a:moveTo>
                <a:lnTo>
                  <a:pt x="51815" y="64769"/>
                </a:lnTo>
                <a:lnTo>
                  <a:pt x="51815" y="77724"/>
                </a:lnTo>
                <a:lnTo>
                  <a:pt x="77724" y="77724"/>
                </a:lnTo>
                <a:lnTo>
                  <a:pt x="71246" y="64769"/>
                </a:lnTo>
                <a:close/>
              </a:path>
            </a:pathLst>
          </a:custGeom>
          <a:solidFill>
            <a:srgbClr val="000000"/>
          </a:solidFill>
        </p:spPr>
        <p:txBody>
          <a:bodyPr wrap="square" lIns="0" tIns="0" rIns="0" bIns="0" rtlCol="0"/>
          <a:lstStyle/>
          <a:p>
            <a:endParaRPr/>
          </a:p>
        </p:txBody>
      </p:sp>
      <p:sp>
        <p:nvSpPr>
          <p:cNvPr id="41" name="object 41">
            <a:extLst>
              <a:ext uri="{FF2B5EF4-FFF2-40B4-BE49-F238E27FC236}">
                <a16:creationId xmlns:a16="http://schemas.microsoft.com/office/drawing/2014/main" id="{269EF90E-2071-CE7B-6B5E-36E4EC3C2EB8}"/>
              </a:ext>
            </a:extLst>
          </p:cNvPr>
          <p:cNvSpPr txBox="1"/>
          <p:nvPr/>
        </p:nvSpPr>
        <p:spPr>
          <a:xfrm>
            <a:off x="4072780" y="3608180"/>
            <a:ext cx="459105" cy="448309"/>
          </a:xfrm>
          <a:prstGeom prst="rect">
            <a:avLst/>
          </a:prstGeom>
          <a:solidFill>
            <a:srgbClr val="E1EFD9"/>
          </a:solidFill>
          <a:ln w="6096">
            <a:solidFill>
              <a:srgbClr val="00AF50"/>
            </a:solidFill>
          </a:ln>
        </p:spPr>
        <p:txBody>
          <a:bodyPr vert="horz" wrap="square" lIns="0" tIns="19685" rIns="0" bIns="0" rtlCol="0">
            <a:spAutoFit/>
          </a:bodyPr>
          <a:lstStyle/>
          <a:p>
            <a:pPr marL="160655">
              <a:lnSpc>
                <a:spcPct val="100000"/>
              </a:lnSpc>
              <a:spcBef>
                <a:spcPts val="155"/>
              </a:spcBef>
            </a:pPr>
            <a:r>
              <a:rPr sz="2400" dirty="0">
                <a:latin typeface="Calibri"/>
                <a:cs typeface="Calibri"/>
              </a:rPr>
              <a:t>1</a:t>
            </a:r>
            <a:endParaRPr sz="2400">
              <a:latin typeface="Calibri"/>
              <a:cs typeface="Calibri"/>
            </a:endParaRPr>
          </a:p>
        </p:txBody>
      </p:sp>
      <p:sp>
        <p:nvSpPr>
          <p:cNvPr id="42" name="object 42">
            <a:extLst>
              <a:ext uri="{FF2B5EF4-FFF2-40B4-BE49-F238E27FC236}">
                <a16:creationId xmlns:a16="http://schemas.microsoft.com/office/drawing/2014/main" id="{180AFEB1-4DA2-2C68-A324-01C25193D975}"/>
              </a:ext>
            </a:extLst>
          </p:cNvPr>
          <p:cNvSpPr/>
          <p:nvPr/>
        </p:nvSpPr>
        <p:spPr>
          <a:xfrm>
            <a:off x="4272424" y="4774803"/>
            <a:ext cx="78105" cy="384175"/>
          </a:xfrm>
          <a:custGeom>
            <a:avLst/>
            <a:gdLst/>
            <a:ahLst/>
            <a:cxnLst/>
            <a:rect l="l" t="t" r="r" b="b"/>
            <a:pathLst>
              <a:path w="78105" h="384175">
                <a:moveTo>
                  <a:pt x="51815" y="64770"/>
                </a:moveTo>
                <a:lnTo>
                  <a:pt x="25907" y="64770"/>
                </a:lnTo>
                <a:lnTo>
                  <a:pt x="25907" y="384175"/>
                </a:lnTo>
                <a:lnTo>
                  <a:pt x="51815" y="384175"/>
                </a:lnTo>
                <a:lnTo>
                  <a:pt x="51815" y="64770"/>
                </a:lnTo>
                <a:close/>
              </a:path>
              <a:path w="78105" h="384175">
                <a:moveTo>
                  <a:pt x="38862" y="0"/>
                </a:moveTo>
                <a:lnTo>
                  <a:pt x="0" y="77724"/>
                </a:lnTo>
                <a:lnTo>
                  <a:pt x="25907" y="77724"/>
                </a:lnTo>
                <a:lnTo>
                  <a:pt x="25907" y="64770"/>
                </a:lnTo>
                <a:lnTo>
                  <a:pt x="71247" y="64770"/>
                </a:lnTo>
                <a:lnTo>
                  <a:pt x="38862" y="0"/>
                </a:lnTo>
                <a:close/>
              </a:path>
              <a:path w="78105"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43" name="object 43">
            <a:extLst>
              <a:ext uri="{FF2B5EF4-FFF2-40B4-BE49-F238E27FC236}">
                <a16:creationId xmlns:a16="http://schemas.microsoft.com/office/drawing/2014/main" id="{DE749089-3FB9-A5FB-7F78-688935726B8D}"/>
              </a:ext>
            </a:extLst>
          </p:cNvPr>
          <p:cNvSpPr txBox="1"/>
          <p:nvPr/>
        </p:nvSpPr>
        <p:spPr>
          <a:xfrm>
            <a:off x="4083448" y="5156565"/>
            <a:ext cx="457200" cy="449580"/>
          </a:xfrm>
          <a:prstGeom prst="rect">
            <a:avLst/>
          </a:prstGeom>
          <a:solidFill>
            <a:srgbClr val="E1EFD9"/>
          </a:solidFill>
          <a:ln w="6096">
            <a:solidFill>
              <a:srgbClr val="00AF50"/>
            </a:solidFill>
          </a:ln>
        </p:spPr>
        <p:txBody>
          <a:bodyPr vert="horz" wrap="square" lIns="0" tIns="20955" rIns="0" bIns="0" rtlCol="0">
            <a:spAutoFit/>
          </a:bodyPr>
          <a:lstStyle/>
          <a:p>
            <a:pPr marL="159385">
              <a:lnSpc>
                <a:spcPct val="100000"/>
              </a:lnSpc>
              <a:spcBef>
                <a:spcPts val="165"/>
              </a:spcBef>
            </a:pPr>
            <a:r>
              <a:rPr sz="2400" dirty="0">
                <a:latin typeface="Calibri"/>
                <a:cs typeface="Calibri"/>
              </a:rPr>
              <a:t>0</a:t>
            </a:r>
            <a:endParaRPr sz="2400">
              <a:latin typeface="Calibri"/>
              <a:cs typeface="Calibri"/>
            </a:endParaRPr>
          </a:p>
        </p:txBody>
      </p:sp>
      <p:sp>
        <p:nvSpPr>
          <p:cNvPr id="44" name="object 44">
            <a:extLst>
              <a:ext uri="{FF2B5EF4-FFF2-40B4-BE49-F238E27FC236}">
                <a16:creationId xmlns:a16="http://schemas.microsoft.com/office/drawing/2014/main" id="{2A81A56D-7031-3FAD-B2F0-8C34968870A0}"/>
              </a:ext>
            </a:extLst>
          </p:cNvPr>
          <p:cNvSpPr txBox="1"/>
          <p:nvPr/>
        </p:nvSpPr>
        <p:spPr>
          <a:xfrm>
            <a:off x="4138439" y="2604576"/>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alibri"/>
                <a:cs typeface="Calibri"/>
              </a:rPr>
              <a:t>4</a:t>
            </a:r>
            <a:endParaRPr sz="2400">
              <a:latin typeface="Calibri"/>
              <a:cs typeface="Calibri"/>
            </a:endParaRPr>
          </a:p>
        </p:txBody>
      </p:sp>
      <p:sp>
        <p:nvSpPr>
          <p:cNvPr id="45" name="object 45">
            <a:extLst>
              <a:ext uri="{FF2B5EF4-FFF2-40B4-BE49-F238E27FC236}">
                <a16:creationId xmlns:a16="http://schemas.microsoft.com/office/drawing/2014/main" id="{0C41B4A0-5441-C8B8-685D-FEC0630A094C}"/>
              </a:ext>
            </a:extLst>
          </p:cNvPr>
          <p:cNvSpPr txBox="1"/>
          <p:nvPr/>
        </p:nvSpPr>
        <p:spPr>
          <a:xfrm>
            <a:off x="4103640" y="4209398"/>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0000"/>
                </a:solidFill>
                <a:latin typeface="Calibri"/>
                <a:cs typeface="Calibri"/>
              </a:rPr>
              <a:t>-</a:t>
            </a:r>
            <a:r>
              <a:rPr sz="2400" dirty="0">
                <a:solidFill>
                  <a:srgbClr val="FF0000"/>
                </a:solidFill>
                <a:latin typeface="Calibri"/>
                <a:cs typeface="Calibri"/>
              </a:rPr>
              <a:t>2</a:t>
            </a:r>
            <a:endParaRPr sz="2400" dirty="0">
              <a:latin typeface="Calibri"/>
              <a:cs typeface="Calibri"/>
            </a:endParaRPr>
          </a:p>
        </p:txBody>
      </p:sp>
      <p:grpSp>
        <p:nvGrpSpPr>
          <p:cNvPr id="89" name="组合 88">
            <a:extLst>
              <a:ext uri="{FF2B5EF4-FFF2-40B4-BE49-F238E27FC236}">
                <a16:creationId xmlns:a16="http://schemas.microsoft.com/office/drawing/2014/main" id="{2F32EC28-0921-9F8B-7A7E-34404EC43CF7}"/>
              </a:ext>
            </a:extLst>
          </p:cNvPr>
          <p:cNvGrpSpPr/>
          <p:nvPr/>
        </p:nvGrpSpPr>
        <p:grpSpPr>
          <a:xfrm>
            <a:off x="4625228" y="2527269"/>
            <a:ext cx="1022604" cy="758951"/>
            <a:chOff x="4536512" y="2308860"/>
            <a:chExt cx="1022604" cy="758951"/>
          </a:xfrm>
        </p:grpSpPr>
        <p:sp>
          <p:nvSpPr>
            <p:cNvPr id="46" name="object 46">
              <a:extLst>
                <a:ext uri="{FF2B5EF4-FFF2-40B4-BE49-F238E27FC236}">
                  <a16:creationId xmlns:a16="http://schemas.microsoft.com/office/drawing/2014/main" id="{99E49256-C63F-CBB6-FAE1-36DB32FA9DB3}"/>
                </a:ext>
              </a:extLst>
            </p:cNvPr>
            <p:cNvSpPr/>
            <p:nvPr/>
          </p:nvSpPr>
          <p:spPr>
            <a:xfrm>
              <a:off x="4582231" y="2354580"/>
              <a:ext cx="931163" cy="579120"/>
            </a:xfrm>
            <a:prstGeom prst="rect">
              <a:avLst/>
            </a:prstGeom>
            <a:blipFill>
              <a:blip r:embed="rId8" cstate="print"/>
              <a:stretch>
                <a:fillRect/>
              </a:stretch>
            </a:blipFill>
          </p:spPr>
          <p:txBody>
            <a:bodyPr wrap="square" lIns="0" tIns="0" rIns="0" bIns="0" rtlCol="0"/>
            <a:lstStyle/>
            <a:p>
              <a:endParaRPr/>
            </a:p>
          </p:txBody>
        </p:sp>
        <p:sp>
          <p:nvSpPr>
            <p:cNvPr id="47" name="object 47">
              <a:extLst>
                <a:ext uri="{FF2B5EF4-FFF2-40B4-BE49-F238E27FC236}">
                  <a16:creationId xmlns:a16="http://schemas.microsoft.com/office/drawing/2014/main" id="{E8DD2123-41A9-05FB-6EFE-10306941A727}"/>
                </a:ext>
              </a:extLst>
            </p:cNvPr>
            <p:cNvSpPr/>
            <p:nvPr/>
          </p:nvSpPr>
          <p:spPr>
            <a:xfrm>
              <a:off x="4536512" y="2308860"/>
              <a:ext cx="1022604" cy="758951"/>
            </a:xfrm>
            <a:prstGeom prst="rect">
              <a:avLst/>
            </a:prstGeom>
            <a:blipFill>
              <a:blip r:embed="rId9" cstate="print"/>
              <a:stretch>
                <a:fillRect/>
              </a:stretch>
            </a:blipFill>
          </p:spPr>
          <p:txBody>
            <a:bodyPr wrap="square" lIns="0" tIns="0" rIns="0" bIns="0" rtlCol="0"/>
            <a:lstStyle/>
            <a:p>
              <a:endParaRPr/>
            </a:p>
          </p:txBody>
        </p:sp>
        <p:sp>
          <p:nvSpPr>
            <p:cNvPr id="48" name="object 48">
              <a:extLst>
                <a:ext uri="{FF2B5EF4-FFF2-40B4-BE49-F238E27FC236}">
                  <a16:creationId xmlns:a16="http://schemas.microsoft.com/office/drawing/2014/main" id="{A0753658-F4DC-3D78-9CB2-8D05DC336FE7}"/>
                </a:ext>
              </a:extLst>
            </p:cNvPr>
            <p:cNvSpPr/>
            <p:nvPr/>
          </p:nvSpPr>
          <p:spPr>
            <a:xfrm>
              <a:off x="4641668" y="2394204"/>
              <a:ext cx="812291" cy="461772"/>
            </a:xfrm>
            <a:prstGeom prst="rect">
              <a:avLst/>
            </a:prstGeom>
            <a:blipFill>
              <a:blip r:embed="rId10" cstate="print"/>
              <a:stretch>
                <a:fillRect/>
              </a:stretch>
            </a:blipFill>
          </p:spPr>
          <p:txBody>
            <a:bodyPr wrap="square" lIns="0" tIns="0" rIns="0" bIns="0" rtlCol="0"/>
            <a:lstStyle/>
            <a:p>
              <a:endParaRPr/>
            </a:p>
          </p:txBody>
        </p:sp>
        <p:sp>
          <p:nvSpPr>
            <p:cNvPr id="49" name="object 49">
              <a:extLst>
                <a:ext uri="{FF2B5EF4-FFF2-40B4-BE49-F238E27FC236}">
                  <a16:creationId xmlns:a16="http://schemas.microsoft.com/office/drawing/2014/main" id="{A4E197C1-20B1-E27C-E452-2CBA3F15888A}"/>
                </a:ext>
              </a:extLst>
            </p:cNvPr>
            <p:cNvSpPr txBox="1"/>
            <p:nvPr/>
          </p:nvSpPr>
          <p:spPr>
            <a:xfrm>
              <a:off x="4641668" y="2408301"/>
              <a:ext cx="812800" cy="391160"/>
            </a:xfrm>
            <a:prstGeom prst="rect">
              <a:avLst/>
            </a:prstGeom>
          </p:spPr>
          <p:txBody>
            <a:bodyPr vert="horz" wrap="square" lIns="0" tIns="12700" rIns="0" bIns="0" rtlCol="0">
              <a:spAutoFit/>
            </a:bodyPr>
            <a:lstStyle/>
            <a:p>
              <a:pPr marL="137160">
                <a:lnSpc>
                  <a:spcPct val="100000"/>
                </a:lnSpc>
                <a:spcBef>
                  <a:spcPts val="100"/>
                </a:spcBef>
              </a:pPr>
              <a:r>
                <a:rPr sz="2400" spc="-5" dirty="0">
                  <a:solidFill>
                    <a:srgbClr val="0000FF"/>
                  </a:solidFill>
                  <a:latin typeface="Calibri"/>
                  <a:cs typeface="Calibri"/>
                </a:rPr>
                <a:t>0.98</a:t>
              </a:r>
              <a:endParaRPr sz="2400" dirty="0">
                <a:latin typeface="Calibri"/>
                <a:cs typeface="Calibri"/>
              </a:endParaRPr>
            </a:p>
          </p:txBody>
        </p:sp>
      </p:grpSp>
      <p:grpSp>
        <p:nvGrpSpPr>
          <p:cNvPr id="90" name="组合 89">
            <a:extLst>
              <a:ext uri="{FF2B5EF4-FFF2-40B4-BE49-F238E27FC236}">
                <a16:creationId xmlns:a16="http://schemas.microsoft.com/office/drawing/2014/main" id="{F58C21D4-6179-8881-DD91-D2F3C34ADA8C}"/>
              </a:ext>
            </a:extLst>
          </p:cNvPr>
          <p:cNvGrpSpPr/>
          <p:nvPr/>
        </p:nvGrpSpPr>
        <p:grpSpPr>
          <a:xfrm>
            <a:off x="4629040" y="4071476"/>
            <a:ext cx="1022603" cy="758952"/>
            <a:chOff x="4559372" y="3913631"/>
            <a:chExt cx="1022603" cy="758952"/>
          </a:xfrm>
        </p:grpSpPr>
        <p:sp>
          <p:nvSpPr>
            <p:cNvPr id="50" name="object 50">
              <a:extLst>
                <a:ext uri="{FF2B5EF4-FFF2-40B4-BE49-F238E27FC236}">
                  <a16:creationId xmlns:a16="http://schemas.microsoft.com/office/drawing/2014/main" id="{FDD43238-2CDB-6B65-42B3-BC0B0C9E441F}"/>
                </a:ext>
              </a:extLst>
            </p:cNvPr>
            <p:cNvSpPr/>
            <p:nvPr/>
          </p:nvSpPr>
          <p:spPr>
            <a:xfrm>
              <a:off x="4605091" y="3960875"/>
              <a:ext cx="929640" cy="579119"/>
            </a:xfrm>
            <a:prstGeom prst="rect">
              <a:avLst/>
            </a:prstGeom>
            <a:blipFill>
              <a:blip r:embed="rId11" cstate="print"/>
              <a:stretch>
                <a:fillRect/>
              </a:stretch>
            </a:blipFill>
          </p:spPr>
          <p:txBody>
            <a:bodyPr wrap="square" lIns="0" tIns="0" rIns="0" bIns="0" rtlCol="0"/>
            <a:lstStyle/>
            <a:p>
              <a:endParaRPr/>
            </a:p>
          </p:txBody>
        </p:sp>
        <p:sp>
          <p:nvSpPr>
            <p:cNvPr id="51" name="object 51">
              <a:extLst>
                <a:ext uri="{FF2B5EF4-FFF2-40B4-BE49-F238E27FC236}">
                  <a16:creationId xmlns:a16="http://schemas.microsoft.com/office/drawing/2014/main" id="{28505F53-5792-287C-4B5C-840B6053B3A3}"/>
                </a:ext>
              </a:extLst>
            </p:cNvPr>
            <p:cNvSpPr/>
            <p:nvPr/>
          </p:nvSpPr>
          <p:spPr>
            <a:xfrm>
              <a:off x="4559372" y="3913631"/>
              <a:ext cx="1022603" cy="758952"/>
            </a:xfrm>
            <a:prstGeom prst="rect">
              <a:avLst/>
            </a:prstGeom>
            <a:blipFill>
              <a:blip r:embed="rId12" cstate="print"/>
              <a:stretch>
                <a:fillRect/>
              </a:stretch>
            </a:blipFill>
          </p:spPr>
          <p:txBody>
            <a:bodyPr wrap="square" lIns="0" tIns="0" rIns="0" bIns="0" rtlCol="0"/>
            <a:lstStyle/>
            <a:p>
              <a:endParaRPr/>
            </a:p>
          </p:txBody>
        </p:sp>
        <p:sp>
          <p:nvSpPr>
            <p:cNvPr id="52" name="object 52">
              <a:extLst>
                <a:ext uri="{FF2B5EF4-FFF2-40B4-BE49-F238E27FC236}">
                  <a16:creationId xmlns:a16="http://schemas.microsoft.com/office/drawing/2014/main" id="{7B62FA3C-CE16-5676-47D3-20F07904DF5F}"/>
                </a:ext>
              </a:extLst>
            </p:cNvPr>
            <p:cNvSpPr/>
            <p:nvPr/>
          </p:nvSpPr>
          <p:spPr>
            <a:xfrm>
              <a:off x="4672275" y="4026625"/>
              <a:ext cx="810768" cy="461771"/>
            </a:xfrm>
            <a:prstGeom prst="rect">
              <a:avLst/>
            </a:prstGeom>
            <a:blipFill>
              <a:blip r:embed="rId13" cstate="print"/>
              <a:stretch>
                <a:fillRect/>
              </a:stretch>
            </a:blipFill>
          </p:spPr>
          <p:txBody>
            <a:bodyPr wrap="square" lIns="0" tIns="0" rIns="0" bIns="0" rtlCol="0"/>
            <a:lstStyle/>
            <a:p>
              <a:pPr marL="137160">
                <a:spcBef>
                  <a:spcPts val="100"/>
                </a:spcBef>
              </a:pPr>
              <a:r>
                <a:rPr lang="en-US" altLang="zh-CN" sz="2400" spc="-5" dirty="0">
                  <a:solidFill>
                    <a:srgbClr val="0000FF"/>
                  </a:solidFill>
                  <a:latin typeface="Calibri"/>
                  <a:cs typeface="Calibri"/>
                </a:rPr>
                <a:t>0.12</a:t>
              </a:r>
              <a:endParaRPr sz="2400" spc="-5" dirty="0">
                <a:solidFill>
                  <a:srgbClr val="0000FF"/>
                </a:solidFill>
                <a:latin typeface="Calibri"/>
                <a:cs typeface="Calibri"/>
              </a:endParaRPr>
            </a:p>
          </p:txBody>
        </p:sp>
      </p:grpSp>
      <p:sp>
        <p:nvSpPr>
          <p:cNvPr id="53" name="object 53">
            <a:extLst>
              <a:ext uri="{FF2B5EF4-FFF2-40B4-BE49-F238E27FC236}">
                <a16:creationId xmlns:a16="http://schemas.microsoft.com/office/drawing/2014/main" id="{62A145B2-9E06-A904-58FB-5B5995927E66}"/>
              </a:ext>
            </a:extLst>
          </p:cNvPr>
          <p:cNvSpPr txBox="1"/>
          <p:nvPr/>
        </p:nvSpPr>
        <p:spPr>
          <a:xfrm>
            <a:off x="5637166" y="2636630"/>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2</a:t>
            </a:r>
            <a:endParaRPr sz="2400">
              <a:latin typeface="Calibri"/>
              <a:cs typeface="Calibri"/>
            </a:endParaRPr>
          </a:p>
        </p:txBody>
      </p:sp>
      <p:sp>
        <p:nvSpPr>
          <p:cNvPr id="54" name="object 54">
            <a:extLst>
              <a:ext uri="{FF2B5EF4-FFF2-40B4-BE49-F238E27FC236}">
                <a16:creationId xmlns:a16="http://schemas.microsoft.com/office/drawing/2014/main" id="{BCC2B1FA-0994-BA99-5326-6D67CB111ED5}"/>
              </a:ext>
            </a:extLst>
          </p:cNvPr>
          <p:cNvSpPr txBox="1"/>
          <p:nvPr/>
        </p:nvSpPr>
        <p:spPr>
          <a:xfrm>
            <a:off x="5808361" y="3224895"/>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p>
        </p:txBody>
      </p:sp>
      <p:sp>
        <p:nvSpPr>
          <p:cNvPr id="55" name="object 55">
            <a:extLst>
              <a:ext uri="{FF2B5EF4-FFF2-40B4-BE49-F238E27FC236}">
                <a16:creationId xmlns:a16="http://schemas.microsoft.com/office/drawing/2014/main" id="{B21A9163-DDE8-EE82-8348-06AF574B61A0}"/>
              </a:ext>
            </a:extLst>
          </p:cNvPr>
          <p:cNvSpPr txBox="1"/>
          <p:nvPr/>
        </p:nvSpPr>
        <p:spPr>
          <a:xfrm>
            <a:off x="5783923" y="4743307"/>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p>
        </p:txBody>
      </p:sp>
      <p:sp>
        <p:nvSpPr>
          <p:cNvPr id="57" name="object 57">
            <a:extLst>
              <a:ext uri="{FF2B5EF4-FFF2-40B4-BE49-F238E27FC236}">
                <a16:creationId xmlns:a16="http://schemas.microsoft.com/office/drawing/2014/main" id="{7003580F-1DAC-B5DB-45E9-6A205A431262}"/>
              </a:ext>
            </a:extLst>
          </p:cNvPr>
          <p:cNvSpPr txBox="1"/>
          <p:nvPr/>
        </p:nvSpPr>
        <p:spPr>
          <a:xfrm>
            <a:off x="7981331" y="3225479"/>
            <a:ext cx="27305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58" name="object 58">
            <a:extLst>
              <a:ext uri="{FF2B5EF4-FFF2-40B4-BE49-F238E27FC236}">
                <a16:creationId xmlns:a16="http://schemas.microsoft.com/office/drawing/2014/main" id="{A3B6D9DE-F21A-A42C-8099-852CAA66DC30}"/>
              </a:ext>
            </a:extLst>
          </p:cNvPr>
          <p:cNvSpPr txBox="1"/>
          <p:nvPr/>
        </p:nvSpPr>
        <p:spPr>
          <a:xfrm>
            <a:off x="8045467" y="4754206"/>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4</a:t>
            </a:r>
            <a:endParaRPr sz="2400">
              <a:latin typeface="Calibri"/>
              <a:cs typeface="Calibri"/>
            </a:endParaRPr>
          </a:p>
        </p:txBody>
      </p:sp>
      <p:sp>
        <p:nvSpPr>
          <p:cNvPr id="59" name="object 59">
            <a:extLst>
              <a:ext uri="{FF2B5EF4-FFF2-40B4-BE49-F238E27FC236}">
                <a16:creationId xmlns:a16="http://schemas.microsoft.com/office/drawing/2014/main" id="{E738ACA3-7D70-2939-0938-A8A420261198}"/>
              </a:ext>
            </a:extLst>
          </p:cNvPr>
          <p:cNvSpPr txBox="1"/>
          <p:nvPr/>
        </p:nvSpPr>
        <p:spPr>
          <a:xfrm>
            <a:off x="7967361" y="4172518"/>
            <a:ext cx="27305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grpSp>
        <p:nvGrpSpPr>
          <p:cNvPr id="91" name="组合 90">
            <a:extLst>
              <a:ext uri="{FF2B5EF4-FFF2-40B4-BE49-F238E27FC236}">
                <a16:creationId xmlns:a16="http://schemas.microsoft.com/office/drawing/2014/main" id="{658AAD3B-3BB1-D6E0-AEB1-FB1F591A1E60}"/>
              </a:ext>
            </a:extLst>
          </p:cNvPr>
          <p:cNvGrpSpPr/>
          <p:nvPr/>
        </p:nvGrpSpPr>
        <p:grpSpPr>
          <a:xfrm>
            <a:off x="6750447" y="2529188"/>
            <a:ext cx="1022603" cy="758951"/>
            <a:chOff x="6680779" y="2371343"/>
            <a:chExt cx="1022603" cy="758951"/>
          </a:xfrm>
        </p:grpSpPr>
        <p:sp>
          <p:nvSpPr>
            <p:cNvPr id="60" name="object 60">
              <a:extLst>
                <a:ext uri="{FF2B5EF4-FFF2-40B4-BE49-F238E27FC236}">
                  <a16:creationId xmlns:a16="http://schemas.microsoft.com/office/drawing/2014/main" id="{5E384BC1-E028-45D1-F80E-38884B1A33A9}"/>
                </a:ext>
              </a:extLst>
            </p:cNvPr>
            <p:cNvSpPr/>
            <p:nvPr/>
          </p:nvSpPr>
          <p:spPr>
            <a:xfrm>
              <a:off x="6726499" y="2418587"/>
              <a:ext cx="929639" cy="579120"/>
            </a:xfrm>
            <a:prstGeom prst="rect">
              <a:avLst/>
            </a:prstGeom>
            <a:blipFill>
              <a:blip r:embed="rId11" cstate="print"/>
              <a:stretch>
                <a:fillRect/>
              </a:stretch>
            </a:blipFill>
          </p:spPr>
          <p:txBody>
            <a:bodyPr wrap="square" lIns="0" tIns="0" rIns="0" bIns="0" rtlCol="0"/>
            <a:lstStyle/>
            <a:p>
              <a:endParaRPr/>
            </a:p>
          </p:txBody>
        </p:sp>
        <p:sp>
          <p:nvSpPr>
            <p:cNvPr id="61" name="object 61">
              <a:extLst>
                <a:ext uri="{FF2B5EF4-FFF2-40B4-BE49-F238E27FC236}">
                  <a16:creationId xmlns:a16="http://schemas.microsoft.com/office/drawing/2014/main" id="{28E74662-7E2C-2F3A-DAA4-8103154BB075}"/>
                </a:ext>
              </a:extLst>
            </p:cNvPr>
            <p:cNvSpPr/>
            <p:nvPr/>
          </p:nvSpPr>
          <p:spPr>
            <a:xfrm>
              <a:off x="6680779" y="2371343"/>
              <a:ext cx="1022603" cy="758951"/>
            </a:xfrm>
            <a:prstGeom prst="rect">
              <a:avLst/>
            </a:prstGeom>
            <a:blipFill>
              <a:blip r:embed="rId14" cstate="print"/>
              <a:stretch>
                <a:fillRect/>
              </a:stretch>
            </a:blipFill>
          </p:spPr>
          <p:txBody>
            <a:bodyPr wrap="square" lIns="0" tIns="0" rIns="0" bIns="0" rtlCol="0"/>
            <a:lstStyle/>
            <a:p>
              <a:endParaRPr/>
            </a:p>
          </p:txBody>
        </p:sp>
        <p:sp>
          <p:nvSpPr>
            <p:cNvPr id="62" name="object 62">
              <a:extLst>
                <a:ext uri="{FF2B5EF4-FFF2-40B4-BE49-F238E27FC236}">
                  <a16:creationId xmlns:a16="http://schemas.microsoft.com/office/drawing/2014/main" id="{9D96EC92-F89C-B502-4243-56761C7BC4CA}"/>
                </a:ext>
              </a:extLst>
            </p:cNvPr>
            <p:cNvSpPr/>
            <p:nvPr/>
          </p:nvSpPr>
          <p:spPr>
            <a:xfrm>
              <a:off x="6785936" y="2458212"/>
              <a:ext cx="810768" cy="461772"/>
            </a:xfrm>
            <a:prstGeom prst="rect">
              <a:avLst/>
            </a:prstGeom>
            <a:blipFill>
              <a:blip r:embed="rId15" cstate="print"/>
              <a:stretch>
                <a:fillRect/>
              </a:stretch>
            </a:blipFill>
          </p:spPr>
          <p:txBody>
            <a:bodyPr wrap="square" lIns="0" tIns="0" rIns="0" bIns="0" rtlCol="0"/>
            <a:lstStyle/>
            <a:p>
              <a:pPr marL="138430">
                <a:spcBef>
                  <a:spcPts val="100"/>
                </a:spcBef>
              </a:pPr>
              <a:r>
                <a:rPr lang="en-US" altLang="zh-CN" sz="2400" spc="-10" dirty="0">
                  <a:solidFill>
                    <a:srgbClr val="0000FF"/>
                  </a:solidFill>
                  <a:latin typeface="Calibri"/>
                  <a:cs typeface="Calibri"/>
                </a:rPr>
                <a:t>0.86</a:t>
              </a:r>
              <a:endParaRPr sz="2400" spc="-10" dirty="0">
                <a:solidFill>
                  <a:srgbClr val="0000FF"/>
                </a:solidFill>
                <a:latin typeface="Calibri"/>
                <a:cs typeface="Calibri"/>
              </a:endParaRPr>
            </a:p>
          </p:txBody>
        </p:sp>
      </p:grpSp>
      <p:grpSp>
        <p:nvGrpSpPr>
          <p:cNvPr id="92" name="组合 91">
            <a:extLst>
              <a:ext uri="{FF2B5EF4-FFF2-40B4-BE49-F238E27FC236}">
                <a16:creationId xmlns:a16="http://schemas.microsoft.com/office/drawing/2014/main" id="{1143B552-E96D-C9DE-5196-61330FCCDD86}"/>
              </a:ext>
            </a:extLst>
          </p:cNvPr>
          <p:cNvGrpSpPr/>
          <p:nvPr/>
        </p:nvGrpSpPr>
        <p:grpSpPr>
          <a:xfrm>
            <a:off x="6771784" y="4135485"/>
            <a:ext cx="1022603" cy="758951"/>
            <a:chOff x="6702116" y="3977640"/>
            <a:chExt cx="1022603" cy="758951"/>
          </a:xfrm>
        </p:grpSpPr>
        <p:sp>
          <p:nvSpPr>
            <p:cNvPr id="64" name="object 64">
              <a:extLst>
                <a:ext uri="{FF2B5EF4-FFF2-40B4-BE49-F238E27FC236}">
                  <a16:creationId xmlns:a16="http://schemas.microsoft.com/office/drawing/2014/main" id="{C86C69CB-F16E-B4FF-7AC2-D1D48B0F7169}"/>
                </a:ext>
              </a:extLst>
            </p:cNvPr>
            <p:cNvSpPr/>
            <p:nvPr/>
          </p:nvSpPr>
          <p:spPr>
            <a:xfrm>
              <a:off x="6747836" y="4023359"/>
              <a:ext cx="931163" cy="579120"/>
            </a:xfrm>
            <a:prstGeom prst="rect">
              <a:avLst/>
            </a:prstGeom>
            <a:blipFill>
              <a:blip r:embed="rId8" cstate="print"/>
              <a:stretch>
                <a:fillRect/>
              </a:stretch>
            </a:blipFill>
          </p:spPr>
          <p:txBody>
            <a:bodyPr wrap="square" lIns="0" tIns="0" rIns="0" bIns="0" rtlCol="0"/>
            <a:lstStyle/>
            <a:p>
              <a:endParaRPr/>
            </a:p>
          </p:txBody>
        </p:sp>
        <p:sp>
          <p:nvSpPr>
            <p:cNvPr id="65" name="object 65">
              <a:extLst>
                <a:ext uri="{FF2B5EF4-FFF2-40B4-BE49-F238E27FC236}">
                  <a16:creationId xmlns:a16="http://schemas.microsoft.com/office/drawing/2014/main" id="{2A3C177F-AB41-7624-CBDD-1CC3655C1C02}"/>
                </a:ext>
              </a:extLst>
            </p:cNvPr>
            <p:cNvSpPr/>
            <p:nvPr/>
          </p:nvSpPr>
          <p:spPr>
            <a:xfrm>
              <a:off x="6702116" y="3977640"/>
              <a:ext cx="1022603" cy="758951"/>
            </a:xfrm>
            <a:prstGeom prst="rect">
              <a:avLst/>
            </a:prstGeom>
            <a:blipFill>
              <a:blip r:embed="rId16" cstate="print"/>
              <a:stretch>
                <a:fillRect/>
              </a:stretch>
            </a:blipFill>
          </p:spPr>
          <p:txBody>
            <a:bodyPr wrap="square" lIns="0" tIns="0" rIns="0" bIns="0" rtlCol="0"/>
            <a:lstStyle/>
            <a:p>
              <a:endParaRPr/>
            </a:p>
          </p:txBody>
        </p:sp>
        <p:sp>
          <p:nvSpPr>
            <p:cNvPr id="66" name="object 66">
              <a:extLst>
                <a:ext uri="{FF2B5EF4-FFF2-40B4-BE49-F238E27FC236}">
                  <a16:creationId xmlns:a16="http://schemas.microsoft.com/office/drawing/2014/main" id="{4AB593C5-35D1-8BA0-8A25-4C52F3B2FBB8}"/>
                </a:ext>
              </a:extLst>
            </p:cNvPr>
            <p:cNvSpPr/>
            <p:nvPr/>
          </p:nvSpPr>
          <p:spPr>
            <a:xfrm>
              <a:off x="6807272" y="4062983"/>
              <a:ext cx="812291" cy="461772"/>
            </a:xfrm>
            <a:prstGeom prst="rect">
              <a:avLst/>
            </a:prstGeom>
            <a:blipFill>
              <a:blip r:embed="rId17" cstate="print"/>
              <a:stretch>
                <a:fillRect/>
              </a:stretch>
            </a:blipFill>
          </p:spPr>
          <p:txBody>
            <a:bodyPr wrap="square" lIns="0" tIns="0" rIns="0" bIns="0" rtlCol="0"/>
            <a:lstStyle/>
            <a:p>
              <a:endParaRPr/>
            </a:p>
          </p:txBody>
        </p:sp>
        <p:sp>
          <p:nvSpPr>
            <p:cNvPr id="67" name="object 67">
              <a:extLst>
                <a:ext uri="{FF2B5EF4-FFF2-40B4-BE49-F238E27FC236}">
                  <a16:creationId xmlns:a16="http://schemas.microsoft.com/office/drawing/2014/main" id="{B39764F9-F45B-E4AD-DB74-A22FE41610ED}"/>
                </a:ext>
              </a:extLst>
            </p:cNvPr>
            <p:cNvSpPr txBox="1"/>
            <p:nvPr/>
          </p:nvSpPr>
          <p:spPr>
            <a:xfrm>
              <a:off x="6807272" y="4077157"/>
              <a:ext cx="812800" cy="391795"/>
            </a:xfrm>
            <a:prstGeom prst="rect">
              <a:avLst/>
            </a:prstGeom>
          </p:spPr>
          <p:txBody>
            <a:bodyPr vert="horz" wrap="square" lIns="0" tIns="12700" rIns="0" bIns="0" rtlCol="0">
              <a:spAutoFit/>
            </a:bodyPr>
            <a:lstStyle/>
            <a:p>
              <a:pPr marL="138430">
                <a:lnSpc>
                  <a:spcPct val="100000"/>
                </a:lnSpc>
                <a:spcBef>
                  <a:spcPts val="100"/>
                </a:spcBef>
              </a:pPr>
              <a:r>
                <a:rPr sz="2400" spc="-10" dirty="0">
                  <a:solidFill>
                    <a:srgbClr val="0000FF"/>
                  </a:solidFill>
                  <a:latin typeface="Calibri"/>
                  <a:cs typeface="Calibri"/>
                </a:rPr>
                <a:t>0.11</a:t>
              </a:r>
              <a:endParaRPr sz="2400" dirty="0">
                <a:latin typeface="Calibri"/>
                <a:cs typeface="Calibri"/>
              </a:endParaRPr>
            </a:p>
          </p:txBody>
        </p:sp>
      </p:grpSp>
      <p:grpSp>
        <p:nvGrpSpPr>
          <p:cNvPr id="93" name="组合 92">
            <a:extLst>
              <a:ext uri="{FF2B5EF4-FFF2-40B4-BE49-F238E27FC236}">
                <a16:creationId xmlns:a16="http://schemas.microsoft.com/office/drawing/2014/main" id="{91BFFEF2-6779-A0C0-B5CB-28DF04E968FA}"/>
              </a:ext>
            </a:extLst>
          </p:cNvPr>
          <p:cNvGrpSpPr/>
          <p:nvPr/>
        </p:nvGrpSpPr>
        <p:grpSpPr>
          <a:xfrm>
            <a:off x="9048640" y="2536808"/>
            <a:ext cx="931164" cy="579120"/>
            <a:chOff x="8978972" y="2378963"/>
            <a:chExt cx="931164" cy="579120"/>
          </a:xfrm>
        </p:grpSpPr>
        <p:sp>
          <p:nvSpPr>
            <p:cNvPr id="5" name="object 5">
              <a:extLst>
                <a:ext uri="{FF2B5EF4-FFF2-40B4-BE49-F238E27FC236}">
                  <a16:creationId xmlns:a16="http://schemas.microsoft.com/office/drawing/2014/main" id="{C7830C2C-276A-59BE-9536-2ED699EB79C2}"/>
                </a:ext>
              </a:extLst>
            </p:cNvPr>
            <p:cNvSpPr/>
            <p:nvPr/>
          </p:nvSpPr>
          <p:spPr>
            <a:xfrm>
              <a:off x="9154993" y="2862072"/>
              <a:ext cx="648970" cy="78105"/>
            </a:xfrm>
            <a:custGeom>
              <a:avLst/>
              <a:gdLst/>
              <a:ahLst/>
              <a:cxnLst/>
              <a:rect l="l" t="t" r="r" b="b"/>
              <a:pathLst>
                <a:path w="648970" h="78105">
                  <a:moveTo>
                    <a:pt x="571246" y="0"/>
                  </a:moveTo>
                  <a:lnTo>
                    <a:pt x="571246" y="77724"/>
                  </a:lnTo>
                  <a:lnTo>
                    <a:pt x="623061" y="51816"/>
                  </a:lnTo>
                  <a:lnTo>
                    <a:pt x="584200" y="51816"/>
                  </a:lnTo>
                  <a:lnTo>
                    <a:pt x="584200" y="25908"/>
                  </a:lnTo>
                  <a:lnTo>
                    <a:pt x="623062" y="25908"/>
                  </a:lnTo>
                  <a:lnTo>
                    <a:pt x="571246" y="0"/>
                  </a:lnTo>
                  <a:close/>
                </a:path>
                <a:path w="648970" h="78105">
                  <a:moveTo>
                    <a:pt x="571246" y="25908"/>
                  </a:moveTo>
                  <a:lnTo>
                    <a:pt x="0" y="25908"/>
                  </a:lnTo>
                  <a:lnTo>
                    <a:pt x="0" y="51816"/>
                  </a:lnTo>
                  <a:lnTo>
                    <a:pt x="571246" y="51816"/>
                  </a:lnTo>
                  <a:lnTo>
                    <a:pt x="571246" y="25908"/>
                  </a:lnTo>
                  <a:close/>
                </a:path>
                <a:path w="648970" h="78105">
                  <a:moveTo>
                    <a:pt x="623062" y="25908"/>
                  </a:moveTo>
                  <a:lnTo>
                    <a:pt x="584200" y="25908"/>
                  </a:lnTo>
                  <a:lnTo>
                    <a:pt x="584200" y="51816"/>
                  </a:lnTo>
                  <a:lnTo>
                    <a:pt x="623061" y="51816"/>
                  </a:lnTo>
                  <a:lnTo>
                    <a:pt x="648970" y="38862"/>
                  </a:lnTo>
                  <a:lnTo>
                    <a:pt x="623062" y="25908"/>
                  </a:lnTo>
                  <a:close/>
                </a:path>
              </a:pathLst>
            </a:custGeom>
            <a:solidFill>
              <a:srgbClr val="000000"/>
            </a:solidFill>
          </p:spPr>
          <p:txBody>
            <a:bodyPr wrap="square" lIns="0" tIns="0" rIns="0" bIns="0" rtlCol="0"/>
            <a:lstStyle/>
            <a:p>
              <a:endParaRPr/>
            </a:p>
          </p:txBody>
        </p:sp>
        <p:sp>
          <p:nvSpPr>
            <p:cNvPr id="68" name="object 68">
              <a:extLst>
                <a:ext uri="{FF2B5EF4-FFF2-40B4-BE49-F238E27FC236}">
                  <a16:creationId xmlns:a16="http://schemas.microsoft.com/office/drawing/2014/main" id="{325DDBBC-00B6-AE5B-3144-8FA4A4C1A3A3}"/>
                </a:ext>
              </a:extLst>
            </p:cNvPr>
            <p:cNvSpPr/>
            <p:nvPr/>
          </p:nvSpPr>
          <p:spPr>
            <a:xfrm>
              <a:off x="8978972" y="2378963"/>
              <a:ext cx="931164" cy="579120"/>
            </a:xfrm>
            <a:prstGeom prst="rect">
              <a:avLst/>
            </a:prstGeom>
            <a:blipFill>
              <a:blip r:embed="rId8" cstate="print"/>
              <a:stretch>
                <a:fillRect/>
              </a:stretch>
            </a:blipFill>
          </p:spPr>
          <p:txBody>
            <a:bodyPr wrap="square" lIns="0" tIns="0" rIns="0" bIns="0" rtlCol="0"/>
            <a:lstStyle/>
            <a:p>
              <a:endParaRPr/>
            </a:p>
          </p:txBody>
        </p:sp>
        <p:sp>
          <p:nvSpPr>
            <p:cNvPr id="70" name="object 70">
              <a:extLst>
                <a:ext uri="{FF2B5EF4-FFF2-40B4-BE49-F238E27FC236}">
                  <a16:creationId xmlns:a16="http://schemas.microsoft.com/office/drawing/2014/main" id="{28B1F0E4-72ED-0D6B-40F2-A4641332202B}"/>
                </a:ext>
              </a:extLst>
            </p:cNvPr>
            <p:cNvSpPr/>
            <p:nvPr/>
          </p:nvSpPr>
          <p:spPr>
            <a:xfrm>
              <a:off x="9038408" y="2418587"/>
              <a:ext cx="812292" cy="461772"/>
            </a:xfrm>
            <a:prstGeom prst="rect">
              <a:avLst/>
            </a:prstGeom>
            <a:blipFill>
              <a:blip r:embed="rId18" cstate="print"/>
              <a:stretch>
                <a:fillRect/>
              </a:stretch>
            </a:blipFill>
          </p:spPr>
          <p:txBody>
            <a:bodyPr wrap="square" lIns="0" tIns="0" rIns="0" bIns="0" rtlCol="0"/>
            <a:lstStyle/>
            <a:p>
              <a:endParaRPr/>
            </a:p>
          </p:txBody>
        </p:sp>
        <p:sp>
          <p:nvSpPr>
            <p:cNvPr id="71" name="object 71">
              <a:extLst>
                <a:ext uri="{FF2B5EF4-FFF2-40B4-BE49-F238E27FC236}">
                  <a16:creationId xmlns:a16="http://schemas.microsoft.com/office/drawing/2014/main" id="{AA862761-8C4C-3770-4648-75F0B3FC7759}"/>
                </a:ext>
              </a:extLst>
            </p:cNvPr>
            <p:cNvSpPr txBox="1"/>
            <p:nvPr/>
          </p:nvSpPr>
          <p:spPr>
            <a:xfrm>
              <a:off x="9038408" y="2432431"/>
              <a:ext cx="812800" cy="391160"/>
            </a:xfrm>
            <a:prstGeom prst="rect">
              <a:avLst/>
            </a:prstGeom>
          </p:spPr>
          <p:txBody>
            <a:bodyPr vert="horz" wrap="square" lIns="0" tIns="12700" rIns="0" bIns="0" rtlCol="0">
              <a:spAutoFit/>
            </a:bodyPr>
            <a:lstStyle/>
            <a:p>
              <a:pPr marL="138430">
                <a:lnSpc>
                  <a:spcPct val="100000"/>
                </a:lnSpc>
                <a:spcBef>
                  <a:spcPts val="100"/>
                </a:spcBef>
              </a:pPr>
              <a:r>
                <a:rPr sz="2400" spc="-5" dirty="0">
                  <a:solidFill>
                    <a:srgbClr val="0000FF"/>
                  </a:solidFill>
                  <a:latin typeface="Calibri"/>
                  <a:cs typeface="Calibri"/>
                </a:rPr>
                <a:t>0.62</a:t>
              </a:r>
              <a:endParaRPr sz="2400" dirty="0">
                <a:latin typeface="Calibri"/>
                <a:cs typeface="Calibri"/>
              </a:endParaRPr>
            </a:p>
          </p:txBody>
        </p:sp>
      </p:grpSp>
      <p:grpSp>
        <p:nvGrpSpPr>
          <p:cNvPr id="94" name="组合 93">
            <a:extLst>
              <a:ext uri="{FF2B5EF4-FFF2-40B4-BE49-F238E27FC236}">
                <a16:creationId xmlns:a16="http://schemas.microsoft.com/office/drawing/2014/main" id="{B01C8E2D-154D-B56D-6B7B-E15B9FFF5168}"/>
              </a:ext>
            </a:extLst>
          </p:cNvPr>
          <p:cNvGrpSpPr/>
          <p:nvPr/>
        </p:nvGrpSpPr>
        <p:grpSpPr>
          <a:xfrm>
            <a:off x="9147320" y="4139652"/>
            <a:ext cx="929640" cy="614554"/>
            <a:chOff x="9001831" y="3985259"/>
            <a:chExt cx="929640" cy="614554"/>
          </a:xfrm>
        </p:grpSpPr>
        <p:sp>
          <p:nvSpPr>
            <p:cNvPr id="4" name="object 4">
              <a:extLst>
                <a:ext uri="{FF2B5EF4-FFF2-40B4-BE49-F238E27FC236}">
                  <a16:creationId xmlns:a16="http://schemas.microsoft.com/office/drawing/2014/main" id="{B083369C-EA77-BB0C-DE07-C4D23C852970}"/>
                </a:ext>
              </a:extLst>
            </p:cNvPr>
            <p:cNvSpPr/>
            <p:nvPr/>
          </p:nvSpPr>
          <p:spPr>
            <a:xfrm>
              <a:off x="9154993" y="4521708"/>
              <a:ext cx="655955" cy="78105"/>
            </a:xfrm>
            <a:custGeom>
              <a:avLst/>
              <a:gdLst/>
              <a:ahLst/>
              <a:cxnLst/>
              <a:rect l="l" t="t" r="r" b="b"/>
              <a:pathLst>
                <a:path w="655954" h="78104">
                  <a:moveTo>
                    <a:pt x="577977" y="0"/>
                  </a:moveTo>
                  <a:lnTo>
                    <a:pt x="577977" y="77724"/>
                  </a:lnTo>
                  <a:lnTo>
                    <a:pt x="629793" y="51816"/>
                  </a:lnTo>
                  <a:lnTo>
                    <a:pt x="590931" y="51816"/>
                  </a:lnTo>
                  <a:lnTo>
                    <a:pt x="590931" y="25908"/>
                  </a:lnTo>
                  <a:lnTo>
                    <a:pt x="629793" y="25908"/>
                  </a:lnTo>
                  <a:lnTo>
                    <a:pt x="577977" y="0"/>
                  </a:lnTo>
                  <a:close/>
                </a:path>
                <a:path w="655954" h="78104">
                  <a:moveTo>
                    <a:pt x="577977" y="25908"/>
                  </a:moveTo>
                  <a:lnTo>
                    <a:pt x="0" y="25908"/>
                  </a:lnTo>
                  <a:lnTo>
                    <a:pt x="0" y="51816"/>
                  </a:lnTo>
                  <a:lnTo>
                    <a:pt x="577977" y="51816"/>
                  </a:lnTo>
                  <a:lnTo>
                    <a:pt x="577977" y="25908"/>
                  </a:lnTo>
                  <a:close/>
                </a:path>
                <a:path w="655954" h="78104">
                  <a:moveTo>
                    <a:pt x="629793" y="25908"/>
                  </a:moveTo>
                  <a:lnTo>
                    <a:pt x="590931" y="25908"/>
                  </a:lnTo>
                  <a:lnTo>
                    <a:pt x="590931" y="51816"/>
                  </a:lnTo>
                  <a:lnTo>
                    <a:pt x="629793" y="51816"/>
                  </a:lnTo>
                  <a:lnTo>
                    <a:pt x="655701" y="38862"/>
                  </a:lnTo>
                  <a:lnTo>
                    <a:pt x="629793" y="25908"/>
                  </a:lnTo>
                  <a:close/>
                </a:path>
              </a:pathLst>
            </a:custGeom>
            <a:solidFill>
              <a:srgbClr val="000000"/>
            </a:solidFill>
          </p:spPr>
          <p:txBody>
            <a:bodyPr wrap="square" lIns="0" tIns="0" rIns="0" bIns="0" rtlCol="0"/>
            <a:lstStyle/>
            <a:p>
              <a:endParaRPr/>
            </a:p>
          </p:txBody>
        </p:sp>
        <p:sp>
          <p:nvSpPr>
            <p:cNvPr id="72" name="object 72">
              <a:extLst>
                <a:ext uri="{FF2B5EF4-FFF2-40B4-BE49-F238E27FC236}">
                  <a16:creationId xmlns:a16="http://schemas.microsoft.com/office/drawing/2014/main" id="{631353C8-178B-09DB-F685-5034C743CC17}"/>
                </a:ext>
              </a:extLst>
            </p:cNvPr>
            <p:cNvSpPr/>
            <p:nvPr/>
          </p:nvSpPr>
          <p:spPr>
            <a:xfrm>
              <a:off x="9001831" y="3985259"/>
              <a:ext cx="929640" cy="577596"/>
            </a:xfrm>
            <a:prstGeom prst="rect">
              <a:avLst/>
            </a:prstGeom>
            <a:blipFill>
              <a:blip r:embed="rId19" cstate="print"/>
              <a:stretch>
                <a:fillRect/>
              </a:stretch>
            </a:blipFill>
          </p:spPr>
          <p:txBody>
            <a:bodyPr wrap="square" lIns="0" tIns="0" rIns="0" bIns="0" rtlCol="0"/>
            <a:lstStyle/>
            <a:p>
              <a:endParaRPr/>
            </a:p>
          </p:txBody>
        </p:sp>
        <p:sp>
          <p:nvSpPr>
            <p:cNvPr id="74" name="object 74">
              <a:extLst>
                <a:ext uri="{FF2B5EF4-FFF2-40B4-BE49-F238E27FC236}">
                  <a16:creationId xmlns:a16="http://schemas.microsoft.com/office/drawing/2014/main" id="{2B988679-C2AD-AB23-5E1C-54D0CC2099B3}"/>
                </a:ext>
              </a:extLst>
            </p:cNvPr>
            <p:cNvSpPr/>
            <p:nvPr/>
          </p:nvSpPr>
          <p:spPr>
            <a:xfrm>
              <a:off x="9061267" y="4024884"/>
              <a:ext cx="810768" cy="460248"/>
            </a:xfrm>
            <a:prstGeom prst="rect">
              <a:avLst/>
            </a:prstGeom>
            <a:blipFill>
              <a:blip r:embed="rId20" cstate="print"/>
              <a:stretch>
                <a:fillRect/>
              </a:stretch>
            </a:blipFill>
          </p:spPr>
          <p:txBody>
            <a:bodyPr wrap="square" lIns="0" tIns="0" rIns="0" bIns="0" rtlCol="0"/>
            <a:lstStyle/>
            <a:p>
              <a:endParaRPr/>
            </a:p>
          </p:txBody>
        </p:sp>
        <p:sp>
          <p:nvSpPr>
            <p:cNvPr id="75" name="object 75">
              <a:extLst>
                <a:ext uri="{FF2B5EF4-FFF2-40B4-BE49-F238E27FC236}">
                  <a16:creationId xmlns:a16="http://schemas.microsoft.com/office/drawing/2014/main" id="{DDFB1F92-2B9E-D0FB-B1F4-7294781D403A}"/>
                </a:ext>
              </a:extLst>
            </p:cNvPr>
            <p:cNvSpPr txBox="1"/>
            <p:nvPr/>
          </p:nvSpPr>
          <p:spPr>
            <a:xfrm>
              <a:off x="9061267" y="4038345"/>
              <a:ext cx="810895" cy="391160"/>
            </a:xfrm>
            <a:prstGeom prst="rect">
              <a:avLst/>
            </a:prstGeom>
          </p:spPr>
          <p:txBody>
            <a:bodyPr vert="horz" wrap="square" lIns="0" tIns="12700" rIns="0" bIns="0" rtlCol="0">
              <a:spAutoFit/>
            </a:bodyPr>
            <a:lstStyle/>
            <a:p>
              <a:pPr marL="137795">
                <a:lnSpc>
                  <a:spcPct val="100000"/>
                </a:lnSpc>
                <a:spcBef>
                  <a:spcPts val="100"/>
                </a:spcBef>
              </a:pPr>
              <a:r>
                <a:rPr sz="2400" spc="-5" dirty="0">
                  <a:solidFill>
                    <a:srgbClr val="0000FF"/>
                  </a:solidFill>
                  <a:latin typeface="Calibri"/>
                  <a:cs typeface="Calibri"/>
                </a:rPr>
                <a:t>0.83</a:t>
              </a:r>
              <a:endParaRPr sz="2400" dirty="0">
                <a:latin typeface="Calibri"/>
                <a:cs typeface="Calibri"/>
              </a:endParaRPr>
            </a:p>
          </p:txBody>
        </p:sp>
      </p:grpSp>
      <p:sp>
        <p:nvSpPr>
          <p:cNvPr id="76" name="object 76">
            <a:extLst>
              <a:ext uri="{FF2B5EF4-FFF2-40B4-BE49-F238E27FC236}">
                <a16:creationId xmlns:a16="http://schemas.microsoft.com/office/drawing/2014/main" id="{47FCE835-DAE9-7383-563A-77595CE4B2F0}"/>
              </a:ext>
            </a:extLst>
          </p:cNvPr>
          <p:cNvSpPr/>
          <p:nvPr/>
        </p:nvSpPr>
        <p:spPr>
          <a:xfrm>
            <a:off x="6465460" y="3212702"/>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7" name="object 77">
            <a:extLst>
              <a:ext uri="{FF2B5EF4-FFF2-40B4-BE49-F238E27FC236}">
                <a16:creationId xmlns:a16="http://schemas.microsoft.com/office/drawing/2014/main" id="{D25CB1F4-666D-B394-7915-6BC95E8C110F}"/>
              </a:ext>
            </a:extLst>
          </p:cNvPr>
          <p:cNvSpPr txBox="1"/>
          <p:nvPr/>
        </p:nvSpPr>
        <p:spPr>
          <a:xfrm>
            <a:off x="6276484" y="3595989"/>
            <a:ext cx="459105" cy="448309"/>
          </a:xfrm>
          <a:prstGeom prst="rect">
            <a:avLst/>
          </a:prstGeom>
          <a:solidFill>
            <a:srgbClr val="E1EFD9"/>
          </a:solidFill>
          <a:ln w="6096">
            <a:solidFill>
              <a:srgbClr val="00AF50"/>
            </a:solidFill>
          </a:ln>
        </p:spPr>
        <p:txBody>
          <a:bodyPr vert="horz" wrap="square" lIns="0" tIns="19685" rIns="0" bIns="0" rtlCol="0">
            <a:spAutoFit/>
          </a:bodyPr>
          <a:lstStyle/>
          <a:p>
            <a:pPr marL="160020">
              <a:lnSpc>
                <a:spcPct val="100000"/>
              </a:lnSpc>
              <a:spcBef>
                <a:spcPts val="155"/>
              </a:spcBef>
            </a:pPr>
            <a:r>
              <a:rPr sz="2400" dirty="0">
                <a:latin typeface="Calibri"/>
                <a:cs typeface="Calibri"/>
              </a:rPr>
              <a:t>0</a:t>
            </a:r>
            <a:endParaRPr sz="2400">
              <a:latin typeface="Calibri"/>
              <a:cs typeface="Calibri"/>
            </a:endParaRPr>
          </a:p>
        </p:txBody>
      </p:sp>
      <p:sp>
        <p:nvSpPr>
          <p:cNvPr id="78" name="object 78">
            <a:extLst>
              <a:ext uri="{FF2B5EF4-FFF2-40B4-BE49-F238E27FC236}">
                <a16:creationId xmlns:a16="http://schemas.microsoft.com/office/drawing/2014/main" id="{4DE90D4E-6AC4-8C1A-2D26-905B659CF2E1}"/>
              </a:ext>
            </a:extLst>
          </p:cNvPr>
          <p:cNvSpPr/>
          <p:nvPr/>
        </p:nvSpPr>
        <p:spPr>
          <a:xfrm>
            <a:off x="6466984" y="4738227"/>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9" name="object 79">
            <a:extLst>
              <a:ext uri="{FF2B5EF4-FFF2-40B4-BE49-F238E27FC236}">
                <a16:creationId xmlns:a16="http://schemas.microsoft.com/office/drawing/2014/main" id="{757B00CF-6655-2170-0139-120B71871BF6}"/>
              </a:ext>
            </a:extLst>
          </p:cNvPr>
          <p:cNvSpPr txBox="1"/>
          <p:nvPr/>
        </p:nvSpPr>
        <p:spPr>
          <a:xfrm>
            <a:off x="6278008" y="5119989"/>
            <a:ext cx="459105" cy="449580"/>
          </a:xfrm>
          <a:prstGeom prst="rect">
            <a:avLst/>
          </a:prstGeom>
          <a:solidFill>
            <a:srgbClr val="E1EFD9"/>
          </a:solidFill>
          <a:ln w="6096">
            <a:solidFill>
              <a:srgbClr val="00AF50"/>
            </a:solidFill>
          </a:ln>
        </p:spPr>
        <p:txBody>
          <a:bodyPr vert="horz" wrap="square" lIns="0" tIns="20320" rIns="0" bIns="0" rtlCol="0">
            <a:spAutoFit/>
          </a:bodyPr>
          <a:lstStyle/>
          <a:p>
            <a:pPr marL="160655">
              <a:lnSpc>
                <a:spcPct val="100000"/>
              </a:lnSpc>
              <a:spcBef>
                <a:spcPts val="160"/>
              </a:spcBef>
            </a:pPr>
            <a:r>
              <a:rPr sz="2400" dirty="0">
                <a:latin typeface="Calibri"/>
                <a:cs typeface="Calibri"/>
              </a:rPr>
              <a:t>0</a:t>
            </a:r>
            <a:endParaRPr sz="2400">
              <a:latin typeface="Calibri"/>
              <a:cs typeface="Calibri"/>
            </a:endParaRPr>
          </a:p>
        </p:txBody>
      </p:sp>
      <p:sp>
        <p:nvSpPr>
          <p:cNvPr id="80" name="object 80">
            <a:extLst>
              <a:ext uri="{FF2B5EF4-FFF2-40B4-BE49-F238E27FC236}">
                <a16:creationId xmlns:a16="http://schemas.microsoft.com/office/drawing/2014/main" id="{FF6F1870-5787-CCF1-21DB-F5ACA46AA3BE}"/>
              </a:ext>
            </a:extLst>
          </p:cNvPr>
          <p:cNvSpPr/>
          <p:nvPr/>
        </p:nvSpPr>
        <p:spPr>
          <a:xfrm>
            <a:off x="8643256" y="3208130"/>
            <a:ext cx="78105" cy="384175"/>
          </a:xfrm>
          <a:custGeom>
            <a:avLst/>
            <a:gdLst/>
            <a:ahLst/>
            <a:cxnLst/>
            <a:rect l="l" t="t" r="r" b="b"/>
            <a:pathLst>
              <a:path w="78104" h="384175">
                <a:moveTo>
                  <a:pt x="51816" y="64770"/>
                </a:moveTo>
                <a:lnTo>
                  <a:pt x="25908" y="64770"/>
                </a:lnTo>
                <a:lnTo>
                  <a:pt x="25908" y="384175"/>
                </a:lnTo>
                <a:lnTo>
                  <a:pt x="51816" y="384175"/>
                </a:lnTo>
                <a:lnTo>
                  <a:pt x="51816" y="64770"/>
                </a:lnTo>
                <a:close/>
              </a:path>
              <a:path w="78104" h="384175">
                <a:moveTo>
                  <a:pt x="38862" y="0"/>
                </a:moveTo>
                <a:lnTo>
                  <a:pt x="0" y="77724"/>
                </a:lnTo>
                <a:lnTo>
                  <a:pt x="25908" y="77724"/>
                </a:lnTo>
                <a:lnTo>
                  <a:pt x="25908" y="64770"/>
                </a:lnTo>
                <a:lnTo>
                  <a:pt x="71247" y="64770"/>
                </a:lnTo>
                <a:lnTo>
                  <a:pt x="38862" y="0"/>
                </a:lnTo>
                <a:close/>
              </a:path>
              <a:path w="78104" h="384175">
                <a:moveTo>
                  <a:pt x="71247" y="64770"/>
                </a:moveTo>
                <a:lnTo>
                  <a:pt x="51816" y="64770"/>
                </a:lnTo>
                <a:lnTo>
                  <a:pt x="51816" y="77724"/>
                </a:lnTo>
                <a:lnTo>
                  <a:pt x="77724" y="77724"/>
                </a:lnTo>
                <a:lnTo>
                  <a:pt x="71247" y="64770"/>
                </a:lnTo>
                <a:close/>
              </a:path>
            </a:pathLst>
          </a:custGeom>
          <a:solidFill>
            <a:srgbClr val="000000"/>
          </a:solidFill>
        </p:spPr>
        <p:txBody>
          <a:bodyPr wrap="square" lIns="0" tIns="0" rIns="0" bIns="0" rtlCol="0"/>
          <a:lstStyle/>
          <a:p>
            <a:endParaRPr/>
          </a:p>
        </p:txBody>
      </p:sp>
      <p:sp>
        <p:nvSpPr>
          <p:cNvPr id="81" name="object 81">
            <a:extLst>
              <a:ext uri="{FF2B5EF4-FFF2-40B4-BE49-F238E27FC236}">
                <a16:creationId xmlns:a16="http://schemas.microsoft.com/office/drawing/2014/main" id="{39D30DB5-5A5D-9C2E-5D9F-98374D988580}"/>
              </a:ext>
            </a:extLst>
          </p:cNvPr>
          <p:cNvSpPr txBox="1"/>
          <p:nvPr/>
        </p:nvSpPr>
        <p:spPr>
          <a:xfrm>
            <a:off x="8454280" y="3591417"/>
            <a:ext cx="459105" cy="448309"/>
          </a:xfrm>
          <a:prstGeom prst="rect">
            <a:avLst/>
          </a:prstGeom>
          <a:solidFill>
            <a:srgbClr val="E1EFD9"/>
          </a:solidFill>
          <a:ln w="6096">
            <a:solidFill>
              <a:srgbClr val="00AF50"/>
            </a:solidFill>
          </a:ln>
        </p:spPr>
        <p:txBody>
          <a:bodyPr vert="horz" wrap="square" lIns="0" tIns="19050" rIns="0" bIns="0" rtlCol="0">
            <a:spAutoFit/>
          </a:bodyPr>
          <a:lstStyle/>
          <a:p>
            <a:pPr marL="115570">
              <a:lnSpc>
                <a:spcPct val="100000"/>
              </a:lnSpc>
              <a:spcBef>
                <a:spcPts val="150"/>
              </a:spcBef>
            </a:pPr>
            <a:r>
              <a:rPr sz="2400" spc="-5" dirty="0">
                <a:latin typeface="Calibri"/>
                <a:cs typeface="Calibri"/>
              </a:rPr>
              <a:t>-2</a:t>
            </a:r>
            <a:endParaRPr sz="2400">
              <a:latin typeface="Calibri"/>
              <a:cs typeface="Calibri"/>
            </a:endParaRPr>
          </a:p>
        </p:txBody>
      </p:sp>
      <p:sp>
        <p:nvSpPr>
          <p:cNvPr id="82" name="object 82">
            <a:extLst>
              <a:ext uri="{FF2B5EF4-FFF2-40B4-BE49-F238E27FC236}">
                <a16:creationId xmlns:a16="http://schemas.microsoft.com/office/drawing/2014/main" id="{00337329-7B35-F552-F08C-CF2CF4D9B112}"/>
              </a:ext>
            </a:extLst>
          </p:cNvPr>
          <p:cNvSpPr/>
          <p:nvPr/>
        </p:nvSpPr>
        <p:spPr>
          <a:xfrm>
            <a:off x="8696595" y="4765659"/>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1" y="0"/>
                </a:moveTo>
                <a:lnTo>
                  <a:pt x="0" y="77724"/>
                </a:lnTo>
                <a:lnTo>
                  <a:pt x="25907" y="77724"/>
                </a:lnTo>
                <a:lnTo>
                  <a:pt x="25907" y="64770"/>
                </a:lnTo>
                <a:lnTo>
                  <a:pt x="71247" y="64770"/>
                </a:lnTo>
                <a:lnTo>
                  <a:pt x="38861"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83" name="object 83">
            <a:extLst>
              <a:ext uri="{FF2B5EF4-FFF2-40B4-BE49-F238E27FC236}">
                <a16:creationId xmlns:a16="http://schemas.microsoft.com/office/drawing/2014/main" id="{3B3DF69C-062E-D988-47B6-8153D933547B}"/>
              </a:ext>
            </a:extLst>
          </p:cNvPr>
          <p:cNvSpPr txBox="1"/>
          <p:nvPr/>
        </p:nvSpPr>
        <p:spPr>
          <a:xfrm>
            <a:off x="8509144" y="5147421"/>
            <a:ext cx="457200" cy="449580"/>
          </a:xfrm>
          <a:prstGeom prst="rect">
            <a:avLst/>
          </a:prstGeom>
          <a:solidFill>
            <a:srgbClr val="E1EFD9"/>
          </a:solidFill>
          <a:ln w="6096">
            <a:solidFill>
              <a:srgbClr val="00AF50"/>
            </a:solidFill>
          </a:ln>
        </p:spPr>
        <p:txBody>
          <a:bodyPr vert="horz" wrap="square" lIns="0" tIns="20320" rIns="0" bIns="0" rtlCol="0">
            <a:spAutoFit/>
          </a:bodyPr>
          <a:lstStyle/>
          <a:p>
            <a:pPr marL="160020">
              <a:lnSpc>
                <a:spcPct val="100000"/>
              </a:lnSpc>
              <a:spcBef>
                <a:spcPts val="160"/>
              </a:spcBef>
            </a:pPr>
            <a:r>
              <a:rPr sz="2400" dirty="0">
                <a:latin typeface="Calibri"/>
                <a:cs typeface="Calibri"/>
              </a:rPr>
              <a:t>2</a:t>
            </a:r>
            <a:endParaRPr sz="2400">
              <a:latin typeface="Calibri"/>
              <a:cs typeface="Calibri"/>
            </a:endParaRPr>
          </a:p>
        </p:txBody>
      </p:sp>
      <p:sp>
        <p:nvSpPr>
          <p:cNvPr id="84" name="object 84">
            <a:extLst>
              <a:ext uri="{FF2B5EF4-FFF2-40B4-BE49-F238E27FC236}">
                <a16:creationId xmlns:a16="http://schemas.microsoft.com/office/drawing/2014/main" id="{91052941-3D29-0B0A-FF45-BE80A56146D5}"/>
              </a:ext>
            </a:extLst>
          </p:cNvPr>
          <p:cNvSpPr/>
          <p:nvPr/>
        </p:nvSpPr>
        <p:spPr>
          <a:xfrm>
            <a:off x="2350659" y="2942192"/>
            <a:ext cx="342900" cy="342900"/>
          </a:xfrm>
          <a:prstGeom prst="rect">
            <a:avLst/>
          </a:prstGeom>
          <a:blipFill>
            <a:blip r:embed="rId21" cstate="print"/>
            <a:stretch>
              <a:fillRect/>
            </a:stretch>
          </a:blipFill>
        </p:spPr>
        <p:txBody>
          <a:bodyPr wrap="square" lIns="0" tIns="0" rIns="0" bIns="0" rtlCol="0"/>
          <a:lstStyle/>
          <a:p>
            <a:endParaRPr/>
          </a:p>
        </p:txBody>
      </p:sp>
      <p:sp>
        <p:nvSpPr>
          <p:cNvPr id="85" name="object 85">
            <a:extLst>
              <a:ext uri="{FF2B5EF4-FFF2-40B4-BE49-F238E27FC236}">
                <a16:creationId xmlns:a16="http://schemas.microsoft.com/office/drawing/2014/main" id="{9C5F2187-3F4A-52B8-A537-FCADCF7E1E27}"/>
              </a:ext>
            </a:extLst>
          </p:cNvPr>
          <p:cNvSpPr/>
          <p:nvPr/>
        </p:nvSpPr>
        <p:spPr>
          <a:xfrm>
            <a:off x="2350659" y="2942192"/>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86" name="object 86">
            <a:extLst>
              <a:ext uri="{FF2B5EF4-FFF2-40B4-BE49-F238E27FC236}">
                <a16:creationId xmlns:a16="http://schemas.microsoft.com/office/drawing/2014/main" id="{12A53C6B-4359-2DD6-5F15-A2AAAE97C96C}"/>
              </a:ext>
            </a:extLst>
          </p:cNvPr>
          <p:cNvSpPr/>
          <p:nvPr/>
        </p:nvSpPr>
        <p:spPr>
          <a:xfrm>
            <a:off x="2320180" y="4583540"/>
            <a:ext cx="342900" cy="342900"/>
          </a:xfrm>
          <a:prstGeom prst="rect">
            <a:avLst/>
          </a:prstGeom>
          <a:blipFill>
            <a:blip r:embed="rId22" cstate="print"/>
            <a:stretch>
              <a:fillRect/>
            </a:stretch>
          </a:blipFill>
        </p:spPr>
        <p:txBody>
          <a:bodyPr wrap="square" lIns="0" tIns="0" rIns="0" bIns="0" rtlCol="0"/>
          <a:lstStyle/>
          <a:p>
            <a:endParaRPr/>
          </a:p>
        </p:txBody>
      </p:sp>
      <p:sp>
        <p:nvSpPr>
          <p:cNvPr id="87" name="object 87">
            <a:extLst>
              <a:ext uri="{FF2B5EF4-FFF2-40B4-BE49-F238E27FC236}">
                <a16:creationId xmlns:a16="http://schemas.microsoft.com/office/drawing/2014/main" id="{E5A45297-71D1-1FEA-F6E9-86F91BA1DD9C}"/>
              </a:ext>
            </a:extLst>
          </p:cNvPr>
          <p:cNvSpPr txBox="1"/>
          <p:nvPr/>
        </p:nvSpPr>
        <p:spPr>
          <a:xfrm>
            <a:off x="2444335" y="2942320"/>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FF"/>
                </a:solidFill>
                <a:latin typeface="Calibri"/>
                <a:cs typeface="Calibri"/>
              </a:rPr>
              <a:t>1</a:t>
            </a:r>
            <a:endParaRPr sz="2400">
              <a:latin typeface="Calibri"/>
              <a:cs typeface="Calibri"/>
            </a:endParaRPr>
          </a:p>
        </p:txBody>
      </p:sp>
      <p:sp>
        <p:nvSpPr>
          <p:cNvPr id="88" name="object 88">
            <a:extLst>
              <a:ext uri="{FF2B5EF4-FFF2-40B4-BE49-F238E27FC236}">
                <a16:creationId xmlns:a16="http://schemas.microsoft.com/office/drawing/2014/main" id="{F0D15F2E-D756-732D-9DAD-5FC532D5FB2F}"/>
              </a:ext>
            </a:extLst>
          </p:cNvPr>
          <p:cNvSpPr txBox="1"/>
          <p:nvPr/>
        </p:nvSpPr>
        <p:spPr>
          <a:xfrm>
            <a:off x="2320180" y="4583540"/>
            <a:ext cx="342900" cy="342900"/>
          </a:xfrm>
          <a:prstGeom prst="rect">
            <a:avLst/>
          </a:prstGeom>
          <a:ln w="6095">
            <a:solidFill>
              <a:srgbClr val="FFC000"/>
            </a:solidFill>
          </a:ln>
        </p:spPr>
        <p:txBody>
          <a:bodyPr vert="horz" wrap="square" lIns="0" tIns="0" rIns="0" bIns="0" rtlCol="0">
            <a:spAutoFit/>
          </a:bodyPr>
          <a:lstStyle/>
          <a:p>
            <a:pPr marL="58419">
              <a:lnSpc>
                <a:spcPts val="2655"/>
              </a:lnSpc>
            </a:pPr>
            <a:r>
              <a:rPr sz="2400" spc="-5" dirty="0">
                <a:solidFill>
                  <a:srgbClr val="0000FF"/>
                </a:solidFill>
                <a:latin typeface="Calibri"/>
                <a:cs typeface="Calibri"/>
              </a:rPr>
              <a:t>-1</a:t>
            </a:r>
            <a:endParaRPr sz="2400">
              <a:latin typeface="Calibri"/>
              <a:cs typeface="Calibri"/>
            </a:endParaRPr>
          </a:p>
        </p:txBody>
      </p:sp>
      <p:sp>
        <p:nvSpPr>
          <p:cNvPr id="95" name="文本框 94">
            <a:extLst>
              <a:ext uri="{FF2B5EF4-FFF2-40B4-BE49-F238E27FC236}">
                <a16:creationId xmlns:a16="http://schemas.microsoft.com/office/drawing/2014/main" id="{AE2F67F8-8E95-D414-5A5E-586CA5F4CA65}"/>
              </a:ext>
            </a:extLst>
          </p:cNvPr>
          <p:cNvSpPr txBox="1"/>
          <p:nvPr/>
        </p:nvSpPr>
        <p:spPr>
          <a:xfrm>
            <a:off x="5847782" y="4199149"/>
            <a:ext cx="475008" cy="382156"/>
          </a:xfrm>
          <a:prstGeom prst="rect">
            <a:avLst/>
          </a:prstGeom>
        </p:spPr>
        <p:txBody>
          <a:bodyPr vert="horz" wrap="square" lIns="0" tIns="12700" rIns="0" bIns="0" rtlCol="0">
            <a:spAutoFit/>
          </a:bodyPr>
          <a:lstStyle>
            <a:defPPr>
              <a:defRPr lang="zh-CN"/>
            </a:defPPr>
            <a:lvl1pPr marL="12700">
              <a:lnSpc>
                <a:spcPct val="100000"/>
              </a:lnSpc>
              <a:spcBef>
                <a:spcPts val="100"/>
              </a:spcBef>
              <a:defRPr sz="2400" spc="-5">
                <a:latin typeface="Calibri"/>
                <a:cs typeface="Calibri"/>
              </a:defRPr>
            </a:lvl1pPr>
          </a:lstStyle>
          <a:p>
            <a:r>
              <a:rPr lang="en-US" altLang="zh-CN"/>
              <a:t>-</a:t>
            </a:r>
            <a:r>
              <a:rPr lang="en-US" altLang="zh-CN" dirty="0"/>
              <a:t>2</a:t>
            </a:r>
            <a:endParaRPr lang="zh-CN" altLang="en-US" dirty="0"/>
          </a:p>
        </p:txBody>
      </p:sp>
      <p:grpSp>
        <p:nvGrpSpPr>
          <p:cNvPr id="96" name="组合 95">
            <a:extLst>
              <a:ext uri="{FF2B5EF4-FFF2-40B4-BE49-F238E27FC236}">
                <a16:creationId xmlns:a16="http://schemas.microsoft.com/office/drawing/2014/main" id="{1EA1D488-A88A-F155-B08D-20D9C00F7B65}"/>
              </a:ext>
            </a:extLst>
          </p:cNvPr>
          <p:cNvGrpSpPr/>
          <p:nvPr/>
        </p:nvGrpSpPr>
        <p:grpSpPr>
          <a:xfrm>
            <a:off x="0" y="67733"/>
            <a:ext cx="4367671" cy="1058822"/>
            <a:chOff x="0" y="260648"/>
            <a:chExt cx="4367671" cy="1058822"/>
          </a:xfrm>
        </p:grpSpPr>
        <p:sp>
          <p:nvSpPr>
            <p:cNvPr id="97" name="矩形 96">
              <a:extLst>
                <a:ext uri="{FF2B5EF4-FFF2-40B4-BE49-F238E27FC236}">
                  <a16:creationId xmlns:a16="http://schemas.microsoft.com/office/drawing/2014/main" id="{14C10C49-1743-0365-D766-0D23E865242F}"/>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8" name="组合 97">
              <a:extLst>
                <a:ext uri="{FF2B5EF4-FFF2-40B4-BE49-F238E27FC236}">
                  <a16:creationId xmlns:a16="http://schemas.microsoft.com/office/drawing/2014/main" id="{B1349F70-3108-8B5F-3842-0A2CC7A078CE}"/>
                </a:ext>
              </a:extLst>
            </p:cNvPr>
            <p:cNvGrpSpPr/>
            <p:nvPr/>
          </p:nvGrpSpPr>
          <p:grpSpPr>
            <a:xfrm>
              <a:off x="695400" y="260648"/>
              <a:ext cx="3672271" cy="1058822"/>
              <a:chOff x="623392" y="310880"/>
              <a:chExt cx="3672271" cy="1058822"/>
            </a:xfrm>
          </p:grpSpPr>
          <p:sp>
            <p:nvSpPr>
              <p:cNvPr id="99" name="文本框 98">
                <a:extLst>
                  <a:ext uri="{FF2B5EF4-FFF2-40B4-BE49-F238E27FC236}">
                    <a16:creationId xmlns:a16="http://schemas.microsoft.com/office/drawing/2014/main" id="{483ABF6D-0904-DA96-1563-FD88FDCB2685}"/>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向前传播过程</a:t>
                </a:r>
              </a:p>
            </p:txBody>
          </p:sp>
          <p:cxnSp>
            <p:nvCxnSpPr>
              <p:cNvPr id="100" name="直接连接符 99">
                <a:extLst>
                  <a:ext uri="{FF2B5EF4-FFF2-40B4-BE49-F238E27FC236}">
                    <a16:creationId xmlns:a16="http://schemas.microsoft.com/office/drawing/2014/main" id="{1A6C0F22-5AC6-3DE2-F9FC-190EEDA9CE1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1" name="文本框 100">
                <a:extLst>
                  <a:ext uri="{FF2B5EF4-FFF2-40B4-BE49-F238E27FC236}">
                    <a16:creationId xmlns:a16="http://schemas.microsoft.com/office/drawing/2014/main" id="{84FBC2FB-B7A5-5A23-0A07-3FF85695CCC5}"/>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05190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a:extLst>
              <a:ext uri="{FF2B5EF4-FFF2-40B4-BE49-F238E27FC236}">
                <a16:creationId xmlns:a16="http://schemas.microsoft.com/office/drawing/2014/main" id="{5345380A-3DB9-DF12-F72B-357CD05E74BD}"/>
              </a:ext>
            </a:extLst>
          </p:cNvPr>
          <p:cNvSpPr/>
          <p:nvPr/>
        </p:nvSpPr>
        <p:spPr>
          <a:xfrm>
            <a:off x="4379540" y="1643307"/>
            <a:ext cx="574548" cy="574548"/>
          </a:xfrm>
          <a:prstGeom prst="rect">
            <a:avLst/>
          </a:prstGeom>
          <a:blipFill>
            <a:blip r:embed="rId2" cstate="print"/>
            <a:stretch>
              <a:fillRect/>
            </a:stretch>
          </a:blipFill>
        </p:spPr>
        <p:txBody>
          <a:bodyPr wrap="square" lIns="0" tIns="0" rIns="0" bIns="0" rtlCol="0"/>
          <a:lstStyle/>
          <a:p>
            <a:endParaRPr/>
          </a:p>
        </p:txBody>
      </p:sp>
      <p:sp>
        <p:nvSpPr>
          <p:cNvPr id="7" name="object 7">
            <a:extLst>
              <a:ext uri="{FF2B5EF4-FFF2-40B4-BE49-F238E27FC236}">
                <a16:creationId xmlns:a16="http://schemas.microsoft.com/office/drawing/2014/main" id="{51ACA084-C542-2955-A8CB-5ADF8A0D03A3}"/>
              </a:ext>
            </a:extLst>
          </p:cNvPr>
          <p:cNvSpPr/>
          <p:nvPr/>
        </p:nvSpPr>
        <p:spPr>
          <a:xfrm>
            <a:off x="4379540" y="1643307"/>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5B9BD4"/>
            </a:solidFill>
          </a:ln>
        </p:spPr>
        <p:txBody>
          <a:bodyPr wrap="square" lIns="0" tIns="0" rIns="0" bIns="0" rtlCol="0"/>
          <a:lstStyle/>
          <a:p>
            <a:endParaRPr/>
          </a:p>
        </p:txBody>
      </p:sp>
      <p:sp>
        <p:nvSpPr>
          <p:cNvPr id="8" name="object 8">
            <a:extLst>
              <a:ext uri="{FF2B5EF4-FFF2-40B4-BE49-F238E27FC236}">
                <a16:creationId xmlns:a16="http://schemas.microsoft.com/office/drawing/2014/main" id="{FA8A3F5C-46DF-772A-50C6-517820AEA8FE}"/>
              </a:ext>
            </a:extLst>
          </p:cNvPr>
          <p:cNvSpPr/>
          <p:nvPr/>
        </p:nvSpPr>
        <p:spPr>
          <a:xfrm>
            <a:off x="4368873" y="3191692"/>
            <a:ext cx="573023" cy="574548"/>
          </a:xfrm>
          <a:prstGeom prst="rect">
            <a:avLst/>
          </a:prstGeom>
          <a:blipFill>
            <a:blip r:embed="rId3" cstate="print"/>
            <a:stretch>
              <a:fillRect/>
            </a:stretch>
          </a:blipFill>
        </p:spPr>
        <p:txBody>
          <a:bodyPr wrap="square" lIns="0" tIns="0" rIns="0" bIns="0" rtlCol="0"/>
          <a:lstStyle/>
          <a:p>
            <a:endParaRPr/>
          </a:p>
        </p:txBody>
      </p:sp>
      <p:sp>
        <p:nvSpPr>
          <p:cNvPr id="9" name="object 9">
            <a:extLst>
              <a:ext uri="{FF2B5EF4-FFF2-40B4-BE49-F238E27FC236}">
                <a16:creationId xmlns:a16="http://schemas.microsoft.com/office/drawing/2014/main" id="{79C2FD69-013D-5840-1370-2E56C72B19CE}"/>
              </a:ext>
            </a:extLst>
          </p:cNvPr>
          <p:cNvSpPr/>
          <p:nvPr/>
        </p:nvSpPr>
        <p:spPr>
          <a:xfrm>
            <a:off x="4368873" y="3191692"/>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3"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10" name="object 10">
            <a:extLst>
              <a:ext uri="{FF2B5EF4-FFF2-40B4-BE49-F238E27FC236}">
                <a16:creationId xmlns:a16="http://schemas.microsoft.com/office/drawing/2014/main" id="{B116FB7B-662C-795E-724B-81833E4D3DA7}"/>
              </a:ext>
            </a:extLst>
          </p:cNvPr>
          <p:cNvSpPr/>
          <p:nvPr/>
        </p:nvSpPr>
        <p:spPr>
          <a:xfrm>
            <a:off x="6583244" y="1612828"/>
            <a:ext cx="574548" cy="574548"/>
          </a:xfrm>
          <a:prstGeom prst="rect">
            <a:avLst/>
          </a:prstGeom>
          <a:blipFill>
            <a:blip r:embed="rId4" cstate="print"/>
            <a:stretch>
              <a:fillRect/>
            </a:stretch>
          </a:blipFill>
        </p:spPr>
        <p:txBody>
          <a:bodyPr wrap="square" lIns="0" tIns="0" rIns="0" bIns="0" rtlCol="0"/>
          <a:lstStyle/>
          <a:p>
            <a:endParaRPr/>
          </a:p>
        </p:txBody>
      </p:sp>
      <p:sp>
        <p:nvSpPr>
          <p:cNvPr id="11" name="object 11">
            <a:extLst>
              <a:ext uri="{FF2B5EF4-FFF2-40B4-BE49-F238E27FC236}">
                <a16:creationId xmlns:a16="http://schemas.microsoft.com/office/drawing/2014/main" id="{D1E111AE-7A1A-09B2-8C29-9C1C72BEDBC2}"/>
              </a:ext>
            </a:extLst>
          </p:cNvPr>
          <p:cNvSpPr/>
          <p:nvPr/>
        </p:nvSpPr>
        <p:spPr>
          <a:xfrm>
            <a:off x="6583244" y="1612828"/>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12" name="object 12">
            <a:extLst>
              <a:ext uri="{FF2B5EF4-FFF2-40B4-BE49-F238E27FC236}">
                <a16:creationId xmlns:a16="http://schemas.microsoft.com/office/drawing/2014/main" id="{1073EF9B-5C1E-B686-C8F6-E4A313A9A3E1}"/>
              </a:ext>
            </a:extLst>
          </p:cNvPr>
          <p:cNvSpPr/>
          <p:nvPr/>
        </p:nvSpPr>
        <p:spPr>
          <a:xfrm>
            <a:off x="6601532" y="3185596"/>
            <a:ext cx="574548" cy="574547"/>
          </a:xfrm>
          <a:prstGeom prst="rect">
            <a:avLst/>
          </a:prstGeom>
          <a:blipFill>
            <a:blip r:embed="rId5" cstate="print"/>
            <a:stretch>
              <a:fillRect/>
            </a:stretch>
          </a:blipFill>
        </p:spPr>
        <p:txBody>
          <a:bodyPr wrap="square" lIns="0" tIns="0" rIns="0" bIns="0" rtlCol="0"/>
          <a:lstStyle/>
          <a:p>
            <a:endParaRPr/>
          </a:p>
        </p:txBody>
      </p:sp>
      <p:sp>
        <p:nvSpPr>
          <p:cNvPr id="13" name="object 13">
            <a:extLst>
              <a:ext uri="{FF2B5EF4-FFF2-40B4-BE49-F238E27FC236}">
                <a16:creationId xmlns:a16="http://schemas.microsoft.com/office/drawing/2014/main" id="{DC1E9C81-740B-A9B1-0685-2AC72CB925C4}"/>
              </a:ext>
            </a:extLst>
          </p:cNvPr>
          <p:cNvSpPr/>
          <p:nvPr/>
        </p:nvSpPr>
        <p:spPr>
          <a:xfrm>
            <a:off x="6601532" y="318559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14" name="object 14">
            <a:extLst>
              <a:ext uri="{FF2B5EF4-FFF2-40B4-BE49-F238E27FC236}">
                <a16:creationId xmlns:a16="http://schemas.microsoft.com/office/drawing/2014/main" id="{3035AE3E-C067-41A2-D623-FCEFFE231D88}"/>
              </a:ext>
            </a:extLst>
          </p:cNvPr>
          <p:cNvSpPr/>
          <p:nvPr/>
        </p:nvSpPr>
        <p:spPr>
          <a:xfrm>
            <a:off x="8736657" y="1585396"/>
            <a:ext cx="574548" cy="574547"/>
          </a:xfrm>
          <a:prstGeom prst="rect">
            <a:avLst/>
          </a:prstGeom>
          <a:blipFill>
            <a:blip r:embed="rId6" cstate="print"/>
            <a:stretch>
              <a:fillRect/>
            </a:stretch>
          </a:blipFill>
        </p:spPr>
        <p:txBody>
          <a:bodyPr wrap="square" lIns="0" tIns="0" rIns="0" bIns="0" rtlCol="0"/>
          <a:lstStyle/>
          <a:p>
            <a:endParaRPr/>
          </a:p>
        </p:txBody>
      </p:sp>
      <p:sp>
        <p:nvSpPr>
          <p:cNvPr id="15" name="object 15">
            <a:extLst>
              <a:ext uri="{FF2B5EF4-FFF2-40B4-BE49-F238E27FC236}">
                <a16:creationId xmlns:a16="http://schemas.microsoft.com/office/drawing/2014/main" id="{F9881EF2-7CC9-418F-F80D-0E81E343E921}"/>
              </a:ext>
            </a:extLst>
          </p:cNvPr>
          <p:cNvSpPr/>
          <p:nvPr/>
        </p:nvSpPr>
        <p:spPr>
          <a:xfrm>
            <a:off x="8736657" y="158539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16" name="object 16">
            <a:extLst>
              <a:ext uri="{FF2B5EF4-FFF2-40B4-BE49-F238E27FC236}">
                <a16:creationId xmlns:a16="http://schemas.microsoft.com/office/drawing/2014/main" id="{00976FB7-BE07-1980-F63C-EDFFC0746B75}"/>
              </a:ext>
            </a:extLst>
          </p:cNvPr>
          <p:cNvSpPr/>
          <p:nvPr/>
        </p:nvSpPr>
        <p:spPr>
          <a:xfrm>
            <a:off x="8777805" y="3185596"/>
            <a:ext cx="574548" cy="574547"/>
          </a:xfrm>
          <a:prstGeom prst="rect">
            <a:avLst/>
          </a:prstGeom>
          <a:blipFill>
            <a:blip r:embed="rId7" cstate="print"/>
            <a:stretch>
              <a:fillRect/>
            </a:stretch>
          </a:blipFill>
        </p:spPr>
        <p:txBody>
          <a:bodyPr wrap="square" lIns="0" tIns="0" rIns="0" bIns="0" rtlCol="0"/>
          <a:lstStyle/>
          <a:p>
            <a:endParaRPr/>
          </a:p>
        </p:txBody>
      </p:sp>
      <p:sp>
        <p:nvSpPr>
          <p:cNvPr id="17" name="object 17">
            <a:extLst>
              <a:ext uri="{FF2B5EF4-FFF2-40B4-BE49-F238E27FC236}">
                <a16:creationId xmlns:a16="http://schemas.microsoft.com/office/drawing/2014/main" id="{E40BAFEE-B120-84EC-F3AD-9DEEB8039637}"/>
              </a:ext>
            </a:extLst>
          </p:cNvPr>
          <p:cNvSpPr/>
          <p:nvPr/>
        </p:nvSpPr>
        <p:spPr>
          <a:xfrm>
            <a:off x="8777805" y="318559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18" name="object 18">
            <a:extLst>
              <a:ext uri="{FF2B5EF4-FFF2-40B4-BE49-F238E27FC236}">
                <a16:creationId xmlns:a16="http://schemas.microsoft.com/office/drawing/2014/main" id="{2E9143A9-F475-7BBD-F804-9A5E4F2EC00E}"/>
              </a:ext>
            </a:extLst>
          </p:cNvPr>
          <p:cNvSpPr/>
          <p:nvPr/>
        </p:nvSpPr>
        <p:spPr>
          <a:xfrm>
            <a:off x="2755668" y="1968681"/>
            <a:ext cx="1584325" cy="1594485"/>
          </a:xfrm>
          <a:custGeom>
            <a:avLst/>
            <a:gdLst/>
            <a:ahLst/>
            <a:cxnLst/>
            <a:rect l="l" t="t" r="r" b="b"/>
            <a:pathLst>
              <a:path w="1584325" h="1594485">
                <a:moveTo>
                  <a:pt x="1520185" y="45961"/>
                </a:moveTo>
                <a:lnTo>
                  <a:pt x="0" y="1576070"/>
                </a:lnTo>
                <a:lnTo>
                  <a:pt x="18389" y="1594358"/>
                </a:lnTo>
                <a:lnTo>
                  <a:pt x="1538579" y="64270"/>
                </a:lnTo>
                <a:lnTo>
                  <a:pt x="1520185" y="45961"/>
                </a:lnTo>
                <a:close/>
              </a:path>
              <a:path w="1584325" h="1594485">
                <a:moveTo>
                  <a:pt x="1571996" y="36830"/>
                </a:moveTo>
                <a:lnTo>
                  <a:pt x="1529257" y="36830"/>
                </a:lnTo>
                <a:lnTo>
                  <a:pt x="1547672" y="55118"/>
                </a:lnTo>
                <a:lnTo>
                  <a:pt x="1538579" y="64270"/>
                </a:lnTo>
                <a:lnTo>
                  <a:pt x="1556943" y="82550"/>
                </a:lnTo>
                <a:lnTo>
                  <a:pt x="1571996" y="36830"/>
                </a:lnTo>
                <a:close/>
              </a:path>
              <a:path w="1584325" h="1594485">
                <a:moveTo>
                  <a:pt x="1529257" y="36830"/>
                </a:moveTo>
                <a:lnTo>
                  <a:pt x="1520185" y="45961"/>
                </a:lnTo>
                <a:lnTo>
                  <a:pt x="1538579" y="64270"/>
                </a:lnTo>
                <a:lnTo>
                  <a:pt x="1547672" y="55118"/>
                </a:lnTo>
                <a:lnTo>
                  <a:pt x="1529257" y="36830"/>
                </a:lnTo>
                <a:close/>
              </a:path>
              <a:path w="1584325" h="1594485">
                <a:moveTo>
                  <a:pt x="1584121" y="0"/>
                </a:moveTo>
                <a:lnTo>
                  <a:pt x="1501825" y="27686"/>
                </a:lnTo>
                <a:lnTo>
                  <a:pt x="1520185" y="45961"/>
                </a:lnTo>
                <a:lnTo>
                  <a:pt x="1529257" y="36830"/>
                </a:lnTo>
                <a:lnTo>
                  <a:pt x="1571996" y="36830"/>
                </a:lnTo>
                <a:lnTo>
                  <a:pt x="1584121" y="0"/>
                </a:lnTo>
                <a:close/>
              </a:path>
            </a:pathLst>
          </a:custGeom>
          <a:solidFill>
            <a:srgbClr val="000000"/>
          </a:solidFill>
        </p:spPr>
        <p:txBody>
          <a:bodyPr wrap="square" lIns="0" tIns="0" rIns="0" bIns="0" rtlCol="0"/>
          <a:lstStyle/>
          <a:p>
            <a:endParaRPr/>
          </a:p>
        </p:txBody>
      </p:sp>
      <p:sp>
        <p:nvSpPr>
          <p:cNvPr id="19" name="object 19">
            <a:extLst>
              <a:ext uri="{FF2B5EF4-FFF2-40B4-BE49-F238E27FC236}">
                <a16:creationId xmlns:a16="http://schemas.microsoft.com/office/drawing/2014/main" id="{134A2B23-E1AC-7D5D-F9BA-C8F595317BD9}"/>
              </a:ext>
            </a:extLst>
          </p:cNvPr>
          <p:cNvSpPr/>
          <p:nvPr/>
        </p:nvSpPr>
        <p:spPr>
          <a:xfrm>
            <a:off x="2789056" y="1912421"/>
            <a:ext cx="1558290" cy="1617980"/>
          </a:xfrm>
          <a:custGeom>
            <a:avLst/>
            <a:gdLst/>
            <a:ahLst/>
            <a:cxnLst/>
            <a:rect l="l" t="t" r="r" b="b"/>
            <a:pathLst>
              <a:path w="1558289" h="1617979">
                <a:moveTo>
                  <a:pt x="1495006" y="1570922"/>
                </a:moveTo>
                <a:lnTo>
                  <a:pt x="1476311" y="1588896"/>
                </a:lnTo>
                <a:lnTo>
                  <a:pt x="1558226" y="1617979"/>
                </a:lnTo>
                <a:lnTo>
                  <a:pt x="1546442" y="1580260"/>
                </a:lnTo>
                <a:lnTo>
                  <a:pt x="1503997" y="1580260"/>
                </a:lnTo>
                <a:lnTo>
                  <a:pt x="1495006" y="1570922"/>
                </a:lnTo>
                <a:close/>
              </a:path>
              <a:path w="1558289" h="1617979">
                <a:moveTo>
                  <a:pt x="1513655" y="1552992"/>
                </a:moveTo>
                <a:lnTo>
                  <a:pt x="1495006" y="1570922"/>
                </a:lnTo>
                <a:lnTo>
                  <a:pt x="1503997" y="1580260"/>
                </a:lnTo>
                <a:lnTo>
                  <a:pt x="1522666" y="1562353"/>
                </a:lnTo>
                <a:lnTo>
                  <a:pt x="1513655" y="1552992"/>
                </a:lnTo>
                <a:close/>
              </a:path>
              <a:path w="1558289" h="1617979">
                <a:moveTo>
                  <a:pt x="1532318" y="1535048"/>
                </a:moveTo>
                <a:lnTo>
                  <a:pt x="1513655" y="1552992"/>
                </a:lnTo>
                <a:lnTo>
                  <a:pt x="1522666" y="1562353"/>
                </a:lnTo>
                <a:lnTo>
                  <a:pt x="1503997" y="1580260"/>
                </a:lnTo>
                <a:lnTo>
                  <a:pt x="1546442" y="1580260"/>
                </a:lnTo>
                <a:lnTo>
                  <a:pt x="1532318" y="1535048"/>
                </a:lnTo>
                <a:close/>
              </a:path>
              <a:path w="1558289" h="1617979">
                <a:moveTo>
                  <a:pt x="18668" y="0"/>
                </a:moveTo>
                <a:lnTo>
                  <a:pt x="0" y="18033"/>
                </a:lnTo>
                <a:lnTo>
                  <a:pt x="1495006" y="1570922"/>
                </a:lnTo>
                <a:lnTo>
                  <a:pt x="1513655" y="1552992"/>
                </a:lnTo>
                <a:lnTo>
                  <a:pt x="18668" y="0"/>
                </a:lnTo>
                <a:close/>
              </a:path>
            </a:pathLst>
          </a:custGeom>
          <a:solidFill>
            <a:srgbClr val="000000"/>
          </a:solidFill>
        </p:spPr>
        <p:txBody>
          <a:bodyPr wrap="square" lIns="0" tIns="0" rIns="0" bIns="0" rtlCol="0"/>
          <a:lstStyle/>
          <a:p>
            <a:endParaRPr/>
          </a:p>
        </p:txBody>
      </p:sp>
      <p:sp>
        <p:nvSpPr>
          <p:cNvPr id="20" name="object 20">
            <a:extLst>
              <a:ext uri="{FF2B5EF4-FFF2-40B4-BE49-F238E27FC236}">
                <a16:creationId xmlns:a16="http://schemas.microsoft.com/office/drawing/2014/main" id="{782AC2ED-32EF-60B3-BEF7-74ED76D08F09}"/>
              </a:ext>
            </a:extLst>
          </p:cNvPr>
          <p:cNvSpPr/>
          <p:nvPr/>
        </p:nvSpPr>
        <p:spPr>
          <a:xfrm>
            <a:off x="2777054" y="3520875"/>
            <a:ext cx="1577340" cy="78105"/>
          </a:xfrm>
          <a:custGeom>
            <a:avLst/>
            <a:gdLst/>
            <a:ahLst/>
            <a:cxnLst/>
            <a:rect l="l" t="t" r="r" b="b"/>
            <a:pathLst>
              <a:path w="1577339" h="78104">
                <a:moveTo>
                  <a:pt x="1499108" y="0"/>
                </a:moveTo>
                <a:lnTo>
                  <a:pt x="1499108" y="77724"/>
                </a:lnTo>
                <a:lnTo>
                  <a:pt x="1550924" y="51815"/>
                </a:lnTo>
                <a:lnTo>
                  <a:pt x="1512062" y="51815"/>
                </a:lnTo>
                <a:lnTo>
                  <a:pt x="1512062" y="25907"/>
                </a:lnTo>
                <a:lnTo>
                  <a:pt x="1550923" y="25907"/>
                </a:lnTo>
                <a:lnTo>
                  <a:pt x="1499108" y="0"/>
                </a:lnTo>
                <a:close/>
              </a:path>
              <a:path w="1577339" h="78104">
                <a:moveTo>
                  <a:pt x="1499108" y="25907"/>
                </a:moveTo>
                <a:lnTo>
                  <a:pt x="0" y="25907"/>
                </a:lnTo>
                <a:lnTo>
                  <a:pt x="0" y="51815"/>
                </a:lnTo>
                <a:lnTo>
                  <a:pt x="1499108" y="51815"/>
                </a:lnTo>
                <a:lnTo>
                  <a:pt x="1499108" y="25907"/>
                </a:lnTo>
                <a:close/>
              </a:path>
              <a:path w="1577339" h="78104">
                <a:moveTo>
                  <a:pt x="1550923" y="25907"/>
                </a:moveTo>
                <a:lnTo>
                  <a:pt x="1512062" y="25907"/>
                </a:lnTo>
                <a:lnTo>
                  <a:pt x="1512062" y="51815"/>
                </a:lnTo>
                <a:lnTo>
                  <a:pt x="1550924" y="51815"/>
                </a:lnTo>
                <a:lnTo>
                  <a:pt x="1576832" y="38862"/>
                </a:lnTo>
                <a:lnTo>
                  <a:pt x="1550923" y="25907"/>
                </a:lnTo>
                <a:close/>
              </a:path>
            </a:pathLst>
          </a:custGeom>
          <a:solidFill>
            <a:srgbClr val="000000"/>
          </a:solidFill>
        </p:spPr>
        <p:txBody>
          <a:bodyPr wrap="square" lIns="0" tIns="0" rIns="0" bIns="0" rtlCol="0"/>
          <a:lstStyle/>
          <a:p>
            <a:endParaRPr/>
          </a:p>
        </p:txBody>
      </p:sp>
      <p:sp>
        <p:nvSpPr>
          <p:cNvPr id="21" name="object 21">
            <a:extLst>
              <a:ext uri="{FF2B5EF4-FFF2-40B4-BE49-F238E27FC236}">
                <a16:creationId xmlns:a16="http://schemas.microsoft.com/office/drawing/2014/main" id="{C7529F17-CE2E-2546-F448-4C4657199F9E}"/>
              </a:ext>
            </a:extLst>
          </p:cNvPr>
          <p:cNvSpPr/>
          <p:nvPr/>
        </p:nvSpPr>
        <p:spPr>
          <a:xfrm>
            <a:off x="2777054" y="1882575"/>
            <a:ext cx="1577340" cy="78105"/>
          </a:xfrm>
          <a:custGeom>
            <a:avLst/>
            <a:gdLst/>
            <a:ahLst/>
            <a:cxnLst/>
            <a:rect l="l" t="t" r="r" b="b"/>
            <a:pathLst>
              <a:path w="1577339" h="78105">
                <a:moveTo>
                  <a:pt x="1499108" y="0"/>
                </a:moveTo>
                <a:lnTo>
                  <a:pt x="1499108" y="77724"/>
                </a:lnTo>
                <a:lnTo>
                  <a:pt x="1550924" y="51815"/>
                </a:lnTo>
                <a:lnTo>
                  <a:pt x="1512062" y="51815"/>
                </a:lnTo>
                <a:lnTo>
                  <a:pt x="1512062" y="25908"/>
                </a:lnTo>
                <a:lnTo>
                  <a:pt x="1550924" y="25908"/>
                </a:lnTo>
                <a:lnTo>
                  <a:pt x="1499108" y="0"/>
                </a:lnTo>
                <a:close/>
              </a:path>
              <a:path w="1577339" h="78105">
                <a:moveTo>
                  <a:pt x="1499108" y="25908"/>
                </a:moveTo>
                <a:lnTo>
                  <a:pt x="0" y="25908"/>
                </a:lnTo>
                <a:lnTo>
                  <a:pt x="0" y="51815"/>
                </a:lnTo>
                <a:lnTo>
                  <a:pt x="1499108" y="51815"/>
                </a:lnTo>
                <a:lnTo>
                  <a:pt x="1499108" y="25908"/>
                </a:lnTo>
                <a:close/>
              </a:path>
              <a:path w="1577339" h="78105">
                <a:moveTo>
                  <a:pt x="1550924" y="25908"/>
                </a:moveTo>
                <a:lnTo>
                  <a:pt x="1512062" y="25908"/>
                </a:lnTo>
                <a:lnTo>
                  <a:pt x="1512062" y="51815"/>
                </a:lnTo>
                <a:lnTo>
                  <a:pt x="1550924" y="51815"/>
                </a:lnTo>
                <a:lnTo>
                  <a:pt x="1576832" y="38862"/>
                </a:lnTo>
                <a:lnTo>
                  <a:pt x="1550924" y="25908"/>
                </a:lnTo>
                <a:close/>
              </a:path>
            </a:pathLst>
          </a:custGeom>
          <a:solidFill>
            <a:srgbClr val="000000"/>
          </a:solidFill>
        </p:spPr>
        <p:txBody>
          <a:bodyPr wrap="square" lIns="0" tIns="0" rIns="0" bIns="0" rtlCol="0"/>
          <a:lstStyle/>
          <a:p>
            <a:endParaRPr/>
          </a:p>
        </p:txBody>
      </p:sp>
      <p:sp>
        <p:nvSpPr>
          <p:cNvPr id="22" name="object 22">
            <a:extLst>
              <a:ext uri="{FF2B5EF4-FFF2-40B4-BE49-F238E27FC236}">
                <a16:creationId xmlns:a16="http://schemas.microsoft.com/office/drawing/2014/main" id="{1B39B479-96C8-5B45-55A0-FF37AB563079}"/>
              </a:ext>
            </a:extLst>
          </p:cNvPr>
          <p:cNvSpPr/>
          <p:nvPr/>
        </p:nvSpPr>
        <p:spPr>
          <a:xfrm>
            <a:off x="4973138" y="1954966"/>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6" y="36830"/>
                </a:lnTo>
                <a:lnTo>
                  <a:pt x="1547622" y="55118"/>
                </a:lnTo>
                <a:lnTo>
                  <a:pt x="1538528" y="64270"/>
                </a:lnTo>
                <a:lnTo>
                  <a:pt x="1556892" y="82550"/>
                </a:lnTo>
                <a:lnTo>
                  <a:pt x="1571945" y="36830"/>
                </a:lnTo>
                <a:close/>
              </a:path>
              <a:path w="1584325" h="1594485">
                <a:moveTo>
                  <a:pt x="1529206" y="36830"/>
                </a:moveTo>
                <a:lnTo>
                  <a:pt x="1520135" y="45961"/>
                </a:lnTo>
                <a:lnTo>
                  <a:pt x="1538528" y="64270"/>
                </a:lnTo>
                <a:lnTo>
                  <a:pt x="1547622" y="55118"/>
                </a:lnTo>
                <a:lnTo>
                  <a:pt x="1529206" y="36830"/>
                </a:lnTo>
                <a:close/>
              </a:path>
              <a:path w="1584325" h="1594485">
                <a:moveTo>
                  <a:pt x="1584070" y="0"/>
                </a:moveTo>
                <a:lnTo>
                  <a:pt x="1501775" y="27686"/>
                </a:lnTo>
                <a:lnTo>
                  <a:pt x="1520135" y="45961"/>
                </a:lnTo>
                <a:lnTo>
                  <a:pt x="1529206" y="36830"/>
                </a:lnTo>
                <a:lnTo>
                  <a:pt x="1571945" y="36830"/>
                </a:lnTo>
                <a:lnTo>
                  <a:pt x="1584070" y="0"/>
                </a:lnTo>
                <a:close/>
              </a:path>
            </a:pathLst>
          </a:custGeom>
          <a:solidFill>
            <a:srgbClr val="000000"/>
          </a:solidFill>
        </p:spPr>
        <p:txBody>
          <a:bodyPr wrap="square" lIns="0" tIns="0" rIns="0" bIns="0" rtlCol="0"/>
          <a:lstStyle/>
          <a:p>
            <a:endParaRPr/>
          </a:p>
        </p:txBody>
      </p:sp>
      <p:sp>
        <p:nvSpPr>
          <p:cNvPr id="23" name="object 23">
            <a:extLst>
              <a:ext uri="{FF2B5EF4-FFF2-40B4-BE49-F238E27FC236}">
                <a16:creationId xmlns:a16="http://schemas.microsoft.com/office/drawing/2014/main" id="{C16DBC01-B521-4220-C091-E3D577E1978F}"/>
              </a:ext>
            </a:extLst>
          </p:cNvPr>
          <p:cNvSpPr/>
          <p:nvPr/>
        </p:nvSpPr>
        <p:spPr>
          <a:xfrm>
            <a:off x="5008063" y="1897181"/>
            <a:ext cx="1558290" cy="1617980"/>
          </a:xfrm>
          <a:custGeom>
            <a:avLst/>
            <a:gdLst/>
            <a:ahLst/>
            <a:cxnLst/>
            <a:rect l="l" t="t" r="r" b="b"/>
            <a:pathLst>
              <a:path w="1558289" h="1617979">
                <a:moveTo>
                  <a:pt x="1494943" y="1570922"/>
                </a:moveTo>
                <a:lnTo>
                  <a:pt x="1476248" y="1588897"/>
                </a:lnTo>
                <a:lnTo>
                  <a:pt x="1558163" y="1617980"/>
                </a:lnTo>
                <a:lnTo>
                  <a:pt x="1546379" y="1580261"/>
                </a:lnTo>
                <a:lnTo>
                  <a:pt x="1503934" y="1580261"/>
                </a:lnTo>
                <a:lnTo>
                  <a:pt x="1494943" y="1570922"/>
                </a:lnTo>
                <a:close/>
              </a:path>
              <a:path w="1558289" h="1617979">
                <a:moveTo>
                  <a:pt x="1513591" y="1552993"/>
                </a:moveTo>
                <a:lnTo>
                  <a:pt x="1494943" y="1570922"/>
                </a:lnTo>
                <a:lnTo>
                  <a:pt x="1503934" y="1580261"/>
                </a:lnTo>
                <a:lnTo>
                  <a:pt x="1522602" y="1562354"/>
                </a:lnTo>
                <a:lnTo>
                  <a:pt x="1513591" y="1552993"/>
                </a:lnTo>
                <a:close/>
              </a:path>
              <a:path w="1558289" h="1617979">
                <a:moveTo>
                  <a:pt x="1532254" y="1535049"/>
                </a:moveTo>
                <a:lnTo>
                  <a:pt x="1513591" y="1552993"/>
                </a:lnTo>
                <a:lnTo>
                  <a:pt x="1522602" y="1562354"/>
                </a:lnTo>
                <a:lnTo>
                  <a:pt x="1503934" y="1580261"/>
                </a:lnTo>
                <a:lnTo>
                  <a:pt x="1546379" y="1580261"/>
                </a:lnTo>
                <a:lnTo>
                  <a:pt x="1532254" y="1535049"/>
                </a:lnTo>
                <a:close/>
              </a:path>
              <a:path w="1558289" h="1617979">
                <a:moveTo>
                  <a:pt x="18541" y="0"/>
                </a:moveTo>
                <a:lnTo>
                  <a:pt x="0" y="18034"/>
                </a:lnTo>
                <a:lnTo>
                  <a:pt x="1494943" y="1570922"/>
                </a:lnTo>
                <a:lnTo>
                  <a:pt x="1513591" y="1552993"/>
                </a:lnTo>
                <a:lnTo>
                  <a:pt x="18541" y="0"/>
                </a:lnTo>
                <a:close/>
              </a:path>
            </a:pathLst>
          </a:custGeom>
          <a:solidFill>
            <a:srgbClr val="000000"/>
          </a:solidFill>
        </p:spPr>
        <p:txBody>
          <a:bodyPr wrap="square" lIns="0" tIns="0" rIns="0" bIns="0" rtlCol="0"/>
          <a:lstStyle/>
          <a:p>
            <a:endParaRPr/>
          </a:p>
        </p:txBody>
      </p:sp>
      <p:sp>
        <p:nvSpPr>
          <p:cNvPr id="24" name="object 24">
            <a:extLst>
              <a:ext uri="{FF2B5EF4-FFF2-40B4-BE49-F238E27FC236}">
                <a16:creationId xmlns:a16="http://schemas.microsoft.com/office/drawing/2014/main" id="{75EE45BF-D0D2-EE49-D1C4-A8D5D7310382}"/>
              </a:ext>
            </a:extLst>
          </p:cNvPr>
          <p:cNvSpPr/>
          <p:nvPr/>
        </p:nvSpPr>
        <p:spPr>
          <a:xfrm>
            <a:off x="4994475" y="3505636"/>
            <a:ext cx="1577340" cy="78105"/>
          </a:xfrm>
          <a:custGeom>
            <a:avLst/>
            <a:gdLst/>
            <a:ahLst/>
            <a:cxnLst/>
            <a:rect l="l" t="t" r="r" b="b"/>
            <a:pathLst>
              <a:path w="1577339" h="78104">
                <a:moveTo>
                  <a:pt x="1499107" y="0"/>
                </a:moveTo>
                <a:lnTo>
                  <a:pt x="1499107" y="77724"/>
                </a:lnTo>
                <a:lnTo>
                  <a:pt x="1550923" y="51816"/>
                </a:lnTo>
                <a:lnTo>
                  <a:pt x="1512062" y="51816"/>
                </a:lnTo>
                <a:lnTo>
                  <a:pt x="1512062" y="25908"/>
                </a:lnTo>
                <a:lnTo>
                  <a:pt x="1550924" y="25908"/>
                </a:lnTo>
                <a:lnTo>
                  <a:pt x="1499107" y="0"/>
                </a:lnTo>
                <a:close/>
              </a:path>
              <a:path w="1577339" h="78104">
                <a:moveTo>
                  <a:pt x="1499107" y="25908"/>
                </a:moveTo>
                <a:lnTo>
                  <a:pt x="0" y="25908"/>
                </a:lnTo>
                <a:lnTo>
                  <a:pt x="0" y="51816"/>
                </a:lnTo>
                <a:lnTo>
                  <a:pt x="1499107" y="51816"/>
                </a:lnTo>
                <a:lnTo>
                  <a:pt x="1499107" y="25908"/>
                </a:lnTo>
                <a:close/>
              </a:path>
              <a:path w="1577339" h="78104">
                <a:moveTo>
                  <a:pt x="1550924" y="25908"/>
                </a:moveTo>
                <a:lnTo>
                  <a:pt x="1512062" y="25908"/>
                </a:lnTo>
                <a:lnTo>
                  <a:pt x="1512062" y="51816"/>
                </a:lnTo>
                <a:lnTo>
                  <a:pt x="1550923" y="51816"/>
                </a:lnTo>
                <a:lnTo>
                  <a:pt x="1576831" y="38862"/>
                </a:lnTo>
                <a:lnTo>
                  <a:pt x="1550924" y="25908"/>
                </a:lnTo>
                <a:close/>
              </a:path>
            </a:pathLst>
          </a:custGeom>
          <a:solidFill>
            <a:srgbClr val="000000"/>
          </a:solidFill>
        </p:spPr>
        <p:txBody>
          <a:bodyPr wrap="square" lIns="0" tIns="0" rIns="0" bIns="0" rtlCol="0"/>
          <a:lstStyle/>
          <a:p>
            <a:endParaRPr/>
          </a:p>
        </p:txBody>
      </p:sp>
      <p:sp>
        <p:nvSpPr>
          <p:cNvPr id="25" name="object 25">
            <a:extLst>
              <a:ext uri="{FF2B5EF4-FFF2-40B4-BE49-F238E27FC236}">
                <a16:creationId xmlns:a16="http://schemas.microsoft.com/office/drawing/2014/main" id="{AAA9D7D9-87C9-98E8-593F-33BA20BD0EC6}"/>
              </a:ext>
            </a:extLst>
          </p:cNvPr>
          <p:cNvSpPr/>
          <p:nvPr/>
        </p:nvSpPr>
        <p:spPr>
          <a:xfrm>
            <a:off x="4994475" y="1867335"/>
            <a:ext cx="1577340" cy="78105"/>
          </a:xfrm>
          <a:custGeom>
            <a:avLst/>
            <a:gdLst/>
            <a:ahLst/>
            <a:cxnLst/>
            <a:rect l="l" t="t" r="r" b="b"/>
            <a:pathLst>
              <a:path w="1577339" h="78105">
                <a:moveTo>
                  <a:pt x="1499107" y="0"/>
                </a:moveTo>
                <a:lnTo>
                  <a:pt x="1499107" y="77724"/>
                </a:lnTo>
                <a:lnTo>
                  <a:pt x="1550924" y="51815"/>
                </a:lnTo>
                <a:lnTo>
                  <a:pt x="1512062" y="51815"/>
                </a:lnTo>
                <a:lnTo>
                  <a:pt x="1512062" y="25907"/>
                </a:lnTo>
                <a:lnTo>
                  <a:pt x="1550923" y="25907"/>
                </a:lnTo>
                <a:lnTo>
                  <a:pt x="1499107" y="0"/>
                </a:lnTo>
                <a:close/>
              </a:path>
              <a:path w="1577339" h="78105">
                <a:moveTo>
                  <a:pt x="1499107" y="25907"/>
                </a:moveTo>
                <a:lnTo>
                  <a:pt x="0" y="25907"/>
                </a:lnTo>
                <a:lnTo>
                  <a:pt x="0" y="51815"/>
                </a:lnTo>
                <a:lnTo>
                  <a:pt x="1499107" y="51815"/>
                </a:lnTo>
                <a:lnTo>
                  <a:pt x="1499107" y="25907"/>
                </a:lnTo>
                <a:close/>
              </a:path>
              <a:path w="1577339"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sp>
        <p:nvSpPr>
          <p:cNvPr id="26" name="object 26">
            <a:extLst>
              <a:ext uri="{FF2B5EF4-FFF2-40B4-BE49-F238E27FC236}">
                <a16:creationId xmlns:a16="http://schemas.microsoft.com/office/drawing/2014/main" id="{205202CA-A53F-CE05-A9C6-6D024D18EECC}"/>
              </a:ext>
            </a:extLst>
          </p:cNvPr>
          <p:cNvSpPr/>
          <p:nvPr/>
        </p:nvSpPr>
        <p:spPr>
          <a:xfrm>
            <a:off x="7173794" y="1935153"/>
            <a:ext cx="1584325" cy="1594485"/>
          </a:xfrm>
          <a:custGeom>
            <a:avLst/>
            <a:gdLst/>
            <a:ahLst/>
            <a:cxnLst/>
            <a:rect l="l" t="t" r="r" b="b"/>
            <a:pathLst>
              <a:path w="1584325" h="1594485">
                <a:moveTo>
                  <a:pt x="1520135" y="45961"/>
                </a:moveTo>
                <a:lnTo>
                  <a:pt x="0" y="1576070"/>
                </a:lnTo>
                <a:lnTo>
                  <a:pt x="18287" y="1594358"/>
                </a:lnTo>
                <a:lnTo>
                  <a:pt x="1538528" y="64270"/>
                </a:lnTo>
                <a:lnTo>
                  <a:pt x="1520135" y="45961"/>
                </a:lnTo>
                <a:close/>
              </a:path>
              <a:path w="1584325" h="1594485">
                <a:moveTo>
                  <a:pt x="1571945" y="36830"/>
                </a:moveTo>
                <a:lnTo>
                  <a:pt x="1529207" y="36830"/>
                </a:lnTo>
                <a:lnTo>
                  <a:pt x="1547622" y="55118"/>
                </a:lnTo>
                <a:lnTo>
                  <a:pt x="1538528" y="64270"/>
                </a:lnTo>
                <a:lnTo>
                  <a:pt x="1556892" y="82550"/>
                </a:lnTo>
                <a:lnTo>
                  <a:pt x="1571945" y="36830"/>
                </a:lnTo>
                <a:close/>
              </a:path>
              <a:path w="1584325" h="1594485">
                <a:moveTo>
                  <a:pt x="1529207" y="36830"/>
                </a:moveTo>
                <a:lnTo>
                  <a:pt x="1520135" y="45961"/>
                </a:lnTo>
                <a:lnTo>
                  <a:pt x="1538528" y="64270"/>
                </a:lnTo>
                <a:lnTo>
                  <a:pt x="1547622" y="55118"/>
                </a:lnTo>
                <a:lnTo>
                  <a:pt x="1529207" y="36830"/>
                </a:lnTo>
                <a:close/>
              </a:path>
              <a:path w="1584325" h="1594485">
                <a:moveTo>
                  <a:pt x="1584070" y="0"/>
                </a:moveTo>
                <a:lnTo>
                  <a:pt x="1501775" y="27686"/>
                </a:lnTo>
                <a:lnTo>
                  <a:pt x="1520135" y="45961"/>
                </a:lnTo>
                <a:lnTo>
                  <a:pt x="1529207" y="36830"/>
                </a:lnTo>
                <a:lnTo>
                  <a:pt x="1571945" y="36830"/>
                </a:lnTo>
                <a:lnTo>
                  <a:pt x="1584070" y="0"/>
                </a:lnTo>
                <a:close/>
              </a:path>
            </a:pathLst>
          </a:custGeom>
          <a:solidFill>
            <a:srgbClr val="000000"/>
          </a:solidFill>
        </p:spPr>
        <p:txBody>
          <a:bodyPr wrap="square" lIns="0" tIns="0" rIns="0" bIns="0" rtlCol="0"/>
          <a:lstStyle/>
          <a:p>
            <a:endParaRPr/>
          </a:p>
        </p:txBody>
      </p:sp>
      <p:sp>
        <p:nvSpPr>
          <p:cNvPr id="27" name="object 27">
            <a:extLst>
              <a:ext uri="{FF2B5EF4-FFF2-40B4-BE49-F238E27FC236}">
                <a16:creationId xmlns:a16="http://schemas.microsoft.com/office/drawing/2014/main" id="{52C0B6EB-6FA8-BEF5-C6FF-4F56A8A63BA8}"/>
              </a:ext>
            </a:extLst>
          </p:cNvPr>
          <p:cNvSpPr/>
          <p:nvPr/>
        </p:nvSpPr>
        <p:spPr>
          <a:xfrm>
            <a:off x="7207195" y="1877369"/>
            <a:ext cx="1558290" cy="1617980"/>
          </a:xfrm>
          <a:custGeom>
            <a:avLst/>
            <a:gdLst/>
            <a:ahLst/>
            <a:cxnLst/>
            <a:rect l="l" t="t" r="r" b="b"/>
            <a:pathLst>
              <a:path w="1558290" h="1617979">
                <a:moveTo>
                  <a:pt x="1494943" y="1570922"/>
                </a:moveTo>
                <a:lnTo>
                  <a:pt x="1476248" y="1588897"/>
                </a:lnTo>
                <a:lnTo>
                  <a:pt x="1558163" y="1617980"/>
                </a:lnTo>
                <a:lnTo>
                  <a:pt x="1546379" y="1580261"/>
                </a:lnTo>
                <a:lnTo>
                  <a:pt x="1503934" y="1580261"/>
                </a:lnTo>
                <a:lnTo>
                  <a:pt x="1494943" y="1570922"/>
                </a:lnTo>
                <a:close/>
              </a:path>
              <a:path w="1558290" h="1617979">
                <a:moveTo>
                  <a:pt x="1513591" y="1552993"/>
                </a:moveTo>
                <a:lnTo>
                  <a:pt x="1494943" y="1570922"/>
                </a:lnTo>
                <a:lnTo>
                  <a:pt x="1503934" y="1580261"/>
                </a:lnTo>
                <a:lnTo>
                  <a:pt x="1522603" y="1562354"/>
                </a:lnTo>
                <a:lnTo>
                  <a:pt x="1513591" y="1552993"/>
                </a:lnTo>
                <a:close/>
              </a:path>
              <a:path w="1558290" h="1617979">
                <a:moveTo>
                  <a:pt x="1532255" y="1535049"/>
                </a:moveTo>
                <a:lnTo>
                  <a:pt x="1513591" y="1552993"/>
                </a:lnTo>
                <a:lnTo>
                  <a:pt x="1522603" y="1562354"/>
                </a:lnTo>
                <a:lnTo>
                  <a:pt x="1503934" y="1580261"/>
                </a:lnTo>
                <a:lnTo>
                  <a:pt x="1546379" y="1580261"/>
                </a:lnTo>
                <a:lnTo>
                  <a:pt x="1532255" y="1535049"/>
                </a:lnTo>
                <a:close/>
              </a:path>
              <a:path w="1558290" h="1617979">
                <a:moveTo>
                  <a:pt x="18542" y="0"/>
                </a:moveTo>
                <a:lnTo>
                  <a:pt x="0" y="18034"/>
                </a:lnTo>
                <a:lnTo>
                  <a:pt x="1494943" y="1570922"/>
                </a:lnTo>
                <a:lnTo>
                  <a:pt x="1513591" y="1552993"/>
                </a:lnTo>
                <a:lnTo>
                  <a:pt x="18542" y="0"/>
                </a:lnTo>
                <a:close/>
              </a:path>
            </a:pathLst>
          </a:custGeom>
          <a:solidFill>
            <a:srgbClr val="000000"/>
          </a:solidFill>
        </p:spPr>
        <p:txBody>
          <a:bodyPr wrap="square" lIns="0" tIns="0" rIns="0" bIns="0" rtlCol="0"/>
          <a:lstStyle/>
          <a:p>
            <a:endParaRPr/>
          </a:p>
        </p:txBody>
      </p:sp>
      <p:sp>
        <p:nvSpPr>
          <p:cNvPr id="28" name="object 28">
            <a:extLst>
              <a:ext uri="{FF2B5EF4-FFF2-40B4-BE49-F238E27FC236}">
                <a16:creationId xmlns:a16="http://schemas.microsoft.com/office/drawing/2014/main" id="{6B8FC955-93CA-06A0-6C72-35E2117A8688}"/>
              </a:ext>
            </a:extLst>
          </p:cNvPr>
          <p:cNvSpPr/>
          <p:nvPr/>
        </p:nvSpPr>
        <p:spPr>
          <a:xfrm>
            <a:off x="7195131" y="3485823"/>
            <a:ext cx="1577340" cy="78105"/>
          </a:xfrm>
          <a:custGeom>
            <a:avLst/>
            <a:gdLst/>
            <a:ahLst/>
            <a:cxnLst/>
            <a:rect l="l" t="t" r="r" b="b"/>
            <a:pathLst>
              <a:path w="1577340" h="78104">
                <a:moveTo>
                  <a:pt x="1499107" y="0"/>
                </a:moveTo>
                <a:lnTo>
                  <a:pt x="1499107" y="77723"/>
                </a:lnTo>
                <a:lnTo>
                  <a:pt x="1550923" y="51815"/>
                </a:lnTo>
                <a:lnTo>
                  <a:pt x="1512062" y="51815"/>
                </a:lnTo>
                <a:lnTo>
                  <a:pt x="1512062" y="25907"/>
                </a:lnTo>
                <a:lnTo>
                  <a:pt x="1550924" y="25907"/>
                </a:lnTo>
                <a:lnTo>
                  <a:pt x="1499107" y="0"/>
                </a:lnTo>
                <a:close/>
              </a:path>
              <a:path w="1577340" h="78104">
                <a:moveTo>
                  <a:pt x="1499107" y="25907"/>
                </a:moveTo>
                <a:lnTo>
                  <a:pt x="0" y="25907"/>
                </a:lnTo>
                <a:lnTo>
                  <a:pt x="0" y="51815"/>
                </a:lnTo>
                <a:lnTo>
                  <a:pt x="1499107" y="51815"/>
                </a:lnTo>
                <a:lnTo>
                  <a:pt x="1499107" y="25907"/>
                </a:lnTo>
                <a:close/>
              </a:path>
              <a:path w="1577340" h="78104">
                <a:moveTo>
                  <a:pt x="1550924" y="25907"/>
                </a:moveTo>
                <a:lnTo>
                  <a:pt x="1512062" y="25907"/>
                </a:lnTo>
                <a:lnTo>
                  <a:pt x="1512062" y="51815"/>
                </a:lnTo>
                <a:lnTo>
                  <a:pt x="1550923" y="51815"/>
                </a:lnTo>
                <a:lnTo>
                  <a:pt x="1576831" y="38861"/>
                </a:lnTo>
                <a:lnTo>
                  <a:pt x="1550924" y="25907"/>
                </a:lnTo>
                <a:close/>
              </a:path>
            </a:pathLst>
          </a:custGeom>
          <a:solidFill>
            <a:srgbClr val="000000"/>
          </a:solidFill>
        </p:spPr>
        <p:txBody>
          <a:bodyPr wrap="square" lIns="0" tIns="0" rIns="0" bIns="0" rtlCol="0"/>
          <a:lstStyle/>
          <a:p>
            <a:endParaRPr/>
          </a:p>
        </p:txBody>
      </p:sp>
      <p:sp>
        <p:nvSpPr>
          <p:cNvPr id="29" name="object 29">
            <a:extLst>
              <a:ext uri="{FF2B5EF4-FFF2-40B4-BE49-F238E27FC236}">
                <a16:creationId xmlns:a16="http://schemas.microsoft.com/office/drawing/2014/main" id="{7E5AAE14-0F1B-D4CB-FA2A-25B3A92B70C0}"/>
              </a:ext>
            </a:extLst>
          </p:cNvPr>
          <p:cNvSpPr/>
          <p:nvPr/>
        </p:nvSpPr>
        <p:spPr>
          <a:xfrm>
            <a:off x="7195131" y="1847524"/>
            <a:ext cx="1577340" cy="78105"/>
          </a:xfrm>
          <a:custGeom>
            <a:avLst/>
            <a:gdLst/>
            <a:ahLst/>
            <a:cxnLst/>
            <a:rect l="l" t="t" r="r" b="b"/>
            <a:pathLst>
              <a:path w="1577340" h="78105">
                <a:moveTo>
                  <a:pt x="1499107" y="0"/>
                </a:moveTo>
                <a:lnTo>
                  <a:pt x="1499107" y="77724"/>
                </a:lnTo>
                <a:lnTo>
                  <a:pt x="1550924" y="51815"/>
                </a:lnTo>
                <a:lnTo>
                  <a:pt x="1512062" y="51815"/>
                </a:lnTo>
                <a:lnTo>
                  <a:pt x="1512062" y="25907"/>
                </a:lnTo>
                <a:lnTo>
                  <a:pt x="1550923" y="25907"/>
                </a:lnTo>
                <a:lnTo>
                  <a:pt x="1499107" y="0"/>
                </a:lnTo>
                <a:close/>
              </a:path>
              <a:path w="1577340" h="78105">
                <a:moveTo>
                  <a:pt x="1499107" y="25907"/>
                </a:moveTo>
                <a:lnTo>
                  <a:pt x="0" y="25907"/>
                </a:lnTo>
                <a:lnTo>
                  <a:pt x="0" y="51815"/>
                </a:lnTo>
                <a:lnTo>
                  <a:pt x="1499107" y="51815"/>
                </a:lnTo>
                <a:lnTo>
                  <a:pt x="1499107" y="25907"/>
                </a:lnTo>
                <a:close/>
              </a:path>
              <a:path w="1577340" h="78105">
                <a:moveTo>
                  <a:pt x="1550923" y="25907"/>
                </a:moveTo>
                <a:lnTo>
                  <a:pt x="1512062" y="25907"/>
                </a:lnTo>
                <a:lnTo>
                  <a:pt x="1512062" y="51815"/>
                </a:lnTo>
                <a:lnTo>
                  <a:pt x="1550924" y="51815"/>
                </a:lnTo>
                <a:lnTo>
                  <a:pt x="1576831" y="38862"/>
                </a:lnTo>
                <a:lnTo>
                  <a:pt x="1550923" y="25907"/>
                </a:lnTo>
                <a:close/>
              </a:path>
            </a:pathLst>
          </a:custGeom>
          <a:solidFill>
            <a:srgbClr val="000000"/>
          </a:solidFill>
        </p:spPr>
        <p:txBody>
          <a:bodyPr wrap="square" lIns="0" tIns="0" rIns="0" bIns="0" rtlCol="0"/>
          <a:lstStyle/>
          <a:p>
            <a:endParaRPr/>
          </a:p>
        </p:txBody>
      </p:sp>
      <p:sp>
        <p:nvSpPr>
          <p:cNvPr id="30" name="object 30">
            <a:extLst>
              <a:ext uri="{FF2B5EF4-FFF2-40B4-BE49-F238E27FC236}">
                <a16:creationId xmlns:a16="http://schemas.microsoft.com/office/drawing/2014/main" id="{F76188E1-5A3A-7192-EEC8-8548C98120C2}"/>
              </a:ext>
            </a:extLst>
          </p:cNvPr>
          <p:cNvSpPr/>
          <p:nvPr/>
        </p:nvSpPr>
        <p:spPr>
          <a:xfrm>
            <a:off x="4435167" y="3317559"/>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7" y="43296"/>
                </a:lnTo>
                <a:lnTo>
                  <a:pt x="229830" y="79095"/>
                </a:lnTo>
                <a:lnTo>
                  <a:pt x="209738" y="128687"/>
                </a:lnTo>
                <a:lnTo>
                  <a:pt x="192468" y="184997"/>
                </a:lnTo>
                <a:lnTo>
                  <a:pt x="176257" y="240946"/>
                </a:lnTo>
                <a:lnTo>
                  <a:pt x="159340" y="289459"/>
                </a:lnTo>
                <a:lnTo>
                  <a:pt x="139954"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C750F8D0-F867-6FD9-8E0B-87136411BA39}"/>
              </a:ext>
            </a:extLst>
          </p:cNvPr>
          <p:cNvSpPr/>
          <p:nvPr/>
        </p:nvSpPr>
        <p:spPr>
          <a:xfrm>
            <a:off x="4416879" y="1729589"/>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5"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19C108FB-3D7F-099D-9011-F21DD126A097}"/>
              </a:ext>
            </a:extLst>
          </p:cNvPr>
          <p:cNvSpPr/>
          <p:nvPr/>
        </p:nvSpPr>
        <p:spPr>
          <a:xfrm>
            <a:off x="6646490" y="1740257"/>
            <a:ext cx="469900" cy="353695"/>
          </a:xfrm>
          <a:custGeom>
            <a:avLst/>
            <a:gdLst/>
            <a:ahLst/>
            <a:cxnLst/>
            <a:rect l="l" t="t" r="r" b="b"/>
            <a:pathLst>
              <a:path w="469900" h="353694">
                <a:moveTo>
                  <a:pt x="469391"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3" name="object 33">
            <a:extLst>
              <a:ext uri="{FF2B5EF4-FFF2-40B4-BE49-F238E27FC236}">
                <a16:creationId xmlns:a16="http://schemas.microsoft.com/office/drawing/2014/main" id="{0A95537E-1CB8-E654-6AC1-F6BD9AB79F98}"/>
              </a:ext>
            </a:extLst>
          </p:cNvPr>
          <p:cNvSpPr/>
          <p:nvPr/>
        </p:nvSpPr>
        <p:spPr>
          <a:xfrm>
            <a:off x="6661731" y="3262695"/>
            <a:ext cx="471170" cy="354965"/>
          </a:xfrm>
          <a:custGeom>
            <a:avLst/>
            <a:gdLst/>
            <a:ahLst/>
            <a:cxnLst/>
            <a:rect l="l" t="t" r="r" b="b"/>
            <a:pathLst>
              <a:path w="471170" h="354964">
                <a:moveTo>
                  <a:pt x="470915" y="5069"/>
                </a:moveTo>
                <a:lnTo>
                  <a:pt x="422745" y="1071"/>
                </a:lnTo>
                <a:lnTo>
                  <a:pt x="375812" y="0"/>
                </a:lnTo>
                <a:lnTo>
                  <a:pt x="331323" y="4749"/>
                </a:lnTo>
                <a:lnTo>
                  <a:pt x="290486" y="18216"/>
                </a:lnTo>
                <a:lnTo>
                  <a:pt x="254508" y="43296"/>
                </a:lnTo>
                <a:lnTo>
                  <a:pt x="229830" y="79095"/>
                </a:lnTo>
                <a:lnTo>
                  <a:pt x="209738" y="128687"/>
                </a:lnTo>
                <a:lnTo>
                  <a:pt x="192468" y="184997"/>
                </a:lnTo>
                <a:lnTo>
                  <a:pt x="176257" y="240946"/>
                </a:lnTo>
                <a:lnTo>
                  <a:pt x="159340" y="289459"/>
                </a:lnTo>
                <a:lnTo>
                  <a:pt x="139953" y="323458"/>
                </a:lnTo>
                <a:lnTo>
                  <a:pt x="107049" y="348606"/>
                </a:lnTo>
                <a:lnTo>
                  <a:pt x="72358" y="354907"/>
                </a:lnTo>
                <a:lnTo>
                  <a:pt x="36476" y="348658"/>
                </a:lnTo>
                <a:lnTo>
                  <a:pt x="0" y="336158"/>
                </a:lnTo>
              </a:path>
            </a:pathLst>
          </a:custGeom>
          <a:ln w="28956">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5D086A43-C4D3-A7C3-3BDB-7D9CA94C844C}"/>
              </a:ext>
            </a:extLst>
          </p:cNvPr>
          <p:cNvSpPr/>
          <p:nvPr/>
        </p:nvSpPr>
        <p:spPr>
          <a:xfrm>
            <a:off x="8795331" y="1679297"/>
            <a:ext cx="469900" cy="353695"/>
          </a:xfrm>
          <a:custGeom>
            <a:avLst/>
            <a:gdLst/>
            <a:ahLst/>
            <a:cxnLst/>
            <a:rect l="l" t="t" r="r" b="b"/>
            <a:pathLst>
              <a:path w="469900" h="353694">
                <a:moveTo>
                  <a:pt x="469392" y="5031"/>
                </a:moveTo>
                <a:lnTo>
                  <a:pt x="421373" y="1080"/>
                </a:lnTo>
                <a:lnTo>
                  <a:pt x="374593" y="0"/>
                </a:lnTo>
                <a:lnTo>
                  <a:pt x="330256" y="4692"/>
                </a:lnTo>
                <a:lnTo>
                  <a:pt x="289572" y="18060"/>
                </a:lnTo>
                <a:lnTo>
                  <a:pt x="253746" y="43004"/>
                </a:lnTo>
                <a:lnTo>
                  <a:pt x="229131" y="78638"/>
                </a:lnTo>
                <a:lnTo>
                  <a:pt x="209103" y="128014"/>
                </a:lnTo>
                <a:lnTo>
                  <a:pt x="191897" y="184085"/>
                </a:lnTo>
                <a:lnTo>
                  <a:pt x="175749" y="239807"/>
                </a:lnTo>
                <a:lnTo>
                  <a:pt x="158895" y="288134"/>
                </a:lnTo>
                <a:lnTo>
                  <a:pt x="139573" y="322023"/>
                </a:lnTo>
                <a:lnTo>
                  <a:pt x="106763" y="347046"/>
                </a:lnTo>
                <a:lnTo>
                  <a:pt x="72167" y="353328"/>
                </a:lnTo>
                <a:lnTo>
                  <a:pt x="36381" y="347133"/>
                </a:lnTo>
                <a:lnTo>
                  <a:pt x="0" y="334723"/>
                </a:lnTo>
              </a:path>
            </a:pathLst>
          </a:custGeom>
          <a:ln w="28956">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915F235F-4E48-B817-2B39-9E54FF263784}"/>
              </a:ext>
            </a:extLst>
          </p:cNvPr>
          <p:cNvSpPr/>
          <p:nvPr/>
        </p:nvSpPr>
        <p:spPr>
          <a:xfrm>
            <a:off x="8842574" y="3296222"/>
            <a:ext cx="469900" cy="354965"/>
          </a:xfrm>
          <a:custGeom>
            <a:avLst/>
            <a:gdLst/>
            <a:ahLst/>
            <a:cxnLst/>
            <a:rect l="l" t="t" r="r" b="b"/>
            <a:pathLst>
              <a:path w="469900" h="354964">
                <a:moveTo>
                  <a:pt x="469392" y="5069"/>
                </a:moveTo>
                <a:lnTo>
                  <a:pt x="421373" y="1071"/>
                </a:lnTo>
                <a:lnTo>
                  <a:pt x="374593" y="0"/>
                </a:lnTo>
                <a:lnTo>
                  <a:pt x="330256" y="4749"/>
                </a:lnTo>
                <a:lnTo>
                  <a:pt x="289572" y="18216"/>
                </a:lnTo>
                <a:lnTo>
                  <a:pt x="253746" y="43296"/>
                </a:lnTo>
                <a:lnTo>
                  <a:pt x="229131" y="79095"/>
                </a:lnTo>
                <a:lnTo>
                  <a:pt x="209103" y="128687"/>
                </a:lnTo>
                <a:lnTo>
                  <a:pt x="191897" y="184997"/>
                </a:lnTo>
                <a:lnTo>
                  <a:pt x="175749" y="240946"/>
                </a:lnTo>
                <a:lnTo>
                  <a:pt x="158895" y="289459"/>
                </a:lnTo>
                <a:lnTo>
                  <a:pt x="139573" y="323458"/>
                </a:lnTo>
                <a:lnTo>
                  <a:pt x="106763" y="348606"/>
                </a:lnTo>
                <a:lnTo>
                  <a:pt x="72167" y="354907"/>
                </a:lnTo>
                <a:lnTo>
                  <a:pt x="36381" y="348658"/>
                </a:lnTo>
                <a:lnTo>
                  <a:pt x="0" y="336158"/>
                </a:lnTo>
              </a:path>
            </a:pathLst>
          </a:custGeom>
          <a:ln w="28956">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958B0B3D-E99A-9B29-2657-41B4582795D3}"/>
              </a:ext>
            </a:extLst>
          </p:cNvPr>
          <p:cNvSpPr txBox="1"/>
          <p:nvPr/>
        </p:nvSpPr>
        <p:spPr>
          <a:xfrm>
            <a:off x="3443551" y="1454459"/>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37" name="object 37">
            <a:extLst>
              <a:ext uri="{FF2B5EF4-FFF2-40B4-BE49-F238E27FC236}">
                <a16:creationId xmlns:a16="http://schemas.microsoft.com/office/drawing/2014/main" id="{C9A19A66-F57D-0083-4568-93D59698A809}"/>
              </a:ext>
            </a:extLst>
          </p:cNvPr>
          <p:cNvSpPr txBox="1"/>
          <p:nvPr/>
        </p:nvSpPr>
        <p:spPr>
          <a:xfrm>
            <a:off x="3614874" y="2042977"/>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2</a:t>
            </a:r>
            <a:endParaRPr sz="2400">
              <a:latin typeface="Calibri"/>
              <a:cs typeface="Calibri"/>
            </a:endParaRPr>
          </a:p>
        </p:txBody>
      </p:sp>
      <p:sp>
        <p:nvSpPr>
          <p:cNvPr id="38" name="object 38">
            <a:extLst>
              <a:ext uri="{FF2B5EF4-FFF2-40B4-BE49-F238E27FC236}">
                <a16:creationId xmlns:a16="http://schemas.microsoft.com/office/drawing/2014/main" id="{D54A99E3-CCCE-58A9-7486-6CE4E6AEE391}"/>
              </a:ext>
            </a:extLst>
          </p:cNvPr>
          <p:cNvSpPr txBox="1"/>
          <p:nvPr/>
        </p:nvSpPr>
        <p:spPr>
          <a:xfrm>
            <a:off x="3495748" y="3559941"/>
            <a:ext cx="18034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1</a:t>
            </a:r>
            <a:endParaRPr sz="2400">
              <a:latin typeface="Calibri"/>
              <a:cs typeface="Calibri"/>
            </a:endParaRPr>
          </a:p>
        </p:txBody>
      </p:sp>
      <p:sp>
        <p:nvSpPr>
          <p:cNvPr id="39" name="object 39">
            <a:extLst>
              <a:ext uri="{FF2B5EF4-FFF2-40B4-BE49-F238E27FC236}">
                <a16:creationId xmlns:a16="http://schemas.microsoft.com/office/drawing/2014/main" id="{9CC36D86-620F-D756-F259-9836DA397B2C}"/>
              </a:ext>
            </a:extLst>
          </p:cNvPr>
          <p:cNvSpPr txBox="1"/>
          <p:nvPr/>
        </p:nvSpPr>
        <p:spPr>
          <a:xfrm>
            <a:off x="3600904" y="2990016"/>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40" name="object 40">
            <a:extLst>
              <a:ext uri="{FF2B5EF4-FFF2-40B4-BE49-F238E27FC236}">
                <a16:creationId xmlns:a16="http://schemas.microsoft.com/office/drawing/2014/main" id="{8B162363-E651-FA6E-A339-7B98033E375A}"/>
              </a:ext>
            </a:extLst>
          </p:cNvPr>
          <p:cNvSpPr/>
          <p:nvPr/>
        </p:nvSpPr>
        <p:spPr>
          <a:xfrm>
            <a:off x="4314008" y="2022022"/>
            <a:ext cx="78105" cy="384175"/>
          </a:xfrm>
          <a:custGeom>
            <a:avLst/>
            <a:gdLst/>
            <a:ahLst/>
            <a:cxnLst/>
            <a:rect l="l" t="t" r="r" b="b"/>
            <a:pathLst>
              <a:path w="78105" h="384175">
                <a:moveTo>
                  <a:pt x="51815" y="64769"/>
                </a:moveTo>
                <a:lnTo>
                  <a:pt x="25907" y="64769"/>
                </a:lnTo>
                <a:lnTo>
                  <a:pt x="25907" y="384175"/>
                </a:lnTo>
                <a:lnTo>
                  <a:pt x="51815" y="384175"/>
                </a:lnTo>
                <a:lnTo>
                  <a:pt x="51815" y="64769"/>
                </a:lnTo>
                <a:close/>
              </a:path>
              <a:path w="78105" h="384175">
                <a:moveTo>
                  <a:pt x="38862" y="0"/>
                </a:moveTo>
                <a:lnTo>
                  <a:pt x="0" y="77724"/>
                </a:lnTo>
                <a:lnTo>
                  <a:pt x="25907" y="77724"/>
                </a:lnTo>
                <a:lnTo>
                  <a:pt x="25907" y="64769"/>
                </a:lnTo>
                <a:lnTo>
                  <a:pt x="71246" y="64769"/>
                </a:lnTo>
                <a:lnTo>
                  <a:pt x="38862" y="0"/>
                </a:lnTo>
                <a:close/>
              </a:path>
              <a:path w="78105" h="384175">
                <a:moveTo>
                  <a:pt x="71246" y="64769"/>
                </a:moveTo>
                <a:lnTo>
                  <a:pt x="51815" y="64769"/>
                </a:lnTo>
                <a:lnTo>
                  <a:pt x="51815" y="77724"/>
                </a:lnTo>
                <a:lnTo>
                  <a:pt x="77724" y="77724"/>
                </a:lnTo>
                <a:lnTo>
                  <a:pt x="71246" y="64769"/>
                </a:lnTo>
                <a:close/>
              </a:path>
            </a:pathLst>
          </a:custGeom>
          <a:solidFill>
            <a:srgbClr val="000000"/>
          </a:solidFill>
        </p:spPr>
        <p:txBody>
          <a:bodyPr wrap="square" lIns="0" tIns="0" rIns="0" bIns="0" rtlCol="0"/>
          <a:lstStyle/>
          <a:p>
            <a:endParaRPr/>
          </a:p>
        </p:txBody>
      </p:sp>
      <p:sp>
        <p:nvSpPr>
          <p:cNvPr id="41" name="object 41">
            <a:extLst>
              <a:ext uri="{FF2B5EF4-FFF2-40B4-BE49-F238E27FC236}">
                <a16:creationId xmlns:a16="http://schemas.microsoft.com/office/drawing/2014/main" id="{AF7337F5-1206-39B5-6F45-7F1A5E7F7101}"/>
              </a:ext>
            </a:extLst>
          </p:cNvPr>
          <p:cNvSpPr txBox="1"/>
          <p:nvPr/>
        </p:nvSpPr>
        <p:spPr>
          <a:xfrm>
            <a:off x="4125033" y="2405307"/>
            <a:ext cx="459105" cy="448309"/>
          </a:xfrm>
          <a:prstGeom prst="rect">
            <a:avLst/>
          </a:prstGeom>
          <a:solidFill>
            <a:srgbClr val="E1EFD9"/>
          </a:solidFill>
          <a:ln w="6096">
            <a:solidFill>
              <a:srgbClr val="00AF50"/>
            </a:solidFill>
          </a:ln>
        </p:spPr>
        <p:txBody>
          <a:bodyPr vert="horz" wrap="square" lIns="0" tIns="19685" rIns="0" bIns="0" rtlCol="0">
            <a:spAutoFit/>
          </a:bodyPr>
          <a:lstStyle/>
          <a:p>
            <a:pPr marL="160655">
              <a:lnSpc>
                <a:spcPct val="100000"/>
              </a:lnSpc>
              <a:spcBef>
                <a:spcPts val="155"/>
              </a:spcBef>
            </a:pPr>
            <a:r>
              <a:rPr sz="2400" dirty="0">
                <a:latin typeface="Calibri"/>
                <a:cs typeface="Calibri"/>
              </a:rPr>
              <a:t>1</a:t>
            </a:r>
            <a:endParaRPr sz="2400">
              <a:latin typeface="Calibri"/>
              <a:cs typeface="Calibri"/>
            </a:endParaRPr>
          </a:p>
        </p:txBody>
      </p:sp>
      <p:sp>
        <p:nvSpPr>
          <p:cNvPr id="42" name="object 42">
            <a:extLst>
              <a:ext uri="{FF2B5EF4-FFF2-40B4-BE49-F238E27FC236}">
                <a16:creationId xmlns:a16="http://schemas.microsoft.com/office/drawing/2014/main" id="{5D7A3F87-2086-0D53-383C-AE7A0E891475}"/>
              </a:ext>
            </a:extLst>
          </p:cNvPr>
          <p:cNvSpPr/>
          <p:nvPr/>
        </p:nvSpPr>
        <p:spPr>
          <a:xfrm>
            <a:off x="4324677" y="3571930"/>
            <a:ext cx="78105" cy="384175"/>
          </a:xfrm>
          <a:custGeom>
            <a:avLst/>
            <a:gdLst/>
            <a:ahLst/>
            <a:cxnLst/>
            <a:rect l="l" t="t" r="r" b="b"/>
            <a:pathLst>
              <a:path w="78105" h="384175">
                <a:moveTo>
                  <a:pt x="51815" y="64770"/>
                </a:moveTo>
                <a:lnTo>
                  <a:pt x="25907" y="64770"/>
                </a:lnTo>
                <a:lnTo>
                  <a:pt x="25907" y="384175"/>
                </a:lnTo>
                <a:lnTo>
                  <a:pt x="51815" y="384175"/>
                </a:lnTo>
                <a:lnTo>
                  <a:pt x="51815" y="64770"/>
                </a:lnTo>
                <a:close/>
              </a:path>
              <a:path w="78105" h="384175">
                <a:moveTo>
                  <a:pt x="38862" y="0"/>
                </a:moveTo>
                <a:lnTo>
                  <a:pt x="0" y="77724"/>
                </a:lnTo>
                <a:lnTo>
                  <a:pt x="25907" y="77724"/>
                </a:lnTo>
                <a:lnTo>
                  <a:pt x="25907" y="64770"/>
                </a:lnTo>
                <a:lnTo>
                  <a:pt x="71247" y="64770"/>
                </a:lnTo>
                <a:lnTo>
                  <a:pt x="38862" y="0"/>
                </a:lnTo>
                <a:close/>
              </a:path>
              <a:path w="78105"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43" name="object 43">
            <a:extLst>
              <a:ext uri="{FF2B5EF4-FFF2-40B4-BE49-F238E27FC236}">
                <a16:creationId xmlns:a16="http://schemas.microsoft.com/office/drawing/2014/main" id="{B17D759F-0220-9B5D-A7D1-60462AE61EB9}"/>
              </a:ext>
            </a:extLst>
          </p:cNvPr>
          <p:cNvSpPr txBox="1"/>
          <p:nvPr/>
        </p:nvSpPr>
        <p:spPr>
          <a:xfrm>
            <a:off x="4135701" y="3953692"/>
            <a:ext cx="457200" cy="449580"/>
          </a:xfrm>
          <a:prstGeom prst="rect">
            <a:avLst/>
          </a:prstGeom>
          <a:solidFill>
            <a:srgbClr val="E1EFD9"/>
          </a:solidFill>
          <a:ln w="6096">
            <a:solidFill>
              <a:srgbClr val="00AF50"/>
            </a:solidFill>
          </a:ln>
        </p:spPr>
        <p:txBody>
          <a:bodyPr vert="horz" wrap="square" lIns="0" tIns="20955" rIns="0" bIns="0" rtlCol="0">
            <a:spAutoFit/>
          </a:bodyPr>
          <a:lstStyle/>
          <a:p>
            <a:pPr marL="159385">
              <a:lnSpc>
                <a:spcPct val="100000"/>
              </a:lnSpc>
              <a:spcBef>
                <a:spcPts val="165"/>
              </a:spcBef>
            </a:pPr>
            <a:r>
              <a:rPr sz="2400" dirty="0">
                <a:latin typeface="Calibri"/>
                <a:cs typeface="Calibri"/>
              </a:rPr>
              <a:t>0</a:t>
            </a:r>
            <a:endParaRPr sz="2400">
              <a:latin typeface="Calibri"/>
              <a:cs typeface="Calibri"/>
            </a:endParaRPr>
          </a:p>
        </p:txBody>
      </p:sp>
      <p:grpSp>
        <p:nvGrpSpPr>
          <p:cNvPr id="135" name="组合 134">
            <a:extLst>
              <a:ext uri="{FF2B5EF4-FFF2-40B4-BE49-F238E27FC236}">
                <a16:creationId xmlns:a16="http://schemas.microsoft.com/office/drawing/2014/main" id="{A4F32AE0-14B5-DA4A-8636-7BF46B58C564}"/>
              </a:ext>
            </a:extLst>
          </p:cNvPr>
          <p:cNvGrpSpPr/>
          <p:nvPr/>
        </p:nvGrpSpPr>
        <p:grpSpPr>
          <a:xfrm>
            <a:off x="4658433" y="1263832"/>
            <a:ext cx="1022604" cy="758951"/>
            <a:chOff x="4658433" y="1263832"/>
            <a:chExt cx="1022604" cy="758951"/>
          </a:xfrm>
        </p:grpSpPr>
        <p:sp>
          <p:nvSpPr>
            <p:cNvPr id="44" name="object 44">
              <a:extLst>
                <a:ext uri="{FF2B5EF4-FFF2-40B4-BE49-F238E27FC236}">
                  <a16:creationId xmlns:a16="http://schemas.microsoft.com/office/drawing/2014/main" id="{E9B878F9-DDF8-43B6-9ED2-6A972E60ED16}"/>
                </a:ext>
              </a:extLst>
            </p:cNvPr>
            <p:cNvSpPr/>
            <p:nvPr/>
          </p:nvSpPr>
          <p:spPr>
            <a:xfrm>
              <a:off x="4704152" y="1309552"/>
              <a:ext cx="931163" cy="579120"/>
            </a:xfrm>
            <a:prstGeom prst="rect">
              <a:avLst/>
            </a:prstGeom>
            <a:blipFill>
              <a:blip r:embed="rId8" cstate="print"/>
              <a:stretch>
                <a:fillRect/>
              </a:stretch>
            </a:blipFill>
          </p:spPr>
          <p:txBody>
            <a:bodyPr wrap="square" lIns="0" tIns="0" rIns="0" bIns="0" rtlCol="0"/>
            <a:lstStyle/>
            <a:p>
              <a:endParaRPr/>
            </a:p>
          </p:txBody>
        </p:sp>
        <p:sp>
          <p:nvSpPr>
            <p:cNvPr id="45" name="object 45">
              <a:extLst>
                <a:ext uri="{FF2B5EF4-FFF2-40B4-BE49-F238E27FC236}">
                  <a16:creationId xmlns:a16="http://schemas.microsoft.com/office/drawing/2014/main" id="{D8AD3EFB-D142-CAA8-A6E7-0390ECF22982}"/>
                </a:ext>
              </a:extLst>
            </p:cNvPr>
            <p:cNvSpPr/>
            <p:nvPr/>
          </p:nvSpPr>
          <p:spPr>
            <a:xfrm>
              <a:off x="4658433" y="1263832"/>
              <a:ext cx="1022604" cy="758951"/>
            </a:xfrm>
            <a:prstGeom prst="rect">
              <a:avLst/>
            </a:prstGeom>
            <a:blipFill>
              <a:blip r:embed="rId9" cstate="print"/>
              <a:stretch>
                <a:fillRect/>
              </a:stretch>
            </a:blipFill>
          </p:spPr>
          <p:txBody>
            <a:bodyPr wrap="square" lIns="0" tIns="0" rIns="0" bIns="0" rtlCol="0"/>
            <a:lstStyle/>
            <a:p>
              <a:endParaRPr/>
            </a:p>
          </p:txBody>
        </p:sp>
        <p:sp>
          <p:nvSpPr>
            <p:cNvPr id="46" name="object 46">
              <a:extLst>
                <a:ext uri="{FF2B5EF4-FFF2-40B4-BE49-F238E27FC236}">
                  <a16:creationId xmlns:a16="http://schemas.microsoft.com/office/drawing/2014/main" id="{6F7820C2-661D-042E-ED58-1EE8B65BD545}"/>
                </a:ext>
              </a:extLst>
            </p:cNvPr>
            <p:cNvSpPr/>
            <p:nvPr/>
          </p:nvSpPr>
          <p:spPr>
            <a:xfrm>
              <a:off x="4763589" y="1349176"/>
              <a:ext cx="812291" cy="461772"/>
            </a:xfrm>
            <a:prstGeom prst="rect">
              <a:avLst/>
            </a:prstGeom>
            <a:blipFill>
              <a:blip r:embed="rId10" cstate="print"/>
              <a:stretch>
                <a:fillRect/>
              </a:stretch>
            </a:blipFill>
          </p:spPr>
          <p:txBody>
            <a:bodyPr wrap="square" lIns="0" tIns="0" rIns="0" bIns="0" rtlCol="0"/>
            <a:lstStyle/>
            <a:p>
              <a:endParaRPr/>
            </a:p>
          </p:txBody>
        </p:sp>
        <p:sp>
          <p:nvSpPr>
            <p:cNvPr id="47" name="object 47">
              <a:extLst>
                <a:ext uri="{FF2B5EF4-FFF2-40B4-BE49-F238E27FC236}">
                  <a16:creationId xmlns:a16="http://schemas.microsoft.com/office/drawing/2014/main" id="{71E0C503-9C0B-C59E-7CBB-EBE2411CD51B}"/>
                </a:ext>
              </a:extLst>
            </p:cNvPr>
            <p:cNvSpPr txBox="1"/>
            <p:nvPr/>
          </p:nvSpPr>
          <p:spPr>
            <a:xfrm>
              <a:off x="4763589" y="1363273"/>
              <a:ext cx="812800" cy="391160"/>
            </a:xfrm>
            <a:prstGeom prst="rect">
              <a:avLst/>
            </a:prstGeom>
          </p:spPr>
          <p:txBody>
            <a:bodyPr vert="horz" wrap="square" lIns="0" tIns="12700" rIns="0" bIns="0" rtlCol="0">
              <a:spAutoFit/>
            </a:bodyPr>
            <a:lstStyle/>
            <a:p>
              <a:pPr marL="137160">
                <a:lnSpc>
                  <a:spcPct val="100000"/>
                </a:lnSpc>
                <a:spcBef>
                  <a:spcPts val="100"/>
                </a:spcBef>
              </a:pPr>
              <a:r>
                <a:rPr sz="2400" spc="-5" dirty="0">
                  <a:solidFill>
                    <a:srgbClr val="0000FF"/>
                  </a:solidFill>
                  <a:latin typeface="Calibri"/>
                  <a:cs typeface="Calibri"/>
                </a:rPr>
                <a:t>0.73</a:t>
              </a:r>
              <a:endParaRPr sz="2400" dirty="0">
                <a:latin typeface="Calibri"/>
                <a:cs typeface="Calibri"/>
              </a:endParaRPr>
            </a:p>
          </p:txBody>
        </p:sp>
      </p:grpSp>
      <p:sp>
        <p:nvSpPr>
          <p:cNvPr id="51" name="object 51">
            <a:extLst>
              <a:ext uri="{FF2B5EF4-FFF2-40B4-BE49-F238E27FC236}">
                <a16:creationId xmlns:a16="http://schemas.microsoft.com/office/drawing/2014/main" id="{96C824A0-635D-03F5-0057-DA8FCF05CF9E}"/>
              </a:ext>
            </a:extLst>
          </p:cNvPr>
          <p:cNvSpPr txBox="1"/>
          <p:nvPr/>
        </p:nvSpPr>
        <p:spPr>
          <a:xfrm>
            <a:off x="5689419" y="1433757"/>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2</a:t>
            </a:r>
            <a:endParaRPr sz="2400">
              <a:latin typeface="Calibri"/>
              <a:cs typeface="Calibri"/>
            </a:endParaRPr>
          </a:p>
        </p:txBody>
      </p:sp>
      <p:sp>
        <p:nvSpPr>
          <p:cNvPr id="52" name="object 52">
            <a:extLst>
              <a:ext uri="{FF2B5EF4-FFF2-40B4-BE49-F238E27FC236}">
                <a16:creationId xmlns:a16="http://schemas.microsoft.com/office/drawing/2014/main" id="{2835F8B2-923C-C332-B70F-CE65B5132343}"/>
              </a:ext>
            </a:extLst>
          </p:cNvPr>
          <p:cNvSpPr txBox="1"/>
          <p:nvPr/>
        </p:nvSpPr>
        <p:spPr>
          <a:xfrm>
            <a:off x="5860614" y="2022022"/>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53" name="object 53">
            <a:extLst>
              <a:ext uri="{FF2B5EF4-FFF2-40B4-BE49-F238E27FC236}">
                <a16:creationId xmlns:a16="http://schemas.microsoft.com/office/drawing/2014/main" id="{B4C87A0A-F60A-127E-C9F5-93BD0E633DFC}"/>
              </a:ext>
            </a:extLst>
          </p:cNvPr>
          <p:cNvSpPr txBox="1"/>
          <p:nvPr/>
        </p:nvSpPr>
        <p:spPr>
          <a:xfrm>
            <a:off x="5694244" y="3539544"/>
            <a:ext cx="273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grpSp>
        <p:nvGrpSpPr>
          <p:cNvPr id="139" name="组合 138">
            <a:extLst>
              <a:ext uri="{FF2B5EF4-FFF2-40B4-BE49-F238E27FC236}">
                <a16:creationId xmlns:a16="http://schemas.microsoft.com/office/drawing/2014/main" id="{53659F57-B14B-2691-7D51-81891C4D84D7}"/>
              </a:ext>
            </a:extLst>
          </p:cNvPr>
          <p:cNvGrpSpPr/>
          <p:nvPr/>
        </p:nvGrpSpPr>
        <p:grpSpPr>
          <a:xfrm>
            <a:off x="4730062" y="2833599"/>
            <a:ext cx="941322" cy="886518"/>
            <a:chOff x="4730062" y="2833599"/>
            <a:chExt cx="941322" cy="886518"/>
          </a:xfrm>
        </p:grpSpPr>
        <p:grpSp>
          <p:nvGrpSpPr>
            <p:cNvPr id="134" name="组合 133">
              <a:extLst>
                <a:ext uri="{FF2B5EF4-FFF2-40B4-BE49-F238E27FC236}">
                  <a16:creationId xmlns:a16="http://schemas.microsoft.com/office/drawing/2014/main" id="{0347CCB6-1FF1-2E4E-B001-1B3A294B7B1B}"/>
                </a:ext>
              </a:extLst>
            </p:cNvPr>
            <p:cNvGrpSpPr/>
            <p:nvPr/>
          </p:nvGrpSpPr>
          <p:grpSpPr>
            <a:xfrm>
              <a:off x="4740221" y="2833599"/>
              <a:ext cx="931163" cy="758952"/>
              <a:chOff x="4670624" y="2868603"/>
              <a:chExt cx="931163" cy="758952"/>
            </a:xfrm>
          </p:grpSpPr>
          <p:sp>
            <p:nvSpPr>
              <p:cNvPr id="48" name="object 48">
                <a:extLst>
                  <a:ext uri="{FF2B5EF4-FFF2-40B4-BE49-F238E27FC236}">
                    <a16:creationId xmlns:a16="http://schemas.microsoft.com/office/drawing/2014/main" id="{9AB47F8B-FB6E-68BD-299D-20520572D74C}"/>
                  </a:ext>
                </a:extLst>
              </p:cNvPr>
              <p:cNvSpPr/>
              <p:nvPr/>
            </p:nvSpPr>
            <p:spPr>
              <a:xfrm>
                <a:off x="4670624" y="2915847"/>
                <a:ext cx="931163" cy="579119"/>
              </a:xfrm>
              <a:prstGeom prst="rect">
                <a:avLst/>
              </a:prstGeom>
              <a:blipFill>
                <a:blip r:embed="rId8" cstate="print"/>
                <a:stretch>
                  <a:fillRect/>
                </a:stretch>
              </a:blipFill>
            </p:spPr>
            <p:txBody>
              <a:bodyPr wrap="square" lIns="0" tIns="0" rIns="0" bIns="0" rtlCol="0"/>
              <a:lstStyle/>
              <a:p>
                <a:endParaRPr/>
              </a:p>
            </p:txBody>
          </p:sp>
          <p:sp>
            <p:nvSpPr>
              <p:cNvPr id="49" name="object 49">
                <a:extLst>
                  <a:ext uri="{FF2B5EF4-FFF2-40B4-BE49-F238E27FC236}">
                    <a16:creationId xmlns:a16="http://schemas.microsoft.com/office/drawing/2014/main" id="{30922AF4-374C-9C19-7B00-5B3FADDC2CE4}"/>
                  </a:ext>
                </a:extLst>
              </p:cNvPr>
              <p:cNvSpPr/>
              <p:nvPr/>
            </p:nvSpPr>
            <p:spPr>
              <a:xfrm>
                <a:off x="4701105" y="2868603"/>
                <a:ext cx="868679" cy="758952"/>
              </a:xfrm>
              <a:prstGeom prst="rect">
                <a:avLst/>
              </a:prstGeom>
              <a:blipFill>
                <a:blip r:embed="rId11" cstate="print"/>
                <a:stretch>
                  <a:fillRect/>
                </a:stretch>
              </a:blipFill>
            </p:spPr>
            <p:txBody>
              <a:bodyPr wrap="square" lIns="0" tIns="0" rIns="0" bIns="0" rtlCol="0"/>
              <a:lstStyle/>
              <a:p>
                <a:endParaRPr/>
              </a:p>
            </p:txBody>
          </p:sp>
          <p:sp>
            <p:nvSpPr>
              <p:cNvPr id="50" name="object 50">
                <a:extLst>
                  <a:ext uri="{FF2B5EF4-FFF2-40B4-BE49-F238E27FC236}">
                    <a16:creationId xmlns:a16="http://schemas.microsoft.com/office/drawing/2014/main" id="{6F32C366-491E-A5DC-5808-CE40DB337761}"/>
                  </a:ext>
                </a:extLst>
              </p:cNvPr>
              <p:cNvSpPr/>
              <p:nvPr/>
            </p:nvSpPr>
            <p:spPr>
              <a:xfrm>
                <a:off x="4730061" y="2955472"/>
                <a:ext cx="812292" cy="461771"/>
              </a:xfrm>
              <a:prstGeom prst="rect">
                <a:avLst/>
              </a:prstGeom>
              <a:blipFill>
                <a:blip r:embed="rId10" cstate="print"/>
                <a:stretch>
                  <a:fillRect/>
                </a:stretch>
              </a:blipFill>
            </p:spPr>
            <p:txBody>
              <a:bodyPr wrap="square" lIns="0" tIns="0" rIns="0" bIns="0" rtlCol="0"/>
              <a:lstStyle/>
              <a:p>
                <a:endParaRPr/>
              </a:p>
            </p:txBody>
          </p:sp>
        </p:grpSp>
        <p:sp>
          <p:nvSpPr>
            <p:cNvPr id="54" name="object 54">
              <a:extLst>
                <a:ext uri="{FF2B5EF4-FFF2-40B4-BE49-F238E27FC236}">
                  <a16:creationId xmlns:a16="http://schemas.microsoft.com/office/drawing/2014/main" id="{31EECD0F-B489-A007-AC22-D713793B15B3}"/>
                </a:ext>
              </a:extLst>
            </p:cNvPr>
            <p:cNvSpPr txBox="1"/>
            <p:nvPr/>
          </p:nvSpPr>
          <p:spPr>
            <a:xfrm>
              <a:off x="4730062" y="2968629"/>
              <a:ext cx="754251" cy="751488"/>
            </a:xfrm>
            <a:prstGeom prst="rect">
              <a:avLst/>
            </a:prstGeom>
          </p:spPr>
          <p:txBody>
            <a:bodyPr vert="horz" wrap="square" lIns="0" tIns="12700" rIns="0" bIns="0" rtlCol="0">
              <a:spAutoFit/>
            </a:bodyPr>
            <a:lstStyle/>
            <a:p>
              <a:pPr marL="213360">
                <a:lnSpc>
                  <a:spcPct val="100000"/>
                </a:lnSpc>
                <a:spcBef>
                  <a:spcPts val="100"/>
                </a:spcBef>
                <a:tabLst>
                  <a:tab pos="1129030" algn="l"/>
                </a:tabLst>
              </a:pPr>
              <a:r>
                <a:rPr sz="2400" spc="-10" dirty="0">
                  <a:solidFill>
                    <a:srgbClr val="0000FF"/>
                  </a:solidFill>
                  <a:latin typeface="Calibri"/>
                  <a:cs typeface="Calibri"/>
                </a:rPr>
                <a:t>0.</a:t>
              </a:r>
              <a:r>
                <a:rPr lang="en-US" sz="2400" spc="-10" dirty="0">
                  <a:solidFill>
                    <a:srgbClr val="0000FF"/>
                  </a:solidFill>
                  <a:latin typeface="Calibri"/>
                  <a:cs typeface="Calibri"/>
                </a:rPr>
                <a:t>5</a:t>
              </a:r>
              <a:r>
                <a:rPr sz="2400" dirty="0">
                  <a:solidFill>
                    <a:srgbClr val="0000FF"/>
                  </a:solidFill>
                  <a:latin typeface="Calibri"/>
                  <a:cs typeface="Calibri"/>
                </a:rPr>
                <a:t>	</a:t>
              </a:r>
              <a:endParaRPr sz="2400" dirty="0">
                <a:latin typeface="Calibri"/>
                <a:cs typeface="Calibri"/>
              </a:endParaRPr>
            </a:p>
          </p:txBody>
        </p:sp>
      </p:grpSp>
      <p:sp>
        <p:nvSpPr>
          <p:cNvPr id="55" name="object 55">
            <a:extLst>
              <a:ext uri="{FF2B5EF4-FFF2-40B4-BE49-F238E27FC236}">
                <a16:creationId xmlns:a16="http://schemas.microsoft.com/office/drawing/2014/main" id="{ED438F63-8318-F54A-3EE0-CA25497BBFFC}"/>
              </a:ext>
            </a:extLst>
          </p:cNvPr>
          <p:cNvSpPr txBox="1"/>
          <p:nvPr/>
        </p:nvSpPr>
        <p:spPr>
          <a:xfrm>
            <a:off x="7862643" y="1434647"/>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3</a:t>
            </a:r>
            <a:endParaRPr sz="2400">
              <a:latin typeface="Calibri"/>
              <a:cs typeface="Calibri"/>
            </a:endParaRPr>
          </a:p>
        </p:txBody>
      </p:sp>
      <p:sp>
        <p:nvSpPr>
          <p:cNvPr id="56" name="object 56">
            <a:extLst>
              <a:ext uri="{FF2B5EF4-FFF2-40B4-BE49-F238E27FC236}">
                <a16:creationId xmlns:a16="http://schemas.microsoft.com/office/drawing/2014/main" id="{CBB8D7F7-4156-7F34-5577-87E2959326F7}"/>
              </a:ext>
            </a:extLst>
          </p:cNvPr>
          <p:cNvSpPr txBox="1"/>
          <p:nvPr/>
        </p:nvSpPr>
        <p:spPr>
          <a:xfrm>
            <a:off x="8033584" y="2022606"/>
            <a:ext cx="27305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sp>
        <p:nvSpPr>
          <p:cNvPr id="57" name="object 57">
            <a:extLst>
              <a:ext uri="{FF2B5EF4-FFF2-40B4-BE49-F238E27FC236}">
                <a16:creationId xmlns:a16="http://schemas.microsoft.com/office/drawing/2014/main" id="{5B57CAF7-C1E0-B8A8-A752-4E6D2D7D426D}"/>
              </a:ext>
            </a:extLst>
          </p:cNvPr>
          <p:cNvSpPr txBox="1"/>
          <p:nvPr/>
        </p:nvSpPr>
        <p:spPr>
          <a:xfrm>
            <a:off x="7914713" y="3540434"/>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4</a:t>
            </a:r>
            <a:endParaRPr sz="2400">
              <a:latin typeface="Calibri"/>
              <a:cs typeface="Calibri"/>
            </a:endParaRPr>
          </a:p>
        </p:txBody>
      </p:sp>
      <p:sp>
        <p:nvSpPr>
          <p:cNvPr id="58" name="object 58">
            <a:extLst>
              <a:ext uri="{FF2B5EF4-FFF2-40B4-BE49-F238E27FC236}">
                <a16:creationId xmlns:a16="http://schemas.microsoft.com/office/drawing/2014/main" id="{8BB77688-94D5-5607-B1B4-E09011714D14}"/>
              </a:ext>
            </a:extLst>
          </p:cNvPr>
          <p:cNvSpPr txBox="1"/>
          <p:nvPr/>
        </p:nvSpPr>
        <p:spPr>
          <a:xfrm>
            <a:off x="8019614" y="2969645"/>
            <a:ext cx="27305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a:t>
            </a:r>
            <a:r>
              <a:rPr sz="2400" dirty="0">
                <a:latin typeface="Calibri"/>
                <a:cs typeface="Calibri"/>
              </a:rPr>
              <a:t>1</a:t>
            </a:r>
            <a:endParaRPr sz="2400">
              <a:latin typeface="Calibri"/>
              <a:cs typeface="Calibri"/>
            </a:endParaRPr>
          </a:p>
        </p:txBody>
      </p:sp>
      <p:grpSp>
        <p:nvGrpSpPr>
          <p:cNvPr id="136" name="组合 135">
            <a:extLst>
              <a:ext uri="{FF2B5EF4-FFF2-40B4-BE49-F238E27FC236}">
                <a16:creationId xmlns:a16="http://schemas.microsoft.com/office/drawing/2014/main" id="{1F130395-E3B2-D098-B6EA-7ED3BC4F8F0E}"/>
              </a:ext>
            </a:extLst>
          </p:cNvPr>
          <p:cNvGrpSpPr/>
          <p:nvPr/>
        </p:nvGrpSpPr>
        <p:grpSpPr>
          <a:xfrm>
            <a:off x="6788985" y="1236373"/>
            <a:ext cx="1022603" cy="758951"/>
            <a:chOff x="6764600" y="1218112"/>
            <a:chExt cx="1022603" cy="758951"/>
          </a:xfrm>
        </p:grpSpPr>
        <p:sp>
          <p:nvSpPr>
            <p:cNvPr id="59" name="object 59">
              <a:extLst>
                <a:ext uri="{FF2B5EF4-FFF2-40B4-BE49-F238E27FC236}">
                  <a16:creationId xmlns:a16="http://schemas.microsoft.com/office/drawing/2014/main" id="{1FC5893F-7CF0-13B3-72C8-0C114D9AC7F1}"/>
                </a:ext>
              </a:extLst>
            </p:cNvPr>
            <p:cNvSpPr/>
            <p:nvPr/>
          </p:nvSpPr>
          <p:spPr>
            <a:xfrm>
              <a:off x="6810320" y="1263832"/>
              <a:ext cx="931163" cy="579120"/>
            </a:xfrm>
            <a:prstGeom prst="rect">
              <a:avLst/>
            </a:prstGeom>
            <a:blipFill>
              <a:blip r:embed="rId8" cstate="print"/>
              <a:stretch>
                <a:fillRect/>
              </a:stretch>
            </a:blipFill>
          </p:spPr>
          <p:txBody>
            <a:bodyPr wrap="square" lIns="0" tIns="0" rIns="0" bIns="0" rtlCol="0"/>
            <a:lstStyle/>
            <a:p>
              <a:endParaRPr/>
            </a:p>
          </p:txBody>
        </p:sp>
        <p:sp>
          <p:nvSpPr>
            <p:cNvPr id="60" name="object 60">
              <a:extLst>
                <a:ext uri="{FF2B5EF4-FFF2-40B4-BE49-F238E27FC236}">
                  <a16:creationId xmlns:a16="http://schemas.microsoft.com/office/drawing/2014/main" id="{27FDE0C2-410D-B001-D658-3B955F4257AB}"/>
                </a:ext>
              </a:extLst>
            </p:cNvPr>
            <p:cNvSpPr/>
            <p:nvPr/>
          </p:nvSpPr>
          <p:spPr>
            <a:xfrm>
              <a:off x="6764600" y="1218112"/>
              <a:ext cx="1022603" cy="758951"/>
            </a:xfrm>
            <a:prstGeom prst="rect">
              <a:avLst/>
            </a:prstGeom>
            <a:blipFill>
              <a:blip r:embed="rId12" cstate="print"/>
              <a:stretch>
                <a:fillRect/>
              </a:stretch>
            </a:blipFill>
          </p:spPr>
          <p:txBody>
            <a:bodyPr wrap="square" lIns="0" tIns="0" rIns="0" bIns="0" rtlCol="0"/>
            <a:lstStyle/>
            <a:p>
              <a:endParaRPr/>
            </a:p>
          </p:txBody>
        </p:sp>
        <p:sp>
          <p:nvSpPr>
            <p:cNvPr id="61" name="object 61">
              <a:extLst>
                <a:ext uri="{FF2B5EF4-FFF2-40B4-BE49-F238E27FC236}">
                  <a16:creationId xmlns:a16="http://schemas.microsoft.com/office/drawing/2014/main" id="{97257BCB-423D-9FCB-0608-DCAE80F3F344}"/>
                </a:ext>
              </a:extLst>
            </p:cNvPr>
            <p:cNvSpPr/>
            <p:nvPr/>
          </p:nvSpPr>
          <p:spPr>
            <a:xfrm>
              <a:off x="6869757" y="1303455"/>
              <a:ext cx="812291" cy="461772"/>
            </a:xfrm>
            <a:prstGeom prst="rect">
              <a:avLst/>
            </a:prstGeom>
            <a:blipFill>
              <a:blip r:embed="rId13" cstate="print"/>
              <a:stretch>
                <a:fillRect/>
              </a:stretch>
            </a:blipFill>
          </p:spPr>
          <p:txBody>
            <a:bodyPr wrap="square" lIns="0" tIns="0" rIns="0" bIns="0" rtlCol="0"/>
            <a:lstStyle/>
            <a:p>
              <a:endParaRPr/>
            </a:p>
          </p:txBody>
        </p:sp>
        <p:sp>
          <p:nvSpPr>
            <p:cNvPr id="62" name="object 62">
              <a:extLst>
                <a:ext uri="{FF2B5EF4-FFF2-40B4-BE49-F238E27FC236}">
                  <a16:creationId xmlns:a16="http://schemas.microsoft.com/office/drawing/2014/main" id="{0900875D-B1FD-E314-86B6-4E29C7EA611A}"/>
                </a:ext>
              </a:extLst>
            </p:cNvPr>
            <p:cNvSpPr txBox="1"/>
            <p:nvPr/>
          </p:nvSpPr>
          <p:spPr>
            <a:xfrm>
              <a:off x="6869757" y="1317553"/>
              <a:ext cx="812800" cy="391160"/>
            </a:xfrm>
            <a:prstGeom prst="rect">
              <a:avLst/>
            </a:prstGeom>
          </p:spPr>
          <p:txBody>
            <a:bodyPr vert="horz" wrap="square" lIns="0" tIns="12700" rIns="0" bIns="0" rtlCol="0">
              <a:spAutoFit/>
            </a:bodyPr>
            <a:lstStyle/>
            <a:p>
              <a:pPr marL="138430">
                <a:lnSpc>
                  <a:spcPct val="100000"/>
                </a:lnSpc>
                <a:spcBef>
                  <a:spcPts val="100"/>
                </a:spcBef>
              </a:pPr>
              <a:r>
                <a:rPr sz="2400" spc="-5" dirty="0">
                  <a:solidFill>
                    <a:srgbClr val="0000FF"/>
                  </a:solidFill>
                  <a:latin typeface="Calibri"/>
                  <a:cs typeface="Calibri"/>
                </a:rPr>
                <a:t>0.72</a:t>
              </a:r>
              <a:endParaRPr sz="2400" dirty="0">
                <a:latin typeface="Calibri"/>
                <a:cs typeface="Calibri"/>
              </a:endParaRPr>
            </a:p>
          </p:txBody>
        </p:sp>
      </p:grpSp>
      <p:grpSp>
        <p:nvGrpSpPr>
          <p:cNvPr id="140" name="组合 139">
            <a:extLst>
              <a:ext uri="{FF2B5EF4-FFF2-40B4-BE49-F238E27FC236}">
                <a16:creationId xmlns:a16="http://schemas.microsoft.com/office/drawing/2014/main" id="{8DDE610B-CA82-1552-1CDB-08D782FB6554}"/>
              </a:ext>
            </a:extLst>
          </p:cNvPr>
          <p:cNvGrpSpPr/>
          <p:nvPr/>
        </p:nvGrpSpPr>
        <p:grpSpPr>
          <a:xfrm>
            <a:off x="6869757" y="2978331"/>
            <a:ext cx="931163" cy="579120"/>
            <a:chOff x="6869757" y="2978331"/>
            <a:chExt cx="931163" cy="579120"/>
          </a:xfrm>
        </p:grpSpPr>
        <p:sp>
          <p:nvSpPr>
            <p:cNvPr id="63" name="object 63">
              <a:extLst>
                <a:ext uri="{FF2B5EF4-FFF2-40B4-BE49-F238E27FC236}">
                  <a16:creationId xmlns:a16="http://schemas.microsoft.com/office/drawing/2014/main" id="{298CFB25-34ED-0AC3-2A23-2878CA4D1969}"/>
                </a:ext>
              </a:extLst>
            </p:cNvPr>
            <p:cNvSpPr/>
            <p:nvPr/>
          </p:nvSpPr>
          <p:spPr>
            <a:xfrm>
              <a:off x="6869757" y="2978331"/>
              <a:ext cx="931163" cy="579120"/>
            </a:xfrm>
            <a:prstGeom prst="rect">
              <a:avLst/>
            </a:prstGeom>
            <a:blipFill>
              <a:blip r:embed="rId8" cstate="print"/>
              <a:stretch>
                <a:fillRect/>
              </a:stretch>
            </a:blipFill>
          </p:spPr>
          <p:txBody>
            <a:bodyPr wrap="square" lIns="0" tIns="0" rIns="0" bIns="0" rtlCol="0"/>
            <a:lstStyle/>
            <a:p>
              <a:endParaRPr/>
            </a:p>
          </p:txBody>
        </p:sp>
        <p:sp>
          <p:nvSpPr>
            <p:cNvPr id="65" name="object 65">
              <a:extLst>
                <a:ext uri="{FF2B5EF4-FFF2-40B4-BE49-F238E27FC236}">
                  <a16:creationId xmlns:a16="http://schemas.microsoft.com/office/drawing/2014/main" id="{0683AD5C-B469-4934-1B7D-59A83CEBB2B3}"/>
                </a:ext>
              </a:extLst>
            </p:cNvPr>
            <p:cNvSpPr/>
            <p:nvPr/>
          </p:nvSpPr>
          <p:spPr>
            <a:xfrm>
              <a:off x="6929193" y="3017955"/>
              <a:ext cx="812291" cy="461772"/>
            </a:xfrm>
            <a:prstGeom prst="rect">
              <a:avLst/>
            </a:prstGeom>
            <a:blipFill>
              <a:blip r:embed="rId14" cstate="print"/>
              <a:stretch>
                <a:fillRect/>
              </a:stretch>
            </a:blipFill>
          </p:spPr>
          <p:txBody>
            <a:bodyPr wrap="square" lIns="0" tIns="0" rIns="0" bIns="0" rtlCol="0"/>
            <a:lstStyle/>
            <a:p>
              <a:endParaRPr/>
            </a:p>
          </p:txBody>
        </p:sp>
        <p:sp>
          <p:nvSpPr>
            <p:cNvPr id="66" name="object 66">
              <a:extLst>
                <a:ext uri="{FF2B5EF4-FFF2-40B4-BE49-F238E27FC236}">
                  <a16:creationId xmlns:a16="http://schemas.microsoft.com/office/drawing/2014/main" id="{CEBCB666-ADCE-EEB0-2492-37FBE1C8A03C}"/>
                </a:ext>
              </a:extLst>
            </p:cNvPr>
            <p:cNvSpPr txBox="1"/>
            <p:nvPr/>
          </p:nvSpPr>
          <p:spPr>
            <a:xfrm>
              <a:off x="6929193" y="3032129"/>
              <a:ext cx="812800" cy="391795"/>
            </a:xfrm>
            <a:prstGeom prst="rect">
              <a:avLst/>
            </a:prstGeom>
          </p:spPr>
          <p:txBody>
            <a:bodyPr vert="horz" wrap="square" lIns="0" tIns="12700" rIns="0" bIns="0" rtlCol="0">
              <a:spAutoFit/>
            </a:bodyPr>
            <a:lstStyle/>
            <a:p>
              <a:pPr marL="138430">
                <a:lnSpc>
                  <a:spcPct val="100000"/>
                </a:lnSpc>
                <a:spcBef>
                  <a:spcPts val="100"/>
                </a:spcBef>
              </a:pPr>
              <a:r>
                <a:rPr sz="2400" spc="-10" dirty="0">
                  <a:solidFill>
                    <a:srgbClr val="0000FF"/>
                  </a:solidFill>
                  <a:latin typeface="Calibri"/>
                  <a:cs typeface="Calibri"/>
                </a:rPr>
                <a:t>0.12</a:t>
              </a:r>
              <a:endParaRPr sz="2400" dirty="0">
                <a:latin typeface="Calibri"/>
                <a:cs typeface="Calibri"/>
              </a:endParaRPr>
            </a:p>
          </p:txBody>
        </p:sp>
      </p:grpSp>
      <p:grpSp>
        <p:nvGrpSpPr>
          <p:cNvPr id="141" name="组合 140">
            <a:extLst>
              <a:ext uri="{FF2B5EF4-FFF2-40B4-BE49-F238E27FC236}">
                <a16:creationId xmlns:a16="http://schemas.microsoft.com/office/drawing/2014/main" id="{7AF36A86-DE19-3048-90D2-082B27FCA17C}"/>
              </a:ext>
            </a:extLst>
          </p:cNvPr>
          <p:cNvGrpSpPr/>
          <p:nvPr/>
        </p:nvGrpSpPr>
        <p:grpSpPr>
          <a:xfrm>
            <a:off x="9164012" y="1300071"/>
            <a:ext cx="929640" cy="613030"/>
            <a:chOff x="9135945" y="1282119"/>
            <a:chExt cx="929640" cy="613030"/>
          </a:xfrm>
        </p:grpSpPr>
        <p:sp>
          <p:nvSpPr>
            <p:cNvPr id="5" name="object 5">
              <a:extLst>
                <a:ext uri="{FF2B5EF4-FFF2-40B4-BE49-F238E27FC236}">
                  <a16:creationId xmlns:a16="http://schemas.microsoft.com/office/drawing/2014/main" id="{425815FB-FCA5-01DD-C43A-2718AD4A6BA1}"/>
                </a:ext>
              </a:extLst>
            </p:cNvPr>
            <p:cNvSpPr/>
            <p:nvPr/>
          </p:nvSpPr>
          <p:spPr>
            <a:xfrm>
              <a:off x="9276914" y="1817044"/>
              <a:ext cx="648970" cy="78105"/>
            </a:xfrm>
            <a:custGeom>
              <a:avLst/>
              <a:gdLst/>
              <a:ahLst/>
              <a:cxnLst/>
              <a:rect l="l" t="t" r="r" b="b"/>
              <a:pathLst>
                <a:path w="648970" h="78105">
                  <a:moveTo>
                    <a:pt x="571246" y="0"/>
                  </a:moveTo>
                  <a:lnTo>
                    <a:pt x="571246" y="77724"/>
                  </a:lnTo>
                  <a:lnTo>
                    <a:pt x="623061" y="51816"/>
                  </a:lnTo>
                  <a:lnTo>
                    <a:pt x="584200" y="51816"/>
                  </a:lnTo>
                  <a:lnTo>
                    <a:pt x="584200" y="25908"/>
                  </a:lnTo>
                  <a:lnTo>
                    <a:pt x="623062" y="25908"/>
                  </a:lnTo>
                  <a:lnTo>
                    <a:pt x="571246" y="0"/>
                  </a:lnTo>
                  <a:close/>
                </a:path>
                <a:path w="648970" h="78105">
                  <a:moveTo>
                    <a:pt x="571246" y="25908"/>
                  </a:moveTo>
                  <a:lnTo>
                    <a:pt x="0" y="25908"/>
                  </a:lnTo>
                  <a:lnTo>
                    <a:pt x="0" y="51816"/>
                  </a:lnTo>
                  <a:lnTo>
                    <a:pt x="571246" y="51816"/>
                  </a:lnTo>
                  <a:lnTo>
                    <a:pt x="571246" y="25908"/>
                  </a:lnTo>
                  <a:close/>
                </a:path>
                <a:path w="648970" h="78105">
                  <a:moveTo>
                    <a:pt x="623062" y="25908"/>
                  </a:moveTo>
                  <a:lnTo>
                    <a:pt x="584200" y="25908"/>
                  </a:lnTo>
                  <a:lnTo>
                    <a:pt x="584200" y="51816"/>
                  </a:lnTo>
                  <a:lnTo>
                    <a:pt x="623061" y="51816"/>
                  </a:lnTo>
                  <a:lnTo>
                    <a:pt x="648970" y="38862"/>
                  </a:lnTo>
                  <a:lnTo>
                    <a:pt x="623062" y="25908"/>
                  </a:lnTo>
                  <a:close/>
                </a:path>
              </a:pathLst>
            </a:custGeom>
            <a:solidFill>
              <a:srgbClr val="000000"/>
            </a:solidFill>
          </p:spPr>
          <p:txBody>
            <a:bodyPr wrap="square" lIns="0" tIns="0" rIns="0" bIns="0" rtlCol="0"/>
            <a:lstStyle/>
            <a:p>
              <a:endParaRPr/>
            </a:p>
          </p:txBody>
        </p:sp>
        <p:sp>
          <p:nvSpPr>
            <p:cNvPr id="67" name="object 67">
              <a:extLst>
                <a:ext uri="{FF2B5EF4-FFF2-40B4-BE49-F238E27FC236}">
                  <a16:creationId xmlns:a16="http://schemas.microsoft.com/office/drawing/2014/main" id="{68CA13FA-D7BB-95E1-D618-BC39CD5416B2}"/>
                </a:ext>
              </a:extLst>
            </p:cNvPr>
            <p:cNvSpPr/>
            <p:nvPr/>
          </p:nvSpPr>
          <p:spPr>
            <a:xfrm>
              <a:off x="9135945" y="1282119"/>
              <a:ext cx="929640" cy="579120"/>
            </a:xfrm>
            <a:prstGeom prst="rect">
              <a:avLst/>
            </a:prstGeom>
            <a:blipFill>
              <a:blip r:embed="rId15" cstate="print"/>
              <a:stretch>
                <a:fillRect/>
              </a:stretch>
            </a:blipFill>
          </p:spPr>
          <p:txBody>
            <a:bodyPr wrap="square" lIns="0" tIns="0" rIns="0" bIns="0" rtlCol="0"/>
            <a:lstStyle/>
            <a:p>
              <a:endParaRPr/>
            </a:p>
          </p:txBody>
        </p:sp>
        <p:sp>
          <p:nvSpPr>
            <p:cNvPr id="69" name="object 69">
              <a:extLst>
                <a:ext uri="{FF2B5EF4-FFF2-40B4-BE49-F238E27FC236}">
                  <a16:creationId xmlns:a16="http://schemas.microsoft.com/office/drawing/2014/main" id="{2C040672-E225-35C6-9D63-5A0A66D7916D}"/>
                </a:ext>
              </a:extLst>
            </p:cNvPr>
            <p:cNvSpPr/>
            <p:nvPr/>
          </p:nvSpPr>
          <p:spPr>
            <a:xfrm>
              <a:off x="9195381" y="1321743"/>
              <a:ext cx="810768" cy="461772"/>
            </a:xfrm>
            <a:prstGeom prst="rect">
              <a:avLst/>
            </a:prstGeom>
            <a:blipFill>
              <a:blip r:embed="rId16" cstate="print"/>
              <a:stretch>
                <a:fillRect/>
              </a:stretch>
            </a:blipFill>
          </p:spPr>
          <p:txBody>
            <a:bodyPr wrap="square" lIns="0" tIns="0" rIns="0" bIns="0" rtlCol="0"/>
            <a:lstStyle/>
            <a:p>
              <a:endParaRPr/>
            </a:p>
          </p:txBody>
        </p:sp>
        <p:sp>
          <p:nvSpPr>
            <p:cNvPr id="70" name="object 70">
              <a:extLst>
                <a:ext uri="{FF2B5EF4-FFF2-40B4-BE49-F238E27FC236}">
                  <a16:creationId xmlns:a16="http://schemas.microsoft.com/office/drawing/2014/main" id="{D99FD0F3-F45A-EE25-3644-010E575584CE}"/>
                </a:ext>
              </a:extLst>
            </p:cNvPr>
            <p:cNvSpPr txBox="1"/>
            <p:nvPr/>
          </p:nvSpPr>
          <p:spPr>
            <a:xfrm>
              <a:off x="9195381" y="1335841"/>
              <a:ext cx="810895" cy="391160"/>
            </a:xfrm>
            <a:prstGeom prst="rect">
              <a:avLst/>
            </a:prstGeom>
          </p:spPr>
          <p:txBody>
            <a:bodyPr vert="horz" wrap="square" lIns="0" tIns="12700" rIns="0" bIns="0" rtlCol="0">
              <a:spAutoFit/>
            </a:bodyPr>
            <a:lstStyle/>
            <a:p>
              <a:pPr marL="137795">
                <a:lnSpc>
                  <a:spcPct val="100000"/>
                </a:lnSpc>
                <a:spcBef>
                  <a:spcPts val="100"/>
                </a:spcBef>
              </a:pPr>
              <a:r>
                <a:rPr sz="2400" spc="-5" dirty="0">
                  <a:solidFill>
                    <a:srgbClr val="0000FF"/>
                  </a:solidFill>
                  <a:latin typeface="Calibri"/>
                  <a:cs typeface="Calibri"/>
                </a:rPr>
                <a:t>0.51</a:t>
              </a:r>
              <a:endParaRPr sz="2400" dirty="0">
                <a:latin typeface="Calibri"/>
                <a:cs typeface="Calibri"/>
              </a:endParaRPr>
            </a:p>
          </p:txBody>
        </p:sp>
      </p:grpSp>
      <p:grpSp>
        <p:nvGrpSpPr>
          <p:cNvPr id="142" name="组合 141">
            <a:extLst>
              <a:ext uri="{FF2B5EF4-FFF2-40B4-BE49-F238E27FC236}">
                <a16:creationId xmlns:a16="http://schemas.microsoft.com/office/drawing/2014/main" id="{D0FB0CB5-B6FF-4987-B871-1E0EE2F10464}"/>
              </a:ext>
            </a:extLst>
          </p:cNvPr>
          <p:cNvGrpSpPr/>
          <p:nvPr/>
        </p:nvGrpSpPr>
        <p:grpSpPr>
          <a:xfrm>
            <a:off x="9216717" y="2935659"/>
            <a:ext cx="931163" cy="619126"/>
            <a:chOff x="9216717" y="2935659"/>
            <a:chExt cx="931163" cy="619126"/>
          </a:xfrm>
        </p:grpSpPr>
        <p:sp>
          <p:nvSpPr>
            <p:cNvPr id="4" name="object 4">
              <a:extLst>
                <a:ext uri="{FF2B5EF4-FFF2-40B4-BE49-F238E27FC236}">
                  <a16:creationId xmlns:a16="http://schemas.microsoft.com/office/drawing/2014/main" id="{7005DE56-16A0-4F5B-D62D-FD3F3399A5BA}"/>
                </a:ext>
              </a:extLst>
            </p:cNvPr>
            <p:cNvSpPr/>
            <p:nvPr/>
          </p:nvSpPr>
          <p:spPr>
            <a:xfrm>
              <a:off x="9276914" y="3476680"/>
              <a:ext cx="655955" cy="78105"/>
            </a:xfrm>
            <a:custGeom>
              <a:avLst/>
              <a:gdLst/>
              <a:ahLst/>
              <a:cxnLst/>
              <a:rect l="l" t="t" r="r" b="b"/>
              <a:pathLst>
                <a:path w="655954" h="78104">
                  <a:moveTo>
                    <a:pt x="577977" y="0"/>
                  </a:moveTo>
                  <a:lnTo>
                    <a:pt x="577977" y="77724"/>
                  </a:lnTo>
                  <a:lnTo>
                    <a:pt x="629793" y="51816"/>
                  </a:lnTo>
                  <a:lnTo>
                    <a:pt x="590931" y="51816"/>
                  </a:lnTo>
                  <a:lnTo>
                    <a:pt x="590931" y="25908"/>
                  </a:lnTo>
                  <a:lnTo>
                    <a:pt x="629793" y="25908"/>
                  </a:lnTo>
                  <a:lnTo>
                    <a:pt x="577977" y="0"/>
                  </a:lnTo>
                  <a:close/>
                </a:path>
                <a:path w="655954" h="78104">
                  <a:moveTo>
                    <a:pt x="577977" y="25908"/>
                  </a:moveTo>
                  <a:lnTo>
                    <a:pt x="0" y="25908"/>
                  </a:lnTo>
                  <a:lnTo>
                    <a:pt x="0" y="51816"/>
                  </a:lnTo>
                  <a:lnTo>
                    <a:pt x="577977" y="51816"/>
                  </a:lnTo>
                  <a:lnTo>
                    <a:pt x="577977" y="25908"/>
                  </a:lnTo>
                  <a:close/>
                </a:path>
                <a:path w="655954" h="78104">
                  <a:moveTo>
                    <a:pt x="629793" y="25908"/>
                  </a:moveTo>
                  <a:lnTo>
                    <a:pt x="590931" y="25908"/>
                  </a:lnTo>
                  <a:lnTo>
                    <a:pt x="590931" y="51816"/>
                  </a:lnTo>
                  <a:lnTo>
                    <a:pt x="629793" y="51816"/>
                  </a:lnTo>
                  <a:lnTo>
                    <a:pt x="655701" y="38862"/>
                  </a:lnTo>
                  <a:lnTo>
                    <a:pt x="629793" y="25908"/>
                  </a:lnTo>
                  <a:close/>
                </a:path>
              </a:pathLst>
            </a:custGeom>
            <a:solidFill>
              <a:srgbClr val="000000"/>
            </a:solidFill>
          </p:spPr>
          <p:txBody>
            <a:bodyPr wrap="square" lIns="0" tIns="0" rIns="0" bIns="0" rtlCol="0"/>
            <a:lstStyle/>
            <a:p>
              <a:endParaRPr/>
            </a:p>
          </p:txBody>
        </p:sp>
        <p:sp>
          <p:nvSpPr>
            <p:cNvPr id="71" name="object 71">
              <a:extLst>
                <a:ext uri="{FF2B5EF4-FFF2-40B4-BE49-F238E27FC236}">
                  <a16:creationId xmlns:a16="http://schemas.microsoft.com/office/drawing/2014/main" id="{65132F3F-E4AE-F324-DA2E-8C4AA10247F5}"/>
                </a:ext>
              </a:extLst>
            </p:cNvPr>
            <p:cNvSpPr/>
            <p:nvPr/>
          </p:nvSpPr>
          <p:spPr>
            <a:xfrm>
              <a:off x="9216717" y="2935659"/>
              <a:ext cx="931163" cy="579120"/>
            </a:xfrm>
            <a:prstGeom prst="rect">
              <a:avLst/>
            </a:prstGeom>
            <a:blipFill>
              <a:blip r:embed="rId8" cstate="print"/>
              <a:stretch>
                <a:fillRect/>
              </a:stretch>
            </a:blipFill>
          </p:spPr>
          <p:txBody>
            <a:bodyPr wrap="square" lIns="0" tIns="0" rIns="0" bIns="0" rtlCol="0"/>
            <a:lstStyle/>
            <a:p>
              <a:endParaRPr/>
            </a:p>
          </p:txBody>
        </p:sp>
        <p:sp>
          <p:nvSpPr>
            <p:cNvPr id="73" name="object 73">
              <a:extLst>
                <a:ext uri="{FF2B5EF4-FFF2-40B4-BE49-F238E27FC236}">
                  <a16:creationId xmlns:a16="http://schemas.microsoft.com/office/drawing/2014/main" id="{02325A2F-C01A-E0BF-045E-F89B741BC6A9}"/>
                </a:ext>
              </a:extLst>
            </p:cNvPr>
            <p:cNvSpPr/>
            <p:nvPr/>
          </p:nvSpPr>
          <p:spPr>
            <a:xfrm>
              <a:off x="9276152" y="2975284"/>
              <a:ext cx="812292" cy="461771"/>
            </a:xfrm>
            <a:prstGeom prst="rect">
              <a:avLst/>
            </a:prstGeom>
            <a:blipFill>
              <a:blip r:embed="rId17" cstate="print"/>
              <a:stretch>
                <a:fillRect/>
              </a:stretch>
            </a:blipFill>
          </p:spPr>
          <p:txBody>
            <a:bodyPr wrap="square" lIns="0" tIns="0" rIns="0" bIns="0" rtlCol="0"/>
            <a:lstStyle/>
            <a:p>
              <a:endParaRPr/>
            </a:p>
          </p:txBody>
        </p:sp>
        <p:sp>
          <p:nvSpPr>
            <p:cNvPr id="74" name="object 74">
              <a:extLst>
                <a:ext uri="{FF2B5EF4-FFF2-40B4-BE49-F238E27FC236}">
                  <a16:creationId xmlns:a16="http://schemas.microsoft.com/office/drawing/2014/main" id="{56203663-CCE6-8AB4-8658-923D37220C95}"/>
                </a:ext>
              </a:extLst>
            </p:cNvPr>
            <p:cNvSpPr txBox="1"/>
            <p:nvPr/>
          </p:nvSpPr>
          <p:spPr>
            <a:xfrm>
              <a:off x="9276152" y="2990016"/>
              <a:ext cx="812800" cy="391160"/>
            </a:xfrm>
            <a:prstGeom prst="rect">
              <a:avLst/>
            </a:prstGeom>
          </p:spPr>
          <p:txBody>
            <a:bodyPr vert="horz" wrap="square" lIns="0" tIns="12700" rIns="0" bIns="0" rtlCol="0">
              <a:spAutoFit/>
            </a:bodyPr>
            <a:lstStyle/>
            <a:p>
              <a:pPr marL="137795">
                <a:lnSpc>
                  <a:spcPct val="100000"/>
                </a:lnSpc>
                <a:spcBef>
                  <a:spcPts val="100"/>
                </a:spcBef>
              </a:pPr>
              <a:r>
                <a:rPr sz="2400" spc="-5" dirty="0">
                  <a:solidFill>
                    <a:srgbClr val="0000FF"/>
                  </a:solidFill>
                  <a:latin typeface="Calibri"/>
                  <a:cs typeface="Calibri"/>
                </a:rPr>
                <a:t>0.85</a:t>
              </a:r>
              <a:endParaRPr sz="2400">
                <a:latin typeface="Calibri"/>
                <a:cs typeface="Calibri"/>
              </a:endParaRPr>
            </a:p>
          </p:txBody>
        </p:sp>
      </p:grpSp>
      <p:sp>
        <p:nvSpPr>
          <p:cNvPr id="75" name="object 75">
            <a:extLst>
              <a:ext uri="{FF2B5EF4-FFF2-40B4-BE49-F238E27FC236}">
                <a16:creationId xmlns:a16="http://schemas.microsoft.com/office/drawing/2014/main" id="{213A7330-6C65-EB52-C1E6-914A088088D5}"/>
              </a:ext>
            </a:extLst>
          </p:cNvPr>
          <p:cNvSpPr/>
          <p:nvPr/>
        </p:nvSpPr>
        <p:spPr>
          <a:xfrm>
            <a:off x="6517713" y="2009829"/>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6" name="object 76">
            <a:extLst>
              <a:ext uri="{FF2B5EF4-FFF2-40B4-BE49-F238E27FC236}">
                <a16:creationId xmlns:a16="http://schemas.microsoft.com/office/drawing/2014/main" id="{515AFEB1-ED76-8D92-D11B-84CA775C565E}"/>
              </a:ext>
            </a:extLst>
          </p:cNvPr>
          <p:cNvSpPr txBox="1"/>
          <p:nvPr/>
        </p:nvSpPr>
        <p:spPr>
          <a:xfrm>
            <a:off x="6328737" y="2393116"/>
            <a:ext cx="459105" cy="448309"/>
          </a:xfrm>
          <a:prstGeom prst="rect">
            <a:avLst/>
          </a:prstGeom>
          <a:solidFill>
            <a:srgbClr val="E1EFD9"/>
          </a:solidFill>
          <a:ln w="6096">
            <a:solidFill>
              <a:srgbClr val="00AF50"/>
            </a:solidFill>
          </a:ln>
        </p:spPr>
        <p:txBody>
          <a:bodyPr vert="horz" wrap="square" lIns="0" tIns="19685" rIns="0" bIns="0" rtlCol="0">
            <a:spAutoFit/>
          </a:bodyPr>
          <a:lstStyle/>
          <a:p>
            <a:pPr marL="160020">
              <a:lnSpc>
                <a:spcPct val="100000"/>
              </a:lnSpc>
              <a:spcBef>
                <a:spcPts val="155"/>
              </a:spcBef>
            </a:pPr>
            <a:r>
              <a:rPr sz="2400" dirty="0">
                <a:latin typeface="Calibri"/>
                <a:cs typeface="Calibri"/>
              </a:rPr>
              <a:t>0</a:t>
            </a:r>
            <a:endParaRPr sz="2400">
              <a:latin typeface="Calibri"/>
              <a:cs typeface="Calibri"/>
            </a:endParaRPr>
          </a:p>
        </p:txBody>
      </p:sp>
      <p:sp>
        <p:nvSpPr>
          <p:cNvPr id="77" name="object 77">
            <a:extLst>
              <a:ext uri="{FF2B5EF4-FFF2-40B4-BE49-F238E27FC236}">
                <a16:creationId xmlns:a16="http://schemas.microsoft.com/office/drawing/2014/main" id="{5146D761-EA77-EA49-3C15-8B6B6DDC31FE}"/>
              </a:ext>
            </a:extLst>
          </p:cNvPr>
          <p:cNvSpPr/>
          <p:nvPr/>
        </p:nvSpPr>
        <p:spPr>
          <a:xfrm>
            <a:off x="6519237" y="3535354"/>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2" y="0"/>
                </a:moveTo>
                <a:lnTo>
                  <a:pt x="0" y="77724"/>
                </a:lnTo>
                <a:lnTo>
                  <a:pt x="25907" y="77724"/>
                </a:lnTo>
                <a:lnTo>
                  <a:pt x="25907" y="64770"/>
                </a:lnTo>
                <a:lnTo>
                  <a:pt x="71247" y="64770"/>
                </a:lnTo>
                <a:lnTo>
                  <a:pt x="38862"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78" name="object 78">
            <a:extLst>
              <a:ext uri="{FF2B5EF4-FFF2-40B4-BE49-F238E27FC236}">
                <a16:creationId xmlns:a16="http://schemas.microsoft.com/office/drawing/2014/main" id="{7D98943A-A5C5-5FCC-CAA5-C7D5369F994D}"/>
              </a:ext>
            </a:extLst>
          </p:cNvPr>
          <p:cNvSpPr txBox="1"/>
          <p:nvPr/>
        </p:nvSpPr>
        <p:spPr>
          <a:xfrm>
            <a:off x="6330261" y="3917116"/>
            <a:ext cx="459105" cy="449580"/>
          </a:xfrm>
          <a:prstGeom prst="rect">
            <a:avLst/>
          </a:prstGeom>
          <a:solidFill>
            <a:srgbClr val="E1EFD9"/>
          </a:solidFill>
          <a:ln w="6096">
            <a:solidFill>
              <a:srgbClr val="00AF50"/>
            </a:solidFill>
          </a:ln>
        </p:spPr>
        <p:txBody>
          <a:bodyPr vert="horz" wrap="square" lIns="0" tIns="20320" rIns="0" bIns="0" rtlCol="0">
            <a:spAutoFit/>
          </a:bodyPr>
          <a:lstStyle/>
          <a:p>
            <a:pPr marL="160655">
              <a:lnSpc>
                <a:spcPct val="100000"/>
              </a:lnSpc>
              <a:spcBef>
                <a:spcPts val="160"/>
              </a:spcBef>
            </a:pPr>
            <a:r>
              <a:rPr sz="2400" dirty="0">
                <a:latin typeface="Calibri"/>
                <a:cs typeface="Calibri"/>
              </a:rPr>
              <a:t>0</a:t>
            </a:r>
            <a:endParaRPr sz="2400">
              <a:latin typeface="Calibri"/>
              <a:cs typeface="Calibri"/>
            </a:endParaRPr>
          </a:p>
        </p:txBody>
      </p:sp>
      <p:sp>
        <p:nvSpPr>
          <p:cNvPr id="79" name="object 79">
            <a:extLst>
              <a:ext uri="{FF2B5EF4-FFF2-40B4-BE49-F238E27FC236}">
                <a16:creationId xmlns:a16="http://schemas.microsoft.com/office/drawing/2014/main" id="{A0BA6287-AD56-1416-41C8-B409B506BEAE}"/>
              </a:ext>
            </a:extLst>
          </p:cNvPr>
          <p:cNvSpPr/>
          <p:nvPr/>
        </p:nvSpPr>
        <p:spPr>
          <a:xfrm>
            <a:off x="8695509" y="2005257"/>
            <a:ext cx="78105" cy="384175"/>
          </a:xfrm>
          <a:custGeom>
            <a:avLst/>
            <a:gdLst/>
            <a:ahLst/>
            <a:cxnLst/>
            <a:rect l="l" t="t" r="r" b="b"/>
            <a:pathLst>
              <a:path w="78104" h="384175">
                <a:moveTo>
                  <a:pt x="51816" y="64770"/>
                </a:moveTo>
                <a:lnTo>
                  <a:pt x="25908" y="64770"/>
                </a:lnTo>
                <a:lnTo>
                  <a:pt x="25908" y="384175"/>
                </a:lnTo>
                <a:lnTo>
                  <a:pt x="51816" y="384175"/>
                </a:lnTo>
                <a:lnTo>
                  <a:pt x="51816" y="64770"/>
                </a:lnTo>
                <a:close/>
              </a:path>
              <a:path w="78104" h="384175">
                <a:moveTo>
                  <a:pt x="38862" y="0"/>
                </a:moveTo>
                <a:lnTo>
                  <a:pt x="0" y="77724"/>
                </a:lnTo>
                <a:lnTo>
                  <a:pt x="25908" y="77724"/>
                </a:lnTo>
                <a:lnTo>
                  <a:pt x="25908" y="64770"/>
                </a:lnTo>
                <a:lnTo>
                  <a:pt x="71247" y="64770"/>
                </a:lnTo>
                <a:lnTo>
                  <a:pt x="38862" y="0"/>
                </a:lnTo>
                <a:close/>
              </a:path>
              <a:path w="78104" h="384175">
                <a:moveTo>
                  <a:pt x="71247" y="64770"/>
                </a:moveTo>
                <a:lnTo>
                  <a:pt x="51816" y="64770"/>
                </a:lnTo>
                <a:lnTo>
                  <a:pt x="51816" y="77724"/>
                </a:lnTo>
                <a:lnTo>
                  <a:pt x="77724" y="77724"/>
                </a:lnTo>
                <a:lnTo>
                  <a:pt x="71247" y="64770"/>
                </a:lnTo>
                <a:close/>
              </a:path>
            </a:pathLst>
          </a:custGeom>
          <a:solidFill>
            <a:srgbClr val="000000"/>
          </a:solidFill>
        </p:spPr>
        <p:txBody>
          <a:bodyPr wrap="square" lIns="0" tIns="0" rIns="0" bIns="0" rtlCol="0"/>
          <a:lstStyle/>
          <a:p>
            <a:endParaRPr/>
          </a:p>
        </p:txBody>
      </p:sp>
      <p:sp>
        <p:nvSpPr>
          <p:cNvPr id="80" name="object 80">
            <a:extLst>
              <a:ext uri="{FF2B5EF4-FFF2-40B4-BE49-F238E27FC236}">
                <a16:creationId xmlns:a16="http://schemas.microsoft.com/office/drawing/2014/main" id="{E5151907-FDCD-4A6D-4AD0-1398CBCABAEB}"/>
              </a:ext>
            </a:extLst>
          </p:cNvPr>
          <p:cNvSpPr txBox="1"/>
          <p:nvPr/>
        </p:nvSpPr>
        <p:spPr>
          <a:xfrm>
            <a:off x="8506533" y="2388544"/>
            <a:ext cx="459105" cy="448309"/>
          </a:xfrm>
          <a:prstGeom prst="rect">
            <a:avLst/>
          </a:prstGeom>
          <a:solidFill>
            <a:srgbClr val="E1EFD9"/>
          </a:solidFill>
          <a:ln w="6096">
            <a:solidFill>
              <a:srgbClr val="00AF50"/>
            </a:solidFill>
          </a:ln>
        </p:spPr>
        <p:txBody>
          <a:bodyPr vert="horz" wrap="square" lIns="0" tIns="19050" rIns="0" bIns="0" rtlCol="0">
            <a:spAutoFit/>
          </a:bodyPr>
          <a:lstStyle/>
          <a:p>
            <a:pPr marL="115570">
              <a:lnSpc>
                <a:spcPct val="100000"/>
              </a:lnSpc>
              <a:spcBef>
                <a:spcPts val="150"/>
              </a:spcBef>
            </a:pPr>
            <a:r>
              <a:rPr sz="2400" spc="-5" dirty="0">
                <a:latin typeface="Calibri"/>
                <a:cs typeface="Calibri"/>
              </a:rPr>
              <a:t>-2</a:t>
            </a:r>
            <a:endParaRPr sz="2400">
              <a:latin typeface="Calibri"/>
              <a:cs typeface="Calibri"/>
            </a:endParaRPr>
          </a:p>
        </p:txBody>
      </p:sp>
      <p:sp>
        <p:nvSpPr>
          <p:cNvPr id="81" name="object 81">
            <a:extLst>
              <a:ext uri="{FF2B5EF4-FFF2-40B4-BE49-F238E27FC236}">
                <a16:creationId xmlns:a16="http://schemas.microsoft.com/office/drawing/2014/main" id="{0F7BC6F5-977F-95E2-15F0-4B8D7C734934}"/>
              </a:ext>
            </a:extLst>
          </p:cNvPr>
          <p:cNvSpPr/>
          <p:nvPr/>
        </p:nvSpPr>
        <p:spPr>
          <a:xfrm>
            <a:off x="8748848" y="3562786"/>
            <a:ext cx="78105" cy="384175"/>
          </a:xfrm>
          <a:custGeom>
            <a:avLst/>
            <a:gdLst/>
            <a:ahLst/>
            <a:cxnLst/>
            <a:rect l="l" t="t" r="r" b="b"/>
            <a:pathLst>
              <a:path w="78104" h="384175">
                <a:moveTo>
                  <a:pt x="51815" y="64770"/>
                </a:moveTo>
                <a:lnTo>
                  <a:pt x="25907" y="64770"/>
                </a:lnTo>
                <a:lnTo>
                  <a:pt x="25907" y="384175"/>
                </a:lnTo>
                <a:lnTo>
                  <a:pt x="51815" y="384175"/>
                </a:lnTo>
                <a:lnTo>
                  <a:pt x="51815" y="64770"/>
                </a:lnTo>
                <a:close/>
              </a:path>
              <a:path w="78104" h="384175">
                <a:moveTo>
                  <a:pt x="38861" y="0"/>
                </a:moveTo>
                <a:lnTo>
                  <a:pt x="0" y="77724"/>
                </a:lnTo>
                <a:lnTo>
                  <a:pt x="25907" y="77724"/>
                </a:lnTo>
                <a:lnTo>
                  <a:pt x="25907" y="64770"/>
                </a:lnTo>
                <a:lnTo>
                  <a:pt x="71247" y="64770"/>
                </a:lnTo>
                <a:lnTo>
                  <a:pt x="38861" y="0"/>
                </a:lnTo>
                <a:close/>
              </a:path>
              <a:path w="78104" h="384175">
                <a:moveTo>
                  <a:pt x="71247" y="64770"/>
                </a:moveTo>
                <a:lnTo>
                  <a:pt x="51815" y="64770"/>
                </a:lnTo>
                <a:lnTo>
                  <a:pt x="51815" y="77724"/>
                </a:lnTo>
                <a:lnTo>
                  <a:pt x="77724" y="77724"/>
                </a:lnTo>
                <a:lnTo>
                  <a:pt x="71247" y="64770"/>
                </a:lnTo>
                <a:close/>
              </a:path>
            </a:pathLst>
          </a:custGeom>
          <a:solidFill>
            <a:srgbClr val="000000"/>
          </a:solidFill>
        </p:spPr>
        <p:txBody>
          <a:bodyPr wrap="square" lIns="0" tIns="0" rIns="0" bIns="0" rtlCol="0"/>
          <a:lstStyle/>
          <a:p>
            <a:endParaRPr/>
          </a:p>
        </p:txBody>
      </p:sp>
      <p:sp>
        <p:nvSpPr>
          <p:cNvPr id="82" name="object 82">
            <a:extLst>
              <a:ext uri="{FF2B5EF4-FFF2-40B4-BE49-F238E27FC236}">
                <a16:creationId xmlns:a16="http://schemas.microsoft.com/office/drawing/2014/main" id="{821E51BF-D6A9-DE92-CA27-D6E80BE8B798}"/>
              </a:ext>
            </a:extLst>
          </p:cNvPr>
          <p:cNvSpPr txBox="1"/>
          <p:nvPr/>
        </p:nvSpPr>
        <p:spPr>
          <a:xfrm>
            <a:off x="8561397" y="3944548"/>
            <a:ext cx="457200" cy="449580"/>
          </a:xfrm>
          <a:prstGeom prst="rect">
            <a:avLst/>
          </a:prstGeom>
          <a:solidFill>
            <a:srgbClr val="E1EFD9"/>
          </a:solidFill>
          <a:ln w="6096">
            <a:solidFill>
              <a:srgbClr val="00AF50"/>
            </a:solidFill>
          </a:ln>
        </p:spPr>
        <p:txBody>
          <a:bodyPr vert="horz" wrap="square" lIns="0" tIns="20320" rIns="0" bIns="0" rtlCol="0">
            <a:spAutoFit/>
          </a:bodyPr>
          <a:lstStyle/>
          <a:p>
            <a:pPr marL="160020">
              <a:lnSpc>
                <a:spcPct val="100000"/>
              </a:lnSpc>
              <a:spcBef>
                <a:spcPts val="160"/>
              </a:spcBef>
            </a:pPr>
            <a:r>
              <a:rPr sz="2400" dirty="0">
                <a:latin typeface="Calibri"/>
                <a:cs typeface="Calibri"/>
              </a:rPr>
              <a:t>2</a:t>
            </a:r>
            <a:endParaRPr sz="2400">
              <a:latin typeface="Calibri"/>
              <a:cs typeface="Calibri"/>
            </a:endParaRPr>
          </a:p>
        </p:txBody>
      </p:sp>
      <p:sp>
        <p:nvSpPr>
          <p:cNvPr id="83" name="object 83">
            <a:extLst>
              <a:ext uri="{FF2B5EF4-FFF2-40B4-BE49-F238E27FC236}">
                <a16:creationId xmlns:a16="http://schemas.microsoft.com/office/drawing/2014/main" id="{6A1B4E02-7CCC-94A9-7567-AB7CE104EABA}"/>
              </a:ext>
            </a:extLst>
          </p:cNvPr>
          <p:cNvSpPr txBox="1"/>
          <p:nvPr/>
        </p:nvSpPr>
        <p:spPr>
          <a:xfrm>
            <a:off x="8269932" y="4825293"/>
            <a:ext cx="1930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𝑓</a:t>
            </a:r>
            <a:endParaRPr sz="2400">
              <a:latin typeface="Cambria Math"/>
              <a:cs typeface="Cambria Math"/>
            </a:endParaRPr>
          </a:p>
        </p:txBody>
      </p:sp>
      <p:sp>
        <p:nvSpPr>
          <p:cNvPr id="84" name="object 84">
            <a:extLst>
              <a:ext uri="{FF2B5EF4-FFF2-40B4-BE49-F238E27FC236}">
                <a16:creationId xmlns:a16="http://schemas.microsoft.com/office/drawing/2014/main" id="{54CB51FE-79BB-4EE6-B076-AD4174C36689}"/>
              </a:ext>
            </a:extLst>
          </p:cNvPr>
          <p:cNvSpPr/>
          <p:nvPr/>
        </p:nvSpPr>
        <p:spPr>
          <a:xfrm>
            <a:off x="8536123" y="4802814"/>
            <a:ext cx="638175" cy="502920"/>
          </a:xfrm>
          <a:custGeom>
            <a:avLst/>
            <a:gdLst/>
            <a:ahLst/>
            <a:cxnLst/>
            <a:rect l="l" t="t" r="r" b="b"/>
            <a:pathLst>
              <a:path w="638175" h="502920">
                <a:moveTo>
                  <a:pt x="529462" y="0"/>
                </a:moveTo>
                <a:lnTo>
                  <a:pt x="524763" y="11937"/>
                </a:lnTo>
                <a:lnTo>
                  <a:pt x="543452" y="27158"/>
                </a:lnTo>
                <a:lnTo>
                  <a:pt x="560070" y="46926"/>
                </a:lnTo>
                <a:lnTo>
                  <a:pt x="586994" y="100202"/>
                </a:lnTo>
                <a:lnTo>
                  <a:pt x="604027" y="169259"/>
                </a:lnTo>
                <a:lnTo>
                  <a:pt x="608300" y="208716"/>
                </a:lnTo>
                <a:lnTo>
                  <a:pt x="609726" y="251459"/>
                </a:lnTo>
                <a:lnTo>
                  <a:pt x="608320" y="293582"/>
                </a:lnTo>
                <a:lnTo>
                  <a:pt x="604091" y="332692"/>
                </a:lnTo>
                <a:lnTo>
                  <a:pt x="587121" y="401827"/>
                </a:lnTo>
                <a:lnTo>
                  <a:pt x="560276" y="455628"/>
                </a:lnTo>
                <a:lnTo>
                  <a:pt x="524763" y="490854"/>
                </a:lnTo>
                <a:lnTo>
                  <a:pt x="529462" y="502792"/>
                </a:lnTo>
                <a:lnTo>
                  <a:pt x="574230" y="466947"/>
                </a:lnTo>
                <a:lnTo>
                  <a:pt x="608710" y="409574"/>
                </a:lnTo>
                <a:lnTo>
                  <a:pt x="630777" y="335914"/>
                </a:lnTo>
                <a:lnTo>
                  <a:pt x="636321" y="294953"/>
                </a:lnTo>
                <a:lnTo>
                  <a:pt x="638175" y="251205"/>
                </a:lnTo>
                <a:lnTo>
                  <a:pt x="636321" y="207297"/>
                </a:lnTo>
                <a:lnTo>
                  <a:pt x="630777" y="166258"/>
                </a:lnTo>
                <a:lnTo>
                  <a:pt x="621565" y="128101"/>
                </a:lnTo>
                <a:lnTo>
                  <a:pt x="592756" y="61739"/>
                </a:lnTo>
                <a:lnTo>
                  <a:pt x="553132" y="15309"/>
                </a:lnTo>
                <a:lnTo>
                  <a:pt x="529462" y="0"/>
                </a:lnTo>
                <a:close/>
              </a:path>
              <a:path w="638175" h="502920">
                <a:moveTo>
                  <a:pt x="108584" y="0"/>
                </a:moveTo>
                <a:lnTo>
                  <a:pt x="63928" y="35893"/>
                </a:lnTo>
                <a:lnTo>
                  <a:pt x="29463" y="92836"/>
                </a:lnTo>
                <a:lnTo>
                  <a:pt x="7397" y="166258"/>
                </a:lnTo>
                <a:lnTo>
                  <a:pt x="1853" y="207297"/>
                </a:lnTo>
                <a:lnTo>
                  <a:pt x="0" y="251205"/>
                </a:lnTo>
                <a:lnTo>
                  <a:pt x="1853" y="294953"/>
                </a:lnTo>
                <a:lnTo>
                  <a:pt x="7397" y="335914"/>
                </a:lnTo>
                <a:lnTo>
                  <a:pt x="16609" y="374114"/>
                </a:lnTo>
                <a:lnTo>
                  <a:pt x="45416" y="440963"/>
                </a:lnTo>
                <a:lnTo>
                  <a:pt x="84988" y="487549"/>
                </a:lnTo>
                <a:lnTo>
                  <a:pt x="108584" y="502792"/>
                </a:lnTo>
                <a:lnTo>
                  <a:pt x="113410" y="490854"/>
                </a:lnTo>
                <a:lnTo>
                  <a:pt x="94503" y="475569"/>
                </a:lnTo>
                <a:lnTo>
                  <a:pt x="77787" y="455628"/>
                </a:lnTo>
                <a:lnTo>
                  <a:pt x="50926" y="401827"/>
                </a:lnTo>
                <a:lnTo>
                  <a:pt x="34067" y="332692"/>
                </a:lnTo>
                <a:lnTo>
                  <a:pt x="29852" y="293582"/>
                </a:lnTo>
                <a:lnTo>
                  <a:pt x="28448" y="251459"/>
                </a:lnTo>
                <a:lnTo>
                  <a:pt x="29874" y="208716"/>
                </a:lnTo>
                <a:lnTo>
                  <a:pt x="34147" y="169259"/>
                </a:lnTo>
                <a:lnTo>
                  <a:pt x="51180" y="100202"/>
                </a:lnTo>
                <a:lnTo>
                  <a:pt x="78104" y="46926"/>
                </a:lnTo>
                <a:lnTo>
                  <a:pt x="113410" y="11937"/>
                </a:lnTo>
                <a:lnTo>
                  <a:pt x="108584" y="0"/>
                </a:lnTo>
                <a:close/>
              </a:path>
            </a:pathLst>
          </a:custGeom>
          <a:solidFill>
            <a:srgbClr val="000000"/>
          </a:solidFill>
        </p:spPr>
        <p:txBody>
          <a:bodyPr wrap="square" lIns="0" tIns="0" rIns="0" bIns="0" rtlCol="0"/>
          <a:lstStyle/>
          <a:p>
            <a:endParaRPr/>
          </a:p>
        </p:txBody>
      </p:sp>
      <p:sp>
        <p:nvSpPr>
          <p:cNvPr id="85" name="object 85">
            <a:extLst>
              <a:ext uri="{FF2B5EF4-FFF2-40B4-BE49-F238E27FC236}">
                <a16:creationId xmlns:a16="http://schemas.microsoft.com/office/drawing/2014/main" id="{88A5505A-4CBC-6A05-8A24-A5E191C5F086}"/>
              </a:ext>
            </a:extLst>
          </p:cNvPr>
          <p:cNvSpPr/>
          <p:nvPr/>
        </p:nvSpPr>
        <p:spPr>
          <a:xfrm>
            <a:off x="8946460" y="5291892"/>
            <a:ext cx="71120" cy="12700"/>
          </a:xfrm>
          <a:custGeom>
            <a:avLst/>
            <a:gdLst/>
            <a:ahLst/>
            <a:cxnLst/>
            <a:rect l="l" t="t" r="r" b="b"/>
            <a:pathLst>
              <a:path w="71120" h="12700">
                <a:moveTo>
                  <a:pt x="0" y="12699"/>
                </a:moveTo>
                <a:lnTo>
                  <a:pt x="70866" y="12699"/>
                </a:lnTo>
                <a:lnTo>
                  <a:pt x="70866" y="0"/>
                </a:lnTo>
                <a:lnTo>
                  <a:pt x="0" y="0"/>
                </a:lnTo>
                <a:lnTo>
                  <a:pt x="0" y="12699"/>
                </a:lnTo>
                <a:close/>
              </a:path>
            </a:pathLst>
          </a:custGeom>
          <a:solidFill>
            <a:srgbClr val="000000"/>
          </a:solidFill>
        </p:spPr>
        <p:txBody>
          <a:bodyPr wrap="square" lIns="0" tIns="0" rIns="0" bIns="0" rtlCol="0"/>
          <a:lstStyle/>
          <a:p>
            <a:endParaRPr/>
          </a:p>
        </p:txBody>
      </p:sp>
      <p:sp>
        <p:nvSpPr>
          <p:cNvPr id="86" name="object 86">
            <a:extLst>
              <a:ext uri="{FF2B5EF4-FFF2-40B4-BE49-F238E27FC236}">
                <a16:creationId xmlns:a16="http://schemas.microsoft.com/office/drawing/2014/main" id="{0AC77390-59EB-8575-F088-38C257EC750C}"/>
              </a:ext>
            </a:extLst>
          </p:cNvPr>
          <p:cNvSpPr/>
          <p:nvPr/>
        </p:nvSpPr>
        <p:spPr>
          <a:xfrm>
            <a:off x="9003547" y="4816912"/>
            <a:ext cx="0" cy="474980"/>
          </a:xfrm>
          <a:custGeom>
            <a:avLst/>
            <a:gdLst/>
            <a:ahLst/>
            <a:cxnLst/>
            <a:rect l="l" t="t" r="r" b="b"/>
            <a:pathLst>
              <a:path h="474979">
                <a:moveTo>
                  <a:pt x="0" y="0"/>
                </a:moveTo>
                <a:lnTo>
                  <a:pt x="0" y="474980"/>
                </a:lnTo>
              </a:path>
            </a:pathLst>
          </a:custGeom>
          <a:ln w="27558">
            <a:solidFill>
              <a:srgbClr val="000000"/>
            </a:solidFill>
          </a:ln>
        </p:spPr>
        <p:txBody>
          <a:bodyPr wrap="square" lIns="0" tIns="0" rIns="0" bIns="0" rtlCol="0"/>
          <a:lstStyle/>
          <a:p>
            <a:endParaRPr/>
          </a:p>
        </p:txBody>
      </p:sp>
      <p:sp>
        <p:nvSpPr>
          <p:cNvPr id="87" name="object 87">
            <a:extLst>
              <a:ext uri="{FF2B5EF4-FFF2-40B4-BE49-F238E27FC236}">
                <a16:creationId xmlns:a16="http://schemas.microsoft.com/office/drawing/2014/main" id="{9A153CC4-4B49-E292-9BE6-64665140ADE3}"/>
              </a:ext>
            </a:extLst>
          </p:cNvPr>
          <p:cNvSpPr/>
          <p:nvPr/>
        </p:nvSpPr>
        <p:spPr>
          <a:xfrm>
            <a:off x="8946460" y="4804212"/>
            <a:ext cx="71120" cy="12700"/>
          </a:xfrm>
          <a:custGeom>
            <a:avLst/>
            <a:gdLst/>
            <a:ahLst/>
            <a:cxnLst/>
            <a:rect l="l" t="t" r="r" b="b"/>
            <a:pathLst>
              <a:path w="71120" h="12700">
                <a:moveTo>
                  <a:pt x="0" y="12700"/>
                </a:moveTo>
                <a:lnTo>
                  <a:pt x="70866" y="12700"/>
                </a:lnTo>
                <a:lnTo>
                  <a:pt x="70866" y="0"/>
                </a:lnTo>
                <a:lnTo>
                  <a:pt x="0" y="0"/>
                </a:lnTo>
                <a:lnTo>
                  <a:pt x="0" y="12700"/>
                </a:lnTo>
                <a:close/>
              </a:path>
            </a:pathLst>
          </a:custGeom>
          <a:solidFill>
            <a:srgbClr val="000000"/>
          </a:solidFill>
        </p:spPr>
        <p:txBody>
          <a:bodyPr wrap="square" lIns="0" tIns="0" rIns="0" bIns="0" rtlCol="0"/>
          <a:lstStyle/>
          <a:p>
            <a:endParaRPr/>
          </a:p>
        </p:txBody>
      </p:sp>
      <p:sp>
        <p:nvSpPr>
          <p:cNvPr id="88" name="object 88">
            <a:extLst>
              <a:ext uri="{FF2B5EF4-FFF2-40B4-BE49-F238E27FC236}">
                <a16:creationId xmlns:a16="http://schemas.microsoft.com/office/drawing/2014/main" id="{2A5023B0-3AC2-F254-C117-364DF35A9D27}"/>
              </a:ext>
            </a:extLst>
          </p:cNvPr>
          <p:cNvSpPr/>
          <p:nvPr/>
        </p:nvSpPr>
        <p:spPr>
          <a:xfrm>
            <a:off x="8693096" y="5291892"/>
            <a:ext cx="71120" cy="12700"/>
          </a:xfrm>
          <a:custGeom>
            <a:avLst/>
            <a:gdLst/>
            <a:ahLst/>
            <a:cxnLst/>
            <a:rect l="l" t="t" r="r" b="b"/>
            <a:pathLst>
              <a:path w="71120" h="12700">
                <a:moveTo>
                  <a:pt x="0" y="12699"/>
                </a:moveTo>
                <a:lnTo>
                  <a:pt x="70865" y="12699"/>
                </a:lnTo>
                <a:lnTo>
                  <a:pt x="70865" y="0"/>
                </a:lnTo>
                <a:lnTo>
                  <a:pt x="0" y="0"/>
                </a:lnTo>
                <a:lnTo>
                  <a:pt x="0" y="12699"/>
                </a:lnTo>
                <a:close/>
              </a:path>
            </a:pathLst>
          </a:custGeom>
          <a:solidFill>
            <a:srgbClr val="000000"/>
          </a:solidFill>
        </p:spPr>
        <p:txBody>
          <a:bodyPr wrap="square" lIns="0" tIns="0" rIns="0" bIns="0" rtlCol="0"/>
          <a:lstStyle/>
          <a:p>
            <a:endParaRPr/>
          </a:p>
        </p:txBody>
      </p:sp>
      <p:sp>
        <p:nvSpPr>
          <p:cNvPr id="89" name="object 89">
            <a:extLst>
              <a:ext uri="{FF2B5EF4-FFF2-40B4-BE49-F238E27FC236}">
                <a16:creationId xmlns:a16="http://schemas.microsoft.com/office/drawing/2014/main" id="{CA0C3EB8-404E-A40F-EE0F-508690EB3CD5}"/>
              </a:ext>
            </a:extLst>
          </p:cNvPr>
          <p:cNvSpPr/>
          <p:nvPr/>
        </p:nvSpPr>
        <p:spPr>
          <a:xfrm>
            <a:off x="8706875" y="4816912"/>
            <a:ext cx="0" cy="474980"/>
          </a:xfrm>
          <a:custGeom>
            <a:avLst/>
            <a:gdLst/>
            <a:ahLst/>
            <a:cxnLst/>
            <a:rect l="l" t="t" r="r" b="b"/>
            <a:pathLst>
              <a:path h="474979">
                <a:moveTo>
                  <a:pt x="0" y="0"/>
                </a:moveTo>
                <a:lnTo>
                  <a:pt x="0" y="474980"/>
                </a:lnTo>
              </a:path>
            </a:pathLst>
          </a:custGeom>
          <a:ln w="27558">
            <a:solidFill>
              <a:srgbClr val="000000"/>
            </a:solidFill>
          </a:ln>
        </p:spPr>
        <p:txBody>
          <a:bodyPr wrap="square" lIns="0" tIns="0" rIns="0" bIns="0" rtlCol="0"/>
          <a:lstStyle/>
          <a:p>
            <a:endParaRPr/>
          </a:p>
        </p:txBody>
      </p:sp>
      <p:sp>
        <p:nvSpPr>
          <p:cNvPr id="90" name="object 90">
            <a:extLst>
              <a:ext uri="{FF2B5EF4-FFF2-40B4-BE49-F238E27FC236}">
                <a16:creationId xmlns:a16="http://schemas.microsoft.com/office/drawing/2014/main" id="{217F13E6-675D-7524-2951-A398DFAB5BD3}"/>
              </a:ext>
            </a:extLst>
          </p:cNvPr>
          <p:cNvSpPr/>
          <p:nvPr/>
        </p:nvSpPr>
        <p:spPr>
          <a:xfrm>
            <a:off x="8693096" y="4804212"/>
            <a:ext cx="71120" cy="12700"/>
          </a:xfrm>
          <a:custGeom>
            <a:avLst/>
            <a:gdLst/>
            <a:ahLst/>
            <a:cxnLst/>
            <a:rect l="l" t="t" r="r" b="b"/>
            <a:pathLst>
              <a:path w="71120" h="12700">
                <a:moveTo>
                  <a:pt x="0" y="12700"/>
                </a:moveTo>
                <a:lnTo>
                  <a:pt x="70865" y="12700"/>
                </a:lnTo>
                <a:lnTo>
                  <a:pt x="70865" y="0"/>
                </a:lnTo>
                <a:lnTo>
                  <a:pt x="0" y="0"/>
                </a:lnTo>
                <a:lnTo>
                  <a:pt x="0" y="12700"/>
                </a:lnTo>
                <a:close/>
              </a:path>
            </a:pathLst>
          </a:custGeom>
          <a:solidFill>
            <a:srgbClr val="000000"/>
          </a:solidFill>
        </p:spPr>
        <p:txBody>
          <a:bodyPr wrap="square" lIns="0" tIns="0" rIns="0" bIns="0" rtlCol="0"/>
          <a:lstStyle/>
          <a:p>
            <a:endParaRPr/>
          </a:p>
        </p:txBody>
      </p:sp>
      <p:sp>
        <p:nvSpPr>
          <p:cNvPr id="91" name="object 91">
            <a:extLst>
              <a:ext uri="{FF2B5EF4-FFF2-40B4-BE49-F238E27FC236}">
                <a16:creationId xmlns:a16="http://schemas.microsoft.com/office/drawing/2014/main" id="{6A6B1607-342F-AC38-EB13-6BD9A1A6A933}"/>
              </a:ext>
            </a:extLst>
          </p:cNvPr>
          <p:cNvSpPr txBox="1"/>
          <p:nvPr/>
        </p:nvSpPr>
        <p:spPr>
          <a:xfrm>
            <a:off x="8759135" y="4660143"/>
            <a:ext cx="194945" cy="749935"/>
          </a:xfrm>
          <a:prstGeom prst="rect">
            <a:avLst/>
          </a:prstGeom>
        </p:spPr>
        <p:txBody>
          <a:bodyPr vert="horz" wrap="square" lIns="0" tIns="12700" rIns="0" bIns="0" rtlCol="0">
            <a:spAutoFit/>
          </a:bodyPr>
          <a:lstStyle/>
          <a:p>
            <a:pPr marL="12700">
              <a:lnSpc>
                <a:spcPts val="2850"/>
              </a:lnSpc>
              <a:spcBef>
                <a:spcPts val="100"/>
              </a:spcBef>
            </a:pPr>
            <a:r>
              <a:rPr sz="2400" dirty="0">
                <a:latin typeface="Cambria Math"/>
                <a:cs typeface="Cambria Math"/>
              </a:rPr>
              <a:t>0</a:t>
            </a:r>
            <a:endParaRPr sz="2400">
              <a:latin typeface="Cambria Math"/>
              <a:cs typeface="Cambria Math"/>
            </a:endParaRPr>
          </a:p>
          <a:p>
            <a:pPr marL="12700">
              <a:lnSpc>
                <a:spcPts val="2850"/>
              </a:lnSpc>
            </a:pPr>
            <a:r>
              <a:rPr sz="2400" dirty="0">
                <a:latin typeface="Cambria Math"/>
                <a:cs typeface="Cambria Math"/>
              </a:rPr>
              <a:t>0</a:t>
            </a:r>
            <a:endParaRPr sz="2400">
              <a:latin typeface="Cambria Math"/>
              <a:cs typeface="Cambria Math"/>
            </a:endParaRPr>
          </a:p>
        </p:txBody>
      </p:sp>
      <p:sp>
        <p:nvSpPr>
          <p:cNvPr id="92" name="object 92">
            <a:extLst>
              <a:ext uri="{FF2B5EF4-FFF2-40B4-BE49-F238E27FC236}">
                <a16:creationId xmlns:a16="http://schemas.microsoft.com/office/drawing/2014/main" id="{8EB13D79-0D3F-1C36-DD60-2DF1DF9F635E}"/>
              </a:ext>
            </a:extLst>
          </p:cNvPr>
          <p:cNvSpPr txBox="1"/>
          <p:nvPr/>
        </p:nvSpPr>
        <p:spPr>
          <a:xfrm>
            <a:off x="9272723" y="4825293"/>
            <a:ext cx="25336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a:t>
            </a:r>
            <a:endParaRPr sz="2400">
              <a:latin typeface="Cambria Math"/>
              <a:cs typeface="Cambria Math"/>
            </a:endParaRPr>
          </a:p>
        </p:txBody>
      </p:sp>
      <p:sp>
        <p:nvSpPr>
          <p:cNvPr id="93" name="object 93">
            <a:extLst>
              <a:ext uri="{FF2B5EF4-FFF2-40B4-BE49-F238E27FC236}">
                <a16:creationId xmlns:a16="http://schemas.microsoft.com/office/drawing/2014/main" id="{A24349FA-C514-0397-6394-3EDD97596160}"/>
              </a:ext>
            </a:extLst>
          </p:cNvPr>
          <p:cNvSpPr/>
          <p:nvPr/>
        </p:nvSpPr>
        <p:spPr>
          <a:xfrm>
            <a:off x="10281485" y="5291892"/>
            <a:ext cx="71120" cy="12700"/>
          </a:xfrm>
          <a:custGeom>
            <a:avLst/>
            <a:gdLst/>
            <a:ahLst/>
            <a:cxnLst/>
            <a:rect l="l" t="t" r="r" b="b"/>
            <a:pathLst>
              <a:path w="71120" h="12700">
                <a:moveTo>
                  <a:pt x="0" y="12699"/>
                </a:moveTo>
                <a:lnTo>
                  <a:pt x="70866" y="12699"/>
                </a:lnTo>
                <a:lnTo>
                  <a:pt x="70866" y="0"/>
                </a:lnTo>
                <a:lnTo>
                  <a:pt x="0" y="0"/>
                </a:lnTo>
                <a:lnTo>
                  <a:pt x="0" y="12699"/>
                </a:lnTo>
                <a:close/>
              </a:path>
            </a:pathLst>
          </a:custGeom>
          <a:solidFill>
            <a:srgbClr val="000000"/>
          </a:solidFill>
        </p:spPr>
        <p:txBody>
          <a:bodyPr wrap="square" lIns="0" tIns="0" rIns="0" bIns="0" rtlCol="0"/>
          <a:lstStyle/>
          <a:p>
            <a:endParaRPr/>
          </a:p>
        </p:txBody>
      </p:sp>
      <p:sp>
        <p:nvSpPr>
          <p:cNvPr id="94" name="object 94">
            <a:extLst>
              <a:ext uri="{FF2B5EF4-FFF2-40B4-BE49-F238E27FC236}">
                <a16:creationId xmlns:a16="http://schemas.microsoft.com/office/drawing/2014/main" id="{0E5ED551-26FB-66E1-F734-2F433C11C1FA}"/>
              </a:ext>
            </a:extLst>
          </p:cNvPr>
          <p:cNvSpPr/>
          <p:nvPr/>
        </p:nvSpPr>
        <p:spPr>
          <a:xfrm>
            <a:off x="10338571" y="4816912"/>
            <a:ext cx="0" cy="474980"/>
          </a:xfrm>
          <a:custGeom>
            <a:avLst/>
            <a:gdLst/>
            <a:ahLst/>
            <a:cxnLst/>
            <a:rect l="l" t="t" r="r" b="b"/>
            <a:pathLst>
              <a:path h="474979">
                <a:moveTo>
                  <a:pt x="0" y="0"/>
                </a:moveTo>
                <a:lnTo>
                  <a:pt x="0" y="474980"/>
                </a:lnTo>
              </a:path>
            </a:pathLst>
          </a:custGeom>
          <a:ln w="27558">
            <a:solidFill>
              <a:srgbClr val="000000"/>
            </a:solidFill>
          </a:ln>
        </p:spPr>
        <p:txBody>
          <a:bodyPr wrap="square" lIns="0" tIns="0" rIns="0" bIns="0" rtlCol="0"/>
          <a:lstStyle/>
          <a:p>
            <a:endParaRPr/>
          </a:p>
        </p:txBody>
      </p:sp>
      <p:sp>
        <p:nvSpPr>
          <p:cNvPr id="95" name="object 95">
            <a:extLst>
              <a:ext uri="{FF2B5EF4-FFF2-40B4-BE49-F238E27FC236}">
                <a16:creationId xmlns:a16="http://schemas.microsoft.com/office/drawing/2014/main" id="{98193A02-32AD-B0BE-0C38-518AFE181CC9}"/>
              </a:ext>
            </a:extLst>
          </p:cNvPr>
          <p:cNvSpPr/>
          <p:nvPr/>
        </p:nvSpPr>
        <p:spPr>
          <a:xfrm>
            <a:off x="10281485" y="4804212"/>
            <a:ext cx="71120" cy="12700"/>
          </a:xfrm>
          <a:custGeom>
            <a:avLst/>
            <a:gdLst/>
            <a:ahLst/>
            <a:cxnLst/>
            <a:rect l="l" t="t" r="r" b="b"/>
            <a:pathLst>
              <a:path w="71120" h="12700">
                <a:moveTo>
                  <a:pt x="0" y="12700"/>
                </a:moveTo>
                <a:lnTo>
                  <a:pt x="70866" y="12700"/>
                </a:lnTo>
                <a:lnTo>
                  <a:pt x="70866" y="0"/>
                </a:lnTo>
                <a:lnTo>
                  <a:pt x="0" y="0"/>
                </a:lnTo>
                <a:lnTo>
                  <a:pt x="0" y="12700"/>
                </a:lnTo>
                <a:close/>
              </a:path>
            </a:pathLst>
          </a:custGeom>
          <a:solidFill>
            <a:srgbClr val="000000"/>
          </a:solidFill>
        </p:spPr>
        <p:txBody>
          <a:bodyPr wrap="square" lIns="0" tIns="0" rIns="0" bIns="0" rtlCol="0"/>
          <a:lstStyle/>
          <a:p>
            <a:endParaRPr/>
          </a:p>
        </p:txBody>
      </p:sp>
      <p:sp>
        <p:nvSpPr>
          <p:cNvPr id="96" name="object 96">
            <a:extLst>
              <a:ext uri="{FF2B5EF4-FFF2-40B4-BE49-F238E27FC236}">
                <a16:creationId xmlns:a16="http://schemas.microsoft.com/office/drawing/2014/main" id="{0946A318-8DFE-BF4F-0B58-1319A3E2ED43}"/>
              </a:ext>
            </a:extLst>
          </p:cNvPr>
          <p:cNvSpPr/>
          <p:nvPr/>
        </p:nvSpPr>
        <p:spPr>
          <a:xfrm>
            <a:off x="9628832" y="5291892"/>
            <a:ext cx="71120" cy="12700"/>
          </a:xfrm>
          <a:custGeom>
            <a:avLst/>
            <a:gdLst/>
            <a:ahLst/>
            <a:cxnLst/>
            <a:rect l="l" t="t" r="r" b="b"/>
            <a:pathLst>
              <a:path w="71120" h="12700">
                <a:moveTo>
                  <a:pt x="0" y="12699"/>
                </a:moveTo>
                <a:lnTo>
                  <a:pt x="70866" y="12699"/>
                </a:lnTo>
                <a:lnTo>
                  <a:pt x="70866" y="0"/>
                </a:lnTo>
                <a:lnTo>
                  <a:pt x="0" y="0"/>
                </a:lnTo>
                <a:lnTo>
                  <a:pt x="0" y="12699"/>
                </a:lnTo>
                <a:close/>
              </a:path>
            </a:pathLst>
          </a:custGeom>
          <a:solidFill>
            <a:srgbClr val="000000"/>
          </a:solidFill>
        </p:spPr>
        <p:txBody>
          <a:bodyPr wrap="square" lIns="0" tIns="0" rIns="0" bIns="0" rtlCol="0"/>
          <a:lstStyle/>
          <a:p>
            <a:endParaRPr/>
          </a:p>
        </p:txBody>
      </p:sp>
      <p:sp>
        <p:nvSpPr>
          <p:cNvPr id="97" name="object 97">
            <a:extLst>
              <a:ext uri="{FF2B5EF4-FFF2-40B4-BE49-F238E27FC236}">
                <a16:creationId xmlns:a16="http://schemas.microsoft.com/office/drawing/2014/main" id="{1F59AC90-79F0-3697-B202-13901A6D018D}"/>
              </a:ext>
            </a:extLst>
          </p:cNvPr>
          <p:cNvSpPr/>
          <p:nvPr/>
        </p:nvSpPr>
        <p:spPr>
          <a:xfrm>
            <a:off x="9642611" y="4816912"/>
            <a:ext cx="0" cy="474980"/>
          </a:xfrm>
          <a:custGeom>
            <a:avLst/>
            <a:gdLst/>
            <a:ahLst/>
            <a:cxnLst/>
            <a:rect l="l" t="t" r="r" b="b"/>
            <a:pathLst>
              <a:path h="474979">
                <a:moveTo>
                  <a:pt x="0" y="0"/>
                </a:moveTo>
                <a:lnTo>
                  <a:pt x="0" y="474980"/>
                </a:lnTo>
              </a:path>
            </a:pathLst>
          </a:custGeom>
          <a:ln w="27558">
            <a:solidFill>
              <a:srgbClr val="000000"/>
            </a:solidFill>
          </a:ln>
        </p:spPr>
        <p:txBody>
          <a:bodyPr wrap="square" lIns="0" tIns="0" rIns="0" bIns="0" rtlCol="0"/>
          <a:lstStyle/>
          <a:p>
            <a:endParaRPr/>
          </a:p>
        </p:txBody>
      </p:sp>
      <p:sp>
        <p:nvSpPr>
          <p:cNvPr id="98" name="object 98">
            <a:extLst>
              <a:ext uri="{FF2B5EF4-FFF2-40B4-BE49-F238E27FC236}">
                <a16:creationId xmlns:a16="http://schemas.microsoft.com/office/drawing/2014/main" id="{6958A3F9-6AFB-FCF2-7947-92B7DD0B3178}"/>
              </a:ext>
            </a:extLst>
          </p:cNvPr>
          <p:cNvSpPr/>
          <p:nvPr/>
        </p:nvSpPr>
        <p:spPr>
          <a:xfrm>
            <a:off x="9628832" y="4804212"/>
            <a:ext cx="71120" cy="12700"/>
          </a:xfrm>
          <a:custGeom>
            <a:avLst/>
            <a:gdLst/>
            <a:ahLst/>
            <a:cxnLst/>
            <a:rect l="l" t="t" r="r" b="b"/>
            <a:pathLst>
              <a:path w="71120" h="12700">
                <a:moveTo>
                  <a:pt x="0" y="12700"/>
                </a:moveTo>
                <a:lnTo>
                  <a:pt x="70866" y="12700"/>
                </a:lnTo>
                <a:lnTo>
                  <a:pt x="70866" y="0"/>
                </a:lnTo>
                <a:lnTo>
                  <a:pt x="0" y="0"/>
                </a:lnTo>
                <a:lnTo>
                  <a:pt x="0" y="12700"/>
                </a:lnTo>
                <a:close/>
              </a:path>
            </a:pathLst>
          </a:custGeom>
          <a:solidFill>
            <a:srgbClr val="000000"/>
          </a:solidFill>
        </p:spPr>
        <p:txBody>
          <a:bodyPr wrap="square" lIns="0" tIns="0" rIns="0" bIns="0" rtlCol="0"/>
          <a:lstStyle/>
          <a:p>
            <a:endParaRPr/>
          </a:p>
        </p:txBody>
      </p:sp>
      <p:sp>
        <p:nvSpPr>
          <p:cNvPr id="99" name="object 99">
            <a:extLst>
              <a:ext uri="{FF2B5EF4-FFF2-40B4-BE49-F238E27FC236}">
                <a16:creationId xmlns:a16="http://schemas.microsoft.com/office/drawing/2014/main" id="{DB766E73-055F-62B5-6FEB-3ACB823BF76C}"/>
              </a:ext>
            </a:extLst>
          </p:cNvPr>
          <p:cNvSpPr txBox="1"/>
          <p:nvPr/>
        </p:nvSpPr>
        <p:spPr>
          <a:xfrm>
            <a:off x="9694872" y="4664715"/>
            <a:ext cx="596265" cy="748665"/>
          </a:xfrm>
          <a:prstGeom prst="rect">
            <a:avLst/>
          </a:prstGeom>
        </p:spPr>
        <p:txBody>
          <a:bodyPr vert="horz" wrap="square" lIns="0" tIns="12700" rIns="0" bIns="0" rtlCol="0">
            <a:spAutoFit/>
          </a:bodyPr>
          <a:lstStyle/>
          <a:p>
            <a:pPr marL="12700">
              <a:lnSpc>
                <a:spcPts val="2845"/>
              </a:lnSpc>
              <a:spcBef>
                <a:spcPts val="100"/>
              </a:spcBef>
            </a:pPr>
            <a:r>
              <a:rPr sz="2400" dirty="0">
                <a:latin typeface="Cambria Math"/>
                <a:cs typeface="Cambria Math"/>
              </a:rPr>
              <a:t>0</a:t>
            </a:r>
            <a:r>
              <a:rPr sz="2400" spc="-5" dirty="0">
                <a:latin typeface="Cambria Math"/>
                <a:cs typeface="Cambria Math"/>
              </a:rPr>
              <a:t>.</a:t>
            </a:r>
            <a:r>
              <a:rPr sz="2400" dirty="0">
                <a:latin typeface="Cambria Math"/>
                <a:cs typeface="Cambria Math"/>
              </a:rPr>
              <a:t>51</a:t>
            </a:r>
            <a:endParaRPr sz="2400">
              <a:latin typeface="Cambria Math"/>
              <a:cs typeface="Cambria Math"/>
            </a:endParaRPr>
          </a:p>
          <a:p>
            <a:pPr marL="12700">
              <a:lnSpc>
                <a:spcPts val="2845"/>
              </a:lnSpc>
            </a:pPr>
            <a:r>
              <a:rPr sz="2400" dirty="0">
                <a:latin typeface="Cambria Math"/>
                <a:cs typeface="Cambria Math"/>
              </a:rPr>
              <a:t>0</a:t>
            </a:r>
            <a:r>
              <a:rPr sz="2400" spc="-5" dirty="0">
                <a:latin typeface="Cambria Math"/>
                <a:cs typeface="Cambria Math"/>
              </a:rPr>
              <a:t>.</a:t>
            </a:r>
            <a:r>
              <a:rPr sz="2400" spc="0" dirty="0">
                <a:latin typeface="Cambria Math"/>
                <a:cs typeface="Cambria Math"/>
              </a:rPr>
              <a:t>85</a:t>
            </a:r>
            <a:endParaRPr sz="2400">
              <a:latin typeface="Cambria Math"/>
              <a:cs typeface="Cambria Math"/>
            </a:endParaRPr>
          </a:p>
        </p:txBody>
      </p:sp>
      <p:sp>
        <p:nvSpPr>
          <p:cNvPr id="100" name="object 100">
            <a:extLst>
              <a:ext uri="{FF2B5EF4-FFF2-40B4-BE49-F238E27FC236}">
                <a16:creationId xmlns:a16="http://schemas.microsoft.com/office/drawing/2014/main" id="{82EF9EFD-C4B5-8305-E928-7189A5241451}"/>
              </a:ext>
            </a:extLst>
          </p:cNvPr>
          <p:cNvSpPr/>
          <p:nvPr/>
        </p:nvSpPr>
        <p:spPr>
          <a:xfrm>
            <a:off x="2065347" y="5467406"/>
            <a:ext cx="6170676" cy="641604"/>
          </a:xfrm>
          <a:prstGeom prst="rect">
            <a:avLst/>
          </a:prstGeom>
          <a:blipFill>
            <a:blip r:embed="rId18" cstate="print"/>
            <a:stretch>
              <a:fillRect/>
            </a:stretch>
          </a:blipFill>
        </p:spPr>
        <p:txBody>
          <a:bodyPr wrap="square" lIns="0" tIns="0" rIns="0" bIns="0" rtlCol="0"/>
          <a:lstStyle/>
          <a:p>
            <a:endParaRPr/>
          </a:p>
        </p:txBody>
      </p:sp>
      <p:sp>
        <p:nvSpPr>
          <p:cNvPr id="101" name="object 101">
            <a:extLst>
              <a:ext uri="{FF2B5EF4-FFF2-40B4-BE49-F238E27FC236}">
                <a16:creationId xmlns:a16="http://schemas.microsoft.com/office/drawing/2014/main" id="{B0AF368F-6713-D5C8-48F1-E66EE318793C}"/>
              </a:ext>
            </a:extLst>
          </p:cNvPr>
          <p:cNvSpPr/>
          <p:nvPr/>
        </p:nvSpPr>
        <p:spPr>
          <a:xfrm>
            <a:off x="2143070" y="5407969"/>
            <a:ext cx="6097524" cy="865632"/>
          </a:xfrm>
          <a:prstGeom prst="rect">
            <a:avLst/>
          </a:prstGeom>
          <a:blipFill>
            <a:blip r:embed="rId19" cstate="print"/>
            <a:stretch>
              <a:fillRect/>
            </a:stretch>
          </a:blipFill>
        </p:spPr>
        <p:txBody>
          <a:bodyPr wrap="square" lIns="0" tIns="0" rIns="0" bIns="0" rtlCol="0"/>
          <a:lstStyle/>
          <a:p>
            <a:endParaRPr/>
          </a:p>
        </p:txBody>
      </p:sp>
      <p:sp>
        <p:nvSpPr>
          <p:cNvPr id="102" name="object 102">
            <a:extLst>
              <a:ext uri="{FF2B5EF4-FFF2-40B4-BE49-F238E27FC236}">
                <a16:creationId xmlns:a16="http://schemas.microsoft.com/office/drawing/2014/main" id="{4FE58C16-B463-3516-9F2F-F33112B3EFA3}"/>
              </a:ext>
            </a:extLst>
          </p:cNvPr>
          <p:cNvSpPr/>
          <p:nvPr/>
        </p:nvSpPr>
        <p:spPr>
          <a:xfrm>
            <a:off x="2124783" y="5507030"/>
            <a:ext cx="6051804" cy="524256"/>
          </a:xfrm>
          <a:prstGeom prst="rect">
            <a:avLst/>
          </a:prstGeom>
          <a:blipFill>
            <a:blip r:embed="rId20" cstate="print"/>
            <a:stretch>
              <a:fillRect/>
            </a:stretch>
          </a:blipFill>
        </p:spPr>
        <p:txBody>
          <a:bodyPr wrap="square" lIns="0" tIns="0" rIns="0" bIns="0" rtlCol="0"/>
          <a:lstStyle/>
          <a:p>
            <a:endParaRPr/>
          </a:p>
        </p:txBody>
      </p:sp>
      <p:sp>
        <p:nvSpPr>
          <p:cNvPr id="103" name="object 103">
            <a:extLst>
              <a:ext uri="{FF2B5EF4-FFF2-40B4-BE49-F238E27FC236}">
                <a16:creationId xmlns:a16="http://schemas.microsoft.com/office/drawing/2014/main" id="{CDBF3B44-9827-6C86-5E37-650F8FFEA848}"/>
              </a:ext>
            </a:extLst>
          </p:cNvPr>
          <p:cNvSpPr txBox="1"/>
          <p:nvPr/>
        </p:nvSpPr>
        <p:spPr>
          <a:xfrm>
            <a:off x="5699832" y="4829612"/>
            <a:ext cx="19304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𝑓</a:t>
            </a:r>
            <a:endParaRPr sz="2400">
              <a:latin typeface="Cambria Math"/>
              <a:cs typeface="Cambria Math"/>
            </a:endParaRPr>
          </a:p>
        </p:txBody>
      </p:sp>
      <p:sp>
        <p:nvSpPr>
          <p:cNvPr id="104" name="object 104">
            <a:extLst>
              <a:ext uri="{FF2B5EF4-FFF2-40B4-BE49-F238E27FC236}">
                <a16:creationId xmlns:a16="http://schemas.microsoft.com/office/drawing/2014/main" id="{352E80D1-BD01-73B1-DF52-233D3F7F57D4}"/>
              </a:ext>
            </a:extLst>
          </p:cNvPr>
          <p:cNvSpPr/>
          <p:nvPr/>
        </p:nvSpPr>
        <p:spPr>
          <a:xfrm>
            <a:off x="5965263" y="4807260"/>
            <a:ext cx="865505" cy="502920"/>
          </a:xfrm>
          <a:custGeom>
            <a:avLst/>
            <a:gdLst/>
            <a:ahLst/>
            <a:cxnLst/>
            <a:rect l="l" t="t" r="r" b="b"/>
            <a:pathLst>
              <a:path w="865504" h="502920">
                <a:moveTo>
                  <a:pt x="756412" y="0"/>
                </a:moveTo>
                <a:lnTo>
                  <a:pt x="751713" y="11937"/>
                </a:lnTo>
                <a:lnTo>
                  <a:pt x="770455" y="27176"/>
                </a:lnTo>
                <a:lnTo>
                  <a:pt x="787066" y="46974"/>
                </a:lnTo>
                <a:lnTo>
                  <a:pt x="813942" y="100203"/>
                </a:lnTo>
                <a:lnTo>
                  <a:pt x="831024" y="169259"/>
                </a:lnTo>
                <a:lnTo>
                  <a:pt x="835267" y="208716"/>
                </a:lnTo>
                <a:lnTo>
                  <a:pt x="836676" y="251460"/>
                </a:lnTo>
                <a:lnTo>
                  <a:pt x="835271" y="293582"/>
                </a:lnTo>
                <a:lnTo>
                  <a:pt x="831056" y="332692"/>
                </a:lnTo>
                <a:lnTo>
                  <a:pt x="814196" y="401828"/>
                </a:lnTo>
                <a:lnTo>
                  <a:pt x="787241" y="455628"/>
                </a:lnTo>
                <a:lnTo>
                  <a:pt x="751713" y="490855"/>
                </a:lnTo>
                <a:lnTo>
                  <a:pt x="756412" y="502793"/>
                </a:lnTo>
                <a:lnTo>
                  <a:pt x="801179" y="466947"/>
                </a:lnTo>
                <a:lnTo>
                  <a:pt x="835660" y="409575"/>
                </a:lnTo>
                <a:lnTo>
                  <a:pt x="857773" y="335915"/>
                </a:lnTo>
                <a:lnTo>
                  <a:pt x="863288" y="294953"/>
                </a:lnTo>
                <a:lnTo>
                  <a:pt x="865124" y="251206"/>
                </a:lnTo>
                <a:lnTo>
                  <a:pt x="863288" y="207297"/>
                </a:lnTo>
                <a:lnTo>
                  <a:pt x="857773" y="166258"/>
                </a:lnTo>
                <a:lnTo>
                  <a:pt x="848568" y="128101"/>
                </a:lnTo>
                <a:lnTo>
                  <a:pt x="819705" y="61739"/>
                </a:lnTo>
                <a:lnTo>
                  <a:pt x="780081" y="15309"/>
                </a:lnTo>
                <a:lnTo>
                  <a:pt x="756412" y="0"/>
                </a:lnTo>
                <a:close/>
              </a:path>
              <a:path w="865504" h="502920">
                <a:moveTo>
                  <a:pt x="108457" y="0"/>
                </a:moveTo>
                <a:lnTo>
                  <a:pt x="63849" y="35893"/>
                </a:lnTo>
                <a:lnTo>
                  <a:pt x="29337" y="92837"/>
                </a:lnTo>
                <a:lnTo>
                  <a:pt x="7334" y="166258"/>
                </a:lnTo>
                <a:lnTo>
                  <a:pt x="1833" y="207297"/>
                </a:lnTo>
                <a:lnTo>
                  <a:pt x="0" y="251206"/>
                </a:lnTo>
                <a:lnTo>
                  <a:pt x="1833" y="294953"/>
                </a:lnTo>
                <a:lnTo>
                  <a:pt x="7334" y="335915"/>
                </a:lnTo>
                <a:lnTo>
                  <a:pt x="16502" y="374114"/>
                </a:lnTo>
                <a:lnTo>
                  <a:pt x="45342" y="440963"/>
                </a:lnTo>
                <a:lnTo>
                  <a:pt x="84879" y="487549"/>
                </a:lnTo>
                <a:lnTo>
                  <a:pt x="108457" y="502793"/>
                </a:lnTo>
                <a:lnTo>
                  <a:pt x="113411" y="490855"/>
                </a:lnTo>
                <a:lnTo>
                  <a:pt x="94503" y="475569"/>
                </a:lnTo>
                <a:lnTo>
                  <a:pt x="77787" y="455628"/>
                </a:lnTo>
                <a:lnTo>
                  <a:pt x="50926" y="401828"/>
                </a:lnTo>
                <a:lnTo>
                  <a:pt x="34067" y="332692"/>
                </a:lnTo>
                <a:lnTo>
                  <a:pt x="29852" y="293582"/>
                </a:lnTo>
                <a:lnTo>
                  <a:pt x="28448" y="251460"/>
                </a:lnTo>
                <a:lnTo>
                  <a:pt x="29854" y="208716"/>
                </a:lnTo>
                <a:lnTo>
                  <a:pt x="34083" y="169259"/>
                </a:lnTo>
                <a:lnTo>
                  <a:pt x="51053" y="100203"/>
                </a:lnTo>
                <a:lnTo>
                  <a:pt x="78041" y="46974"/>
                </a:lnTo>
                <a:lnTo>
                  <a:pt x="113411" y="11937"/>
                </a:lnTo>
                <a:lnTo>
                  <a:pt x="108457" y="0"/>
                </a:lnTo>
                <a:close/>
              </a:path>
            </a:pathLst>
          </a:custGeom>
          <a:solidFill>
            <a:srgbClr val="000000"/>
          </a:solidFill>
        </p:spPr>
        <p:txBody>
          <a:bodyPr wrap="square" lIns="0" tIns="0" rIns="0" bIns="0" rtlCol="0"/>
          <a:lstStyle/>
          <a:p>
            <a:endParaRPr/>
          </a:p>
        </p:txBody>
      </p:sp>
      <p:sp>
        <p:nvSpPr>
          <p:cNvPr id="105" name="object 105">
            <a:extLst>
              <a:ext uri="{FF2B5EF4-FFF2-40B4-BE49-F238E27FC236}">
                <a16:creationId xmlns:a16="http://schemas.microsoft.com/office/drawing/2014/main" id="{F5F268E2-7E48-0E7D-82CB-7CA6C5327F97}"/>
              </a:ext>
            </a:extLst>
          </p:cNvPr>
          <p:cNvSpPr/>
          <p:nvPr/>
        </p:nvSpPr>
        <p:spPr>
          <a:xfrm>
            <a:off x="6602549" y="5295701"/>
            <a:ext cx="71120" cy="12700"/>
          </a:xfrm>
          <a:custGeom>
            <a:avLst/>
            <a:gdLst/>
            <a:ahLst/>
            <a:cxnLst/>
            <a:rect l="l" t="t" r="r" b="b"/>
            <a:pathLst>
              <a:path w="71120" h="12700">
                <a:moveTo>
                  <a:pt x="0" y="12700"/>
                </a:moveTo>
                <a:lnTo>
                  <a:pt x="70865" y="12700"/>
                </a:lnTo>
                <a:lnTo>
                  <a:pt x="70865" y="0"/>
                </a:lnTo>
                <a:lnTo>
                  <a:pt x="0" y="0"/>
                </a:lnTo>
                <a:lnTo>
                  <a:pt x="0" y="12700"/>
                </a:lnTo>
                <a:close/>
              </a:path>
            </a:pathLst>
          </a:custGeom>
          <a:solidFill>
            <a:srgbClr val="000000"/>
          </a:solidFill>
        </p:spPr>
        <p:txBody>
          <a:bodyPr wrap="square" lIns="0" tIns="0" rIns="0" bIns="0" rtlCol="0"/>
          <a:lstStyle/>
          <a:p>
            <a:endParaRPr/>
          </a:p>
        </p:txBody>
      </p:sp>
      <p:sp>
        <p:nvSpPr>
          <p:cNvPr id="106" name="object 106">
            <a:extLst>
              <a:ext uri="{FF2B5EF4-FFF2-40B4-BE49-F238E27FC236}">
                <a16:creationId xmlns:a16="http://schemas.microsoft.com/office/drawing/2014/main" id="{26D9FF42-8D1E-CFBD-7669-403011D4BB75}"/>
              </a:ext>
            </a:extLst>
          </p:cNvPr>
          <p:cNvSpPr/>
          <p:nvPr/>
        </p:nvSpPr>
        <p:spPr>
          <a:xfrm>
            <a:off x="6659635" y="4821992"/>
            <a:ext cx="0" cy="473709"/>
          </a:xfrm>
          <a:custGeom>
            <a:avLst/>
            <a:gdLst/>
            <a:ahLst/>
            <a:cxnLst/>
            <a:rect l="l" t="t" r="r" b="b"/>
            <a:pathLst>
              <a:path h="473710">
                <a:moveTo>
                  <a:pt x="0" y="0"/>
                </a:moveTo>
                <a:lnTo>
                  <a:pt x="0" y="473709"/>
                </a:lnTo>
              </a:path>
            </a:pathLst>
          </a:custGeom>
          <a:ln w="27559">
            <a:solidFill>
              <a:srgbClr val="000000"/>
            </a:solidFill>
          </a:ln>
        </p:spPr>
        <p:txBody>
          <a:bodyPr wrap="square" lIns="0" tIns="0" rIns="0" bIns="0" rtlCol="0"/>
          <a:lstStyle/>
          <a:p>
            <a:endParaRPr/>
          </a:p>
        </p:txBody>
      </p:sp>
      <p:sp>
        <p:nvSpPr>
          <p:cNvPr id="107" name="object 107">
            <a:extLst>
              <a:ext uri="{FF2B5EF4-FFF2-40B4-BE49-F238E27FC236}">
                <a16:creationId xmlns:a16="http://schemas.microsoft.com/office/drawing/2014/main" id="{B6AC354F-EFDA-CD44-A2AF-0C3FDB433C6A}"/>
              </a:ext>
            </a:extLst>
          </p:cNvPr>
          <p:cNvSpPr/>
          <p:nvPr/>
        </p:nvSpPr>
        <p:spPr>
          <a:xfrm>
            <a:off x="6602549" y="4809292"/>
            <a:ext cx="71120" cy="12700"/>
          </a:xfrm>
          <a:custGeom>
            <a:avLst/>
            <a:gdLst/>
            <a:ahLst/>
            <a:cxnLst/>
            <a:rect l="l" t="t" r="r" b="b"/>
            <a:pathLst>
              <a:path w="71120" h="12700">
                <a:moveTo>
                  <a:pt x="0" y="12699"/>
                </a:moveTo>
                <a:lnTo>
                  <a:pt x="70865" y="12699"/>
                </a:lnTo>
                <a:lnTo>
                  <a:pt x="70865" y="0"/>
                </a:lnTo>
                <a:lnTo>
                  <a:pt x="0" y="0"/>
                </a:lnTo>
                <a:lnTo>
                  <a:pt x="0" y="12699"/>
                </a:lnTo>
                <a:close/>
              </a:path>
            </a:pathLst>
          </a:custGeom>
          <a:solidFill>
            <a:srgbClr val="000000"/>
          </a:solidFill>
        </p:spPr>
        <p:txBody>
          <a:bodyPr wrap="square" lIns="0" tIns="0" rIns="0" bIns="0" rtlCol="0"/>
          <a:lstStyle/>
          <a:p>
            <a:endParaRPr/>
          </a:p>
        </p:txBody>
      </p:sp>
      <p:sp>
        <p:nvSpPr>
          <p:cNvPr id="108" name="object 108">
            <a:extLst>
              <a:ext uri="{FF2B5EF4-FFF2-40B4-BE49-F238E27FC236}">
                <a16:creationId xmlns:a16="http://schemas.microsoft.com/office/drawing/2014/main" id="{1BA2302D-EF88-BD46-B8B5-AB92C012F166}"/>
              </a:ext>
            </a:extLst>
          </p:cNvPr>
          <p:cNvSpPr/>
          <p:nvPr/>
        </p:nvSpPr>
        <p:spPr>
          <a:xfrm>
            <a:off x="6122234" y="5295701"/>
            <a:ext cx="71120" cy="12700"/>
          </a:xfrm>
          <a:custGeom>
            <a:avLst/>
            <a:gdLst/>
            <a:ahLst/>
            <a:cxnLst/>
            <a:rect l="l" t="t" r="r" b="b"/>
            <a:pathLst>
              <a:path w="71120" h="12700">
                <a:moveTo>
                  <a:pt x="0" y="12700"/>
                </a:moveTo>
                <a:lnTo>
                  <a:pt x="70739" y="12700"/>
                </a:lnTo>
                <a:lnTo>
                  <a:pt x="70739" y="0"/>
                </a:lnTo>
                <a:lnTo>
                  <a:pt x="0" y="0"/>
                </a:lnTo>
                <a:lnTo>
                  <a:pt x="0" y="12700"/>
                </a:lnTo>
                <a:close/>
              </a:path>
            </a:pathLst>
          </a:custGeom>
          <a:solidFill>
            <a:srgbClr val="000000"/>
          </a:solidFill>
        </p:spPr>
        <p:txBody>
          <a:bodyPr wrap="square" lIns="0" tIns="0" rIns="0" bIns="0" rtlCol="0"/>
          <a:lstStyle/>
          <a:p>
            <a:endParaRPr/>
          </a:p>
        </p:txBody>
      </p:sp>
      <p:sp>
        <p:nvSpPr>
          <p:cNvPr id="109" name="object 109">
            <a:extLst>
              <a:ext uri="{FF2B5EF4-FFF2-40B4-BE49-F238E27FC236}">
                <a16:creationId xmlns:a16="http://schemas.microsoft.com/office/drawing/2014/main" id="{015C7F1E-11FA-DDD7-263E-B80A097CD4C5}"/>
              </a:ext>
            </a:extLst>
          </p:cNvPr>
          <p:cNvSpPr/>
          <p:nvPr/>
        </p:nvSpPr>
        <p:spPr>
          <a:xfrm>
            <a:off x="6135950" y="4821992"/>
            <a:ext cx="0" cy="473709"/>
          </a:xfrm>
          <a:custGeom>
            <a:avLst/>
            <a:gdLst/>
            <a:ahLst/>
            <a:cxnLst/>
            <a:rect l="l" t="t" r="r" b="b"/>
            <a:pathLst>
              <a:path h="473710">
                <a:moveTo>
                  <a:pt x="0" y="0"/>
                </a:moveTo>
                <a:lnTo>
                  <a:pt x="0" y="473709"/>
                </a:lnTo>
              </a:path>
            </a:pathLst>
          </a:custGeom>
          <a:ln w="27432">
            <a:solidFill>
              <a:srgbClr val="000000"/>
            </a:solidFill>
          </a:ln>
        </p:spPr>
        <p:txBody>
          <a:bodyPr wrap="square" lIns="0" tIns="0" rIns="0" bIns="0" rtlCol="0"/>
          <a:lstStyle/>
          <a:p>
            <a:endParaRPr/>
          </a:p>
        </p:txBody>
      </p:sp>
      <p:sp>
        <p:nvSpPr>
          <p:cNvPr id="110" name="object 110">
            <a:extLst>
              <a:ext uri="{FF2B5EF4-FFF2-40B4-BE49-F238E27FC236}">
                <a16:creationId xmlns:a16="http://schemas.microsoft.com/office/drawing/2014/main" id="{D4FCB26C-A4C4-7FB8-57E9-F6D596FC9EDA}"/>
              </a:ext>
            </a:extLst>
          </p:cNvPr>
          <p:cNvSpPr/>
          <p:nvPr/>
        </p:nvSpPr>
        <p:spPr>
          <a:xfrm>
            <a:off x="6122234" y="4809292"/>
            <a:ext cx="71120" cy="12700"/>
          </a:xfrm>
          <a:custGeom>
            <a:avLst/>
            <a:gdLst/>
            <a:ahLst/>
            <a:cxnLst/>
            <a:rect l="l" t="t" r="r" b="b"/>
            <a:pathLst>
              <a:path w="71120" h="12700">
                <a:moveTo>
                  <a:pt x="0" y="12699"/>
                </a:moveTo>
                <a:lnTo>
                  <a:pt x="70739" y="12699"/>
                </a:lnTo>
                <a:lnTo>
                  <a:pt x="70739" y="0"/>
                </a:lnTo>
                <a:lnTo>
                  <a:pt x="0" y="0"/>
                </a:lnTo>
                <a:lnTo>
                  <a:pt x="0" y="12699"/>
                </a:lnTo>
                <a:close/>
              </a:path>
            </a:pathLst>
          </a:custGeom>
          <a:solidFill>
            <a:srgbClr val="000000"/>
          </a:solidFill>
        </p:spPr>
        <p:txBody>
          <a:bodyPr wrap="square" lIns="0" tIns="0" rIns="0" bIns="0" rtlCol="0"/>
          <a:lstStyle/>
          <a:p>
            <a:endParaRPr/>
          </a:p>
        </p:txBody>
      </p:sp>
      <p:sp>
        <p:nvSpPr>
          <p:cNvPr id="111" name="object 111">
            <a:extLst>
              <a:ext uri="{FF2B5EF4-FFF2-40B4-BE49-F238E27FC236}">
                <a16:creationId xmlns:a16="http://schemas.microsoft.com/office/drawing/2014/main" id="{F5395D49-0FB7-6D80-701E-03A886DC4FD0}"/>
              </a:ext>
            </a:extLst>
          </p:cNvPr>
          <p:cNvSpPr txBox="1"/>
          <p:nvPr/>
        </p:nvSpPr>
        <p:spPr>
          <a:xfrm>
            <a:off x="6187894" y="4666543"/>
            <a:ext cx="421640" cy="749935"/>
          </a:xfrm>
          <a:prstGeom prst="rect">
            <a:avLst/>
          </a:prstGeom>
        </p:spPr>
        <p:txBody>
          <a:bodyPr vert="horz" wrap="square" lIns="0" tIns="12700" rIns="0" bIns="0" rtlCol="0">
            <a:spAutoFit/>
          </a:bodyPr>
          <a:lstStyle/>
          <a:p>
            <a:pPr marL="1270" algn="ctr">
              <a:lnSpc>
                <a:spcPts val="2850"/>
              </a:lnSpc>
              <a:spcBef>
                <a:spcPts val="100"/>
              </a:spcBef>
            </a:pPr>
            <a:r>
              <a:rPr sz="2400" dirty="0">
                <a:latin typeface="Cambria Math"/>
                <a:cs typeface="Cambria Math"/>
              </a:rPr>
              <a:t>1</a:t>
            </a:r>
            <a:endParaRPr sz="2400">
              <a:latin typeface="Cambria Math"/>
              <a:cs typeface="Cambria Math"/>
            </a:endParaRPr>
          </a:p>
          <a:p>
            <a:pPr algn="ctr">
              <a:lnSpc>
                <a:spcPts val="2850"/>
              </a:lnSpc>
            </a:pPr>
            <a:r>
              <a:rPr sz="2400" spc="-10" dirty="0">
                <a:latin typeface="Cambria Math"/>
                <a:cs typeface="Cambria Math"/>
              </a:rPr>
              <a:t>−</a:t>
            </a:r>
            <a:r>
              <a:rPr sz="2400" dirty="0">
                <a:latin typeface="Cambria Math"/>
                <a:cs typeface="Cambria Math"/>
              </a:rPr>
              <a:t>1</a:t>
            </a:r>
            <a:endParaRPr sz="2400">
              <a:latin typeface="Cambria Math"/>
              <a:cs typeface="Cambria Math"/>
            </a:endParaRPr>
          </a:p>
        </p:txBody>
      </p:sp>
      <p:sp>
        <p:nvSpPr>
          <p:cNvPr id="112" name="object 112">
            <a:extLst>
              <a:ext uri="{FF2B5EF4-FFF2-40B4-BE49-F238E27FC236}">
                <a16:creationId xmlns:a16="http://schemas.microsoft.com/office/drawing/2014/main" id="{E09F9E68-5655-5A15-9C62-E90839C47902}"/>
              </a:ext>
            </a:extLst>
          </p:cNvPr>
          <p:cNvSpPr txBox="1"/>
          <p:nvPr/>
        </p:nvSpPr>
        <p:spPr>
          <a:xfrm>
            <a:off x="6928557" y="4829612"/>
            <a:ext cx="25336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Math"/>
                <a:cs typeface="Cambria Math"/>
              </a:rPr>
              <a:t>=</a:t>
            </a:r>
            <a:endParaRPr sz="2400">
              <a:latin typeface="Cambria Math"/>
              <a:cs typeface="Cambria Math"/>
            </a:endParaRPr>
          </a:p>
        </p:txBody>
      </p:sp>
      <p:sp>
        <p:nvSpPr>
          <p:cNvPr id="113" name="object 113">
            <a:extLst>
              <a:ext uri="{FF2B5EF4-FFF2-40B4-BE49-F238E27FC236}">
                <a16:creationId xmlns:a16="http://schemas.microsoft.com/office/drawing/2014/main" id="{3C7648AD-D078-E4B3-E0AF-8EAF72E09A18}"/>
              </a:ext>
            </a:extLst>
          </p:cNvPr>
          <p:cNvSpPr/>
          <p:nvPr/>
        </p:nvSpPr>
        <p:spPr>
          <a:xfrm>
            <a:off x="7939096" y="5295701"/>
            <a:ext cx="71120" cy="12700"/>
          </a:xfrm>
          <a:custGeom>
            <a:avLst/>
            <a:gdLst/>
            <a:ahLst/>
            <a:cxnLst/>
            <a:rect l="l" t="t" r="r" b="b"/>
            <a:pathLst>
              <a:path w="71120" h="12700">
                <a:moveTo>
                  <a:pt x="0" y="12700"/>
                </a:moveTo>
                <a:lnTo>
                  <a:pt x="70866" y="12700"/>
                </a:lnTo>
                <a:lnTo>
                  <a:pt x="70866" y="0"/>
                </a:lnTo>
                <a:lnTo>
                  <a:pt x="0" y="0"/>
                </a:lnTo>
                <a:lnTo>
                  <a:pt x="0" y="12700"/>
                </a:lnTo>
                <a:close/>
              </a:path>
            </a:pathLst>
          </a:custGeom>
          <a:solidFill>
            <a:srgbClr val="000000"/>
          </a:solidFill>
        </p:spPr>
        <p:txBody>
          <a:bodyPr wrap="square" lIns="0" tIns="0" rIns="0" bIns="0" rtlCol="0"/>
          <a:lstStyle/>
          <a:p>
            <a:endParaRPr/>
          </a:p>
        </p:txBody>
      </p:sp>
      <p:sp>
        <p:nvSpPr>
          <p:cNvPr id="114" name="object 114">
            <a:extLst>
              <a:ext uri="{FF2B5EF4-FFF2-40B4-BE49-F238E27FC236}">
                <a16:creationId xmlns:a16="http://schemas.microsoft.com/office/drawing/2014/main" id="{8EB599AB-FBA7-4B6F-1826-B6F04F501813}"/>
              </a:ext>
            </a:extLst>
          </p:cNvPr>
          <p:cNvSpPr/>
          <p:nvPr/>
        </p:nvSpPr>
        <p:spPr>
          <a:xfrm>
            <a:off x="7996183" y="4821992"/>
            <a:ext cx="0" cy="473709"/>
          </a:xfrm>
          <a:custGeom>
            <a:avLst/>
            <a:gdLst/>
            <a:ahLst/>
            <a:cxnLst/>
            <a:rect l="l" t="t" r="r" b="b"/>
            <a:pathLst>
              <a:path h="473710">
                <a:moveTo>
                  <a:pt x="0" y="0"/>
                </a:moveTo>
                <a:lnTo>
                  <a:pt x="0" y="473709"/>
                </a:lnTo>
              </a:path>
            </a:pathLst>
          </a:custGeom>
          <a:ln w="27559">
            <a:solidFill>
              <a:srgbClr val="000000"/>
            </a:solidFill>
          </a:ln>
        </p:spPr>
        <p:txBody>
          <a:bodyPr wrap="square" lIns="0" tIns="0" rIns="0" bIns="0" rtlCol="0"/>
          <a:lstStyle/>
          <a:p>
            <a:endParaRPr/>
          </a:p>
        </p:txBody>
      </p:sp>
      <p:sp>
        <p:nvSpPr>
          <p:cNvPr id="115" name="object 115">
            <a:extLst>
              <a:ext uri="{FF2B5EF4-FFF2-40B4-BE49-F238E27FC236}">
                <a16:creationId xmlns:a16="http://schemas.microsoft.com/office/drawing/2014/main" id="{5A0616EE-E665-85F6-69B3-8A4328813FCF}"/>
              </a:ext>
            </a:extLst>
          </p:cNvPr>
          <p:cNvSpPr/>
          <p:nvPr/>
        </p:nvSpPr>
        <p:spPr>
          <a:xfrm>
            <a:off x="7939096" y="4809292"/>
            <a:ext cx="71120" cy="12700"/>
          </a:xfrm>
          <a:custGeom>
            <a:avLst/>
            <a:gdLst/>
            <a:ahLst/>
            <a:cxnLst/>
            <a:rect l="l" t="t" r="r" b="b"/>
            <a:pathLst>
              <a:path w="71120" h="12700">
                <a:moveTo>
                  <a:pt x="0" y="12699"/>
                </a:moveTo>
                <a:lnTo>
                  <a:pt x="70866" y="12699"/>
                </a:lnTo>
                <a:lnTo>
                  <a:pt x="70866" y="0"/>
                </a:lnTo>
                <a:lnTo>
                  <a:pt x="0" y="0"/>
                </a:lnTo>
                <a:lnTo>
                  <a:pt x="0" y="12699"/>
                </a:lnTo>
                <a:close/>
              </a:path>
            </a:pathLst>
          </a:custGeom>
          <a:solidFill>
            <a:srgbClr val="000000"/>
          </a:solidFill>
        </p:spPr>
        <p:txBody>
          <a:bodyPr wrap="square" lIns="0" tIns="0" rIns="0" bIns="0" rtlCol="0"/>
          <a:lstStyle/>
          <a:p>
            <a:endParaRPr/>
          </a:p>
        </p:txBody>
      </p:sp>
      <p:sp>
        <p:nvSpPr>
          <p:cNvPr id="116" name="object 116">
            <a:extLst>
              <a:ext uri="{FF2B5EF4-FFF2-40B4-BE49-F238E27FC236}">
                <a16:creationId xmlns:a16="http://schemas.microsoft.com/office/drawing/2014/main" id="{B13DE1CD-AC23-EF47-D827-3AE6920C8873}"/>
              </a:ext>
            </a:extLst>
          </p:cNvPr>
          <p:cNvSpPr/>
          <p:nvPr/>
        </p:nvSpPr>
        <p:spPr>
          <a:xfrm>
            <a:off x="7286570" y="5295701"/>
            <a:ext cx="71120" cy="12700"/>
          </a:xfrm>
          <a:custGeom>
            <a:avLst/>
            <a:gdLst/>
            <a:ahLst/>
            <a:cxnLst/>
            <a:rect l="l" t="t" r="r" b="b"/>
            <a:pathLst>
              <a:path w="71120" h="12700">
                <a:moveTo>
                  <a:pt x="0" y="12700"/>
                </a:moveTo>
                <a:lnTo>
                  <a:pt x="70738" y="12700"/>
                </a:lnTo>
                <a:lnTo>
                  <a:pt x="70738" y="0"/>
                </a:lnTo>
                <a:lnTo>
                  <a:pt x="0" y="0"/>
                </a:lnTo>
                <a:lnTo>
                  <a:pt x="0" y="12700"/>
                </a:lnTo>
                <a:close/>
              </a:path>
            </a:pathLst>
          </a:custGeom>
          <a:solidFill>
            <a:srgbClr val="000000"/>
          </a:solidFill>
        </p:spPr>
        <p:txBody>
          <a:bodyPr wrap="square" lIns="0" tIns="0" rIns="0" bIns="0" rtlCol="0"/>
          <a:lstStyle/>
          <a:p>
            <a:endParaRPr/>
          </a:p>
        </p:txBody>
      </p:sp>
      <p:sp>
        <p:nvSpPr>
          <p:cNvPr id="117" name="object 117">
            <a:extLst>
              <a:ext uri="{FF2B5EF4-FFF2-40B4-BE49-F238E27FC236}">
                <a16:creationId xmlns:a16="http://schemas.microsoft.com/office/drawing/2014/main" id="{A1B0D287-D36E-8283-08AD-021A852ACFF8}"/>
              </a:ext>
            </a:extLst>
          </p:cNvPr>
          <p:cNvSpPr/>
          <p:nvPr/>
        </p:nvSpPr>
        <p:spPr>
          <a:xfrm>
            <a:off x="7300287" y="4821992"/>
            <a:ext cx="0" cy="473709"/>
          </a:xfrm>
          <a:custGeom>
            <a:avLst/>
            <a:gdLst/>
            <a:ahLst/>
            <a:cxnLst/>
            <a:rect l="l" t="t" r="r" b="b"/>
            <a:pathLst>
              <a:path h="473710">
                <a:moveTo>
                  <a:pt x="0" y="0"/>
                </a:moveTo>
                <a:lnTo>
                  <a:pt x="0" y="473709"/>
                </a:lnTo>
              </a:path>
            </a:pathLst>
          </a:custGeom>
          <a:ln w="27432">
            <a:solidFill>
              <a:srgbClr val="000000"/>
            </a:solidFill>
          </a:ln>
        </p:spPr>
        <p:txBody>
          <a:bodyPr wrap="square" lIns="0" tIns="0" rIns="0" bIns="0" rtlCol="0"/>
          <a:lstStyle/>
          <a:p>
            <a:endParaRPr/>
          </a:p>
        </p:txBody>
      </p:sp>
      <p:sp>
        <p:nvSpPr>
          <p:cNvPr id="118" name="object 118">
            <a:extLst>
              <a:ext uri="{FF2B5EF4-FFF2-40B4-BE49-F238E27FC236}">
                <a16:creationId xmlns:a16="http://schemas.microsoft.com/office/drawing/2014/main" id="{45873E12-F6DF-D98C-5DEE-E137A3A07DC4}"/>
              </a:ext>
            </a:extLst>
          </p:cNvPr>
          <p:cNvSpPr/>
          <p:nvPr/>
        </p:nvSpPr>
        <p:spPr>
          <a:xfrm>
            <a:off x="7286570" y="4809292"/>
            <a:ext cx="71120" cy="12700"/>
          </a:xfrm>
          <a:custGeom>
            <a:avLst/>
            <a:gdLst/>
            <a:ahLst/>
            <a:cxnLst/>
            <a:rect l="l" t="t" r="r" b="b"/>
            <a:pathLst>
              <a:path w="71120" h="12700">
                <a:moveTo>
                  <a:pt x="0" y="12699"/>
                </a:moveTo>
                <a:lnTo>
                  <a:pt x="70738" y="12699"/>
                </a:lnTo>
                <a:lnTo>
                  <a:pt x="70738" y="0"/>
                </a:lnTo>
                <a:lnTo>
                  <a:pt x="0" y="0"/>
                </a:lnTo>
                <a:lnTo>
                  <a:pt x="0" y="12699"/>
                </a:lnTo>
                <a:close/>
              </a:path>
            </a:pathLst>
          </a:custGeom>
          <a:solidFill>
            <a:srgbClr val="000000"/>
          </a:solidFill>
        </p:spPr>
        <p:txBody>
          <a:bodyPr wrap="square" lIns="0" tIns="0" rIns="0" bIns="0" rtlCol="0"/>
          <a:lstStyle/>
          <a:p>
            <a:endParaRPr/>
          </a:p>
        </p:txBody>
      </p:sp>
      <p:sp>
        <p:nvSpPr>
          <p:cNvPr id="119" name="object 119">
            <a:extLst>
              <a:ext uri="{FF2B5EF4-FFF2-40B4-BE49-F238E27FC236}">
                <a16:creationId xmlns:a16="http://schemas.microsoft.com/office/drawing/2014/main" id="{11405C8F-500E-B0AB-E948-8FF0D3D2E098}"/>
              </a:ext>
            </a:extLst>
          </p:cNvPr>
          <p:cNvSpPr txBox="1"/>
          <p:nvPr/>
        </p:nvSpPr>
        <p:spPr>
          <a:xfrm>
            <a:off x="7352230" y="4665019"/>
            <a:ext cx="592455" cy="749935"/>
          </a:xfrm>
          <a:prstGeom prst="rect">
            <a:avLst/>
          </a:prstGeom>
        </p:spPr>
        <p:txBody>
          <a:bodyPr vert="horz" wrap="square" lIns="0" tIns="12700" rIns="0" bIns="0" rtlCol="0">
            <a:spAutoFit/>
          </a:bodyPr>
          <a:lstStyle/>
          <a:p>
            <a:pPr marL="12700">
              <a:lnSpc>
                <a:spcPts val="2850"/>
              </a:lnSpc>
              <a:spcBef>
                <a:spcPts val="100"/>
              </a:spcBef>
            </a:pPr>
            <a:r>
              <a:rPr sz="2400" dirty="0">
                <a:latin typeface="Cambria Math"/>
                <a:cs typeface="Cambria Math"/>
              </a:rPr>
              <a:t>0</a:t>
            </a:r>
            <a:r>
              <a:rPr sz="2400" spc="-5" dirty="0">
                <a:latin typeface="Cambria Math"/>
                <a:cs typeface="Cambria Math"/>
              </a:rPr>
              <a:t>.</a:t>
            </a:r>
            <a:r>
              <a:rPr sz="2400" spc="-10" dirty="0">
                <a:latin typeface="Cambria Math"/>
                <a:cs typeface="Cambria Math"/>
              </a:rPr>
              <a:t>62</a:t>
            </a:r>
            <a:endParaRPr sz="2400">
              <a:latin typeface="Cambria Math"/>
              <a:cs typeface="Cambria Math"/>
            </a:endParaRPr>
          </a:p>
          <a:p>
            <a:pPr marL="12700">
              <a:lnSpc>
                <a:spcPts val="2850"/>
              </a:lnSpc>
            </a:pPr>
            <a:r>
              <a:rPr sz="2400" dirty="0">
                <a:latin typeface="Cambria Math"/>
                <a:cs typeface="Cambria Math"/>
              </a:rPr>
              <a:t>0</a:t>
            </a:r>
            <a:r>
              <a:rPr sz="2400" spc="-5" dirty="0">
                <a:latin typeface="Cambria Math"/>
                <a:cs typeface="Cambria Math"/>
              </a:rPr>
              <a:t>.</a:t>
            </a:r>
            <a:r>
              <a:rPr sz="2400" spc="-15" dirty="0">
                <a:latin typeface="Cambria Math"/>
                <a:cs typeface="Cambria Math"/>
              </a:rPr>
              <a:t>83</a:t>
            </a:r>
            <a:endParaRPr sz="2400">
              <a:latin typeface="Cambria Math"/>
              <a:cs typeface="Cambria Math"/>
            </a:endParaRPr>
          </a:p>
        </p:txBody>
      </p:sp>
      <p:sp>
        <p:nvSpPr>
          <p:cNvPr id="120" name="object 120">
            <a:extLst>
              <a:ext uri="{FF2B5EF4-FFF2-40B4-BE49-F238E27FC236}">
                <a16:creationId xmlns:a16="http://schemas.microsoft.com/office/drawing/2014/main" id="{7169D4F9-0684-26BE-F32D-C7CA226BD510}"/>
              </a:ext>
            </a:extLst>
          </p:cNvPr>
          <p:cNvSpPr/>
          <p:nvPr/>
        </p:nvSpPr>
        <p:spPr>
          <a:xfrm>
            <a:off x="2402912" y="1739319"/>
            <a:ext cx="342900" cy="342900"/>
          </a:xfrm>
          <a:prstGeom prst="rect">
            <a:avLst/>
          </a:prstGeom>
          <a:blipFill>
            <a:blip r:embed="rId21" cstate="print"/>
            <a:stretch>
              <a:fillRect/>
            </a:stretch>
          </a:blipFill>
        </p:spPr>
        <p:txBody>
          <a:bodyPr wrap="square" lIns="0" tIns="0" rIns="0" bIns="0" rtlCol="0"/>
          <a:lstStyle/>
          <a:p>
            <a:endParaRPr/>
          </a:p>
        </p:txBody>
      </p:sp>
      <p:sp>
        <p:nvSpPr>
          <p:cNvPr id="121" name="object 121">
            <a:extLst>
              <a:ext uri="{FF2B5EF4-FFF2-40B4-BE49-F238E27FC236}">
                <a16:creationId xmlns:a16="http://schemas.microsoft.com/office/drawing/2014/main" id="{F137BFE9-7C27-9CBD-2C19-41FFF6FBB25A}"/>
              </a:ext>
            </a:extLst>
          </p:cNvPr>
          <p:cNvSpPr/>
          <p:nvPr/>
        </p:nvSpPr>
        <p:spPr>
          <a:xfrm>
            <a:off x="2402912" y="1739319"/>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22" name="object 122">
            <a:extLst>
              <a:ext uri="{FF2B5EF4-FFF2-40B4-BE49-F238E27FC236}">
                <a16:creationId xmlns:a16="http://schemas.microsoft.com/office/drawing/2014/main" id="{26BE7C4F-5EDD-A29A-09FB-F34AF9882D1D}"/>
              </a:ext>
            </a:extLst>
          </p:cNvPr>
          <p:cNvSpPr/>
          <p:nvPr/>
        </p:nvSpPr>
        <p:spPr>
          <a:xfrm>
            <a:off x="2372433" y="3380667"/>
            <a:ext cx="342900" cy="342900"/>
          </a:xfrm>
          <a:prstGeom prst="rect">
            <a:avLst/>
          </a:prstGeom>
          <a:blipFill>
            <a:blip r:embed="rId22" cstate="print"/>
            <a:stretch>
              <a:fillRect/>
            </a:stretch>
          </a:blipFill>
        </p:spPr>
        <p:txBody>
          <a:bodyPr wrap="square" lIns="0" tIns="0" rIns="0" bIns="0" rtlCol="0"/>
          <a:lstStyle/>
          <a:p>
            <a:endParaRPr/>
          </a:p>
        </p:txBody>
      </p:sp>
      <p:sp>
        <p:nvSpPr>
          <p:cNvPr id="123" name="object 123">
            <a:extLst>
              <a:ext uri="{FF2B5EF4-FFF2-40B4-BE49-F238E27FC236}">
                <a16:creationId xmlns:a16="http://schemas.microsoft.com/office/drawing/2014/main" id="{91A76452-82AE-A876-7FB3-82E269AD9273}"/>
              </a:ext>
            </a:extLst>
          </p:cNvPr>
          <p:cNvSpPr/>
          <p:nvPr/>
        </p:nvSpPr>
        <p:spPr>
          <a:xfrm>
            <a:off x="2372433" y="3380667"/>
            <a:ext cx="342900" cy="342900"/>
          </a:xfrm>
          <a:custGeom>
            <a:avLst/>
            <a:gdLst/>
            <a:ahLst/>
            <a:cxnLst/>
            <a:rect l="l" t="t" r="r" b="b"/>
            <a:pathLst>
              <a:path w="342900" h="342900">
                <a:moveTo>
                  <a:pt x="0" y="342899"/>
                </a:moveTo>
                <a:lnTo>
                  <a:pt x="342900" y="342899"/>
                </a:lnTo>
                <a:lnTo>
                  <a:pt x="342900" y="0"/>
                </a:lnTo>
                <a:lnTo>
                  <a:pt x="0" y="0"/>
                </a:lnTo>
                <a:lnTo>
                  <a:pt x="0" y="342899"/>
                </a:lnTo>
                <a:close/>
              </a:path>
            </a:pathLst>
          </a:custGeom>
          <a:ln w="6096">
            <a:solidFill>
              <a:srgbClr val="FFC000"/>
            </a:solidFill>
          </a:ln>
        </p:spPr>
        <p:txBody>
          <a:bodyPr wrap="square" lIns="0" tIns="0" rIns="0" bIns="0" rtlCol="0"/>
          <a:lstStyle/>
          <a:p>
            <a:endParaRPr/>
          </a:p>
        </p:txBody>
      </p:sp>
      <p:sp>
        <p:nvSpPr>
          <p:cNvPr id="124" name="object 124">
            <a:extLst>
              <a:ext uri="{FF2B5EF4-FFF2-40B4-BE49-F238E27FC236}">
                <a16:creationId xmlns:a16="http://schemas.microsoft.com/office/drawing/2014/main" id="{08C58951-5784-B2E8-9254-E800F43A41FD}"/>
              </a:ext>
            </a:extLst>
          </p:cNvPr>
          <p:cNvSpPr txBox="1"/>
          <p:nvPr/>
        </p:nvSpPr>
        <p:spPr>
          <a:xfrm>
            <a:off x="2496588" y="1739447"/>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FF"/>
                </a:solidFill>
                <a:latin typeface="Calibri"/>
                <a:cs typeface="Calibri"/>
              </a:rPr>
              <a:t>0</a:t>
            </a:r>
            <a:endParaRPr sz="2400">
              <a:latin typeface="Calibri"/>
              <a:cs typeface="Calibri"/>
            </a:endParaRPr>
          </a:p>
        </p:txBody>
      </p:sp>
      <p:sp>
        <p:nvSpPr>
          <p:cNvPr id="125" name="object 125">
            <a:extLst>
              <a:ext uri="{FF2B5EF4-FFF2-40B4-BE49-F238E27FC236}">
                <a16:creationId xmlns:a16="http://schemas.microsoft.com/office/drawing/2014/main" id="{07891593-C0C6-7F43-DBBD-1B73DA341B85}"/>
              </a:ext>
            </a:extLst>
          </p:cNvPr>
          <p:cNvSpPr txBox="1"/>
          <p:nvPr/>
        </p:nvSpPr>
        <p:spPr>
          <a:xfrm>
            <a:off x="2463974" y="3339266"/>
            <a:ext cx="1803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FF"/>
                </a:solidFill>
                <a:latin typeface="Calibri"/>
                <a:cs typeface="Calibri"/>
              </a:rPr>
              <a:t>0</a:t>
            </a:r>
            <a:endParaRPr sz="2400">
              <a:latin typeface="Calibri"/>
              <a:cs typeface="Calibri"/>
            </a:endParaRPr>
          </a:p>
        </p:txBody>
      </p:sp>
      <p:sp>
        <p:nvSpPr>
          <p:cNvPr id="126" name="object 126">
            <a:extLst>
              <a:ext uri="{FF2B5EF4-FFF2-40B4-BE49-F238E27FC236}">
                <a16:creationId xmlns:a16="http://schemas.microsoft.com/office/drawing/2014/main" id="{B3A66765-FA5F-C98E-2678-077590BE9E36}"/>
              </a:ext>
            </a:extLst>
          </p:cNvPr>
          <p:cNvSpPr txBox="1"/>
          <p:nvPr/>
        </p:nvSpPr>
        <p:spPr>
          <a:xfrm>
            <a:off x="2085565" y="4639619"/>
            <a:ext cx="3345815" cy="796925"/>
          </a:xfrm>
          <a:prstGeom prst="rect">
            <a:avLst/>
          </a:prstGeom>
        </p:spPr>
        <p:txBody>
          <a:bodyPr vert="horz" wrap="square" lIns="0" tIns="32384" rIns="0" bIns="0" rtlCol="0">
            <a:spAutoFit/>
          </a:bodyPr>
          <a:lstStyle/>
          <a:p>
            <a:pPr marL="24130">
              <a:lnSpc>
                <a:spcPct val="100000"/>
              </a:lnSpc>
              <a:spcBef>
                <a:spcPts val="254"/>
              </a:spcBef>
            </a:pPr>
            <a:r>
              <a:rPr lang="zh-CN" altLang="en-US" sz="2400" spc="-5" dirty="0">
                <a:latin typeface="Calibri"/>
                <a:cs typeface="Calibri"/>
              </a:rPr>
              <a:t>这是一个函数</a:t>
            </a:r>
            <a:r>
              <a:rPr sz="2400" spc="-5" dirty="0">
                <a:latin typeface="Calibri"/>
                <a:cs typeface="Calibri"/>
              </a:rPr>
              <a:t>.</a:t>
            </a:r>
            <a:endParaRPr sz="2400" dirty="0">
              <a:latin typeface="Calibri"/>
              <a:cs typeface="Calibri"/>
            </a:endParaRPr>
          </a:p>
          <a:p>
            <a:pPr marL="12700">
              <a:lnSpc>
                <a:spcPct val="100000"/>
              </a:lnSpc>
              <a:spcBef>
                <a:spcPts val="155"/>
              </a:spcBef>
            </a:pPr>
            <a:r>
              <a:rPr lang="zh-CN" altLang="en-US" sz="2400" dirty="0">
                <a:latin typeface="Calibri"/>
                <a:cs typeface="Calibri"/>
              </a:rPr>
              <a:t>输入向量</a:t>
            </a:r>
            <a:r>
              <a:rPr sz="2400" spc="-40" dirty="0">
                <a:latin typeface="Calibri"/>
                <a:cs typeface="Calibri"/>
              </a:rPr>
              <a:t>, </a:t>
            </a:r>
            <a:r>
              <a:rPr lang="zh-CN" altLang="en-US" sz="2400" spc="-5" dirty="0">
                <a:latin typeface="Calibri"/>
                <a:cs typeface="Calibri"/>
              </a:rPr>
              <a:t>输出向量</a:t>
            </a:r>
            <a:endParaRPr sz="2400" dirty="0">
              <a:latin typeface="Calibri"/>
              <a:cs typeface="Calibri"/>
            </a:endParaRPr>
          </a:p>
        </p:txBody>
      </p:sp>
      <p:sp>
        <p:nvSpPr>
          <p:cNvPr id="127" name="object 127">
            <a:extLst>
              <a:ext uri="{FF2B5EF4-FFF2-40B4-BE49-F238E27FC236}">
                <a16:creationId xmlns:a16="http://schemas.microsoft.com/office/drawing/2014/main" id="{CA219530-9005-0FEA-A6E3-B653AC2A9D65}"/>
              </a:ext>
            </a:extLst>
          </p:cNvPr>
          <p:cNvSpPr/>
          <p:nvPr/>
        </p:nvSpPr>
        <p:spPr>
          <a:xfrm>
            <a:off x="3258639" y="6064812"/>
            <a:ext cx="7223759" cy="641604"/>
          </a:xfrm>
          <a:prstGeom prst="rect">
            <a:avLst/>
          </a:prstGeom>
          <a:blipFill>
            <a:blip r:embed="rId23" cstate="print"/>
            <a:stretch>
              <a:fillRect/>
            </a:stretch>
          </a:blipFill>
        </p:spPr>
        <p:txBody>
          <a:bodyPr wrap="square" lIns="0" tIns="0" rIns="0" bIns="0" rtlCol="0"/>
          <a:lstStyle/>
          <a:p>
            <a:endParaRPr/>
          </a:p>
        </p:txBody>
      </p:sp>
      <p:sp>
        <p:nvSpPr>
          <p:cNvPr id="129" name="object 129">
            <a:extLst>
              <a:ext uri="{FF2B5EF4-FFF2-40B4-BE49-F238E27FC236}">
                <a16:creationId xmlns:a16="http://schemas.microsoft.com/office/drawing/2014/main" id="{488C42E2-A73D-520A-C763-67397B65B6C8}"/>
              </a:ext>
            </a:extLst>
          </p:cNvPr>
          <p:cNvSpPr/>
          <p:nvPr/>
        </p:nvSpPr>
        <p:spPr>
          <a:xfrm>
            <a:off x="3318074" y="6104437"/>
            <a:ext cx="7104888" cy="524256"/>
          </a:xfrm>
          <a:prstGeom prst="rect">
            <a:avLst/>
          </a:prstGeom>
          <a:blipFill>
            <a:blip r:embed="rId24" cstate="print"/>
            <a:stretch>
              <a:fillRect/>
            </a:stretch>
          </a:blipFill>
        </p:spPr>
        <p:txBody>
          <a:bodyPr wrap="square" lIns="0" tIns="0" rIns="0" bIns="0" rtlCol="0"/>
          <a:lstStyle/>
          <a:p>
            <a:endParaRPr/>
          </a:p>
        </p:txBody>
      </p:sp>
      <p:sp>
        <p:nvSpPr>
          <p:cNvPr id="130" name="object 130">
            <a:extLst>
              <a:ext uri="{FF2B5EF4-FFF2-40B4-BE49-F238E27FC236}">
                <a16:creationId xmlns:a16="http://schemas.microsoft.com/office/drawing/2014/main" id="{96C18631-A030-201B-B907-5AB404E99764}"/>
              </a:ext>
            </a:extLst>
          </p:cNvPr>
          <p:cNvSpPr txBox="1"/>
          <p:nvPr/>
        </p:nvSpPr>
        <p:spPr>
          <a:xfrm>
            <a:off x="2124783" y="5350914"/>
            <a:ext cx="8298180" cy="1217930"/>
          </a:xfrm>
          <a:prstGeom prst="rect">
            <a:avLst/>
          </a:prstGeom>
        </p:spPr>
        <p:txBody>
          <a:bodyPr vert="horz" wrap="square" lIns="0" tIns="181610" rIns="0" bIns="0" rtlCol="0">
            <a:spAutoFit/>
          </a:bodyPr>
          <a:lstStyle/>
          <a:p>
            <a:pPr marL="291465">
              <a:lnSpc>
                <a:spcPct val="100000"/>
              </a:lnSpc>
              <a:spcBef>
                <a:spcPts val="1430"/>
              </a:spcBef>
            </a:pPr>
            <a:r>
              <a:rPr lang="zh-CN" altLang="en-US" sz="2800" spc="-10" dirty="0">
                <a:solidFill>
                  <a:srgbClr val="FFFFFF"/>
                </a:solidFill>
                <a:latin typeface="Calibri"/>
                <a:cs typeface="Calibri"/>
              </a:rPr>
              <a:t>        给定参数</a:t>
            </a:r>
            <a:r>
              <a:rPr sz="2800" spc="-25" dirty="0">
                <a:solidFill>
                  <a:srgbClr val="FFFFFF"/>
                </a:solidFill>
                <a:latin typeface="Calibri"/>
                <a:cs typeface="Calibri"/>
              </a:rPr>
              <a:t> </a:t>
            </a:r>
            <a:r>
              <a:rPr sz="2800" spc="30" dirty="0">
                <a:solidFill>
                  <a:srgbClr val="FFFFFF"/>
                </a:solidFill>
                <a:latin typeface="Cambria Math"/>
                <a:cs typeface="Cambria Math"/>
              </a:rPr>
              <a:t>𝜃</a:t>
            </a:r>
            <a:r>
              <a:rPr sz="2800" spc="30" dirty="0">
                <a:solidFill>
                  <a:srgbClr val="FFFFFF"/>
                </a:solidFill>
                <a:latin typeface="Calibri"/>
                <a:cs typeface="Calibri"/>
              </a:rPr>
              <a:t>, </a:t>
            </a:r>
            <a:r>
              <a:rPr lang="zh-CN" altLang="en-US" sz="2800" spc="-15" dirty="0">
                <a:solidFill>
                  <a:srgbClr val="FFFFFF"/>
                </a:solidFill>
                <a:latin typeface="Calibri"/>
                <a:cs typeface="Calibri"/>
              </a:rPr>
              <a:t>定义一个函数</a:t>
            </a:r>
            <a:endParaRPr sz="2800" dirty="0">
              <a:latin typeface="Calibri"/>
              <a:cs typeface="Calibri"/>
            </a:endParaRPr>
          </a:p>
          <a:p>
            <a:pPr marL="1406525">
              <a:lnSpc>
                <a:spcPct val="100000"/>
              </a:lnSpc>
              <a:spcBef>
                <a:spcPts val="1335"/>
              </a:spcBef>
            </a:pPr>
            <a:r>
              <a:rPr lang="zh-CN" altLang="en-US" sz="2800" spc="-10" dirty="0">
                <a:solidFill>
                  <a:srgbClr val="FFFFFF"/>
                </a:solidFill>
                <a:latin typeface="Calibri"/>
                <a:cs typeface="Calibri"/>
              </a:rPr>
              <a:t>            给定网络结构，定义一个函数集</a:t>
            </a:r>
            <a:endParaRPr sz="2800" dirty="0">
              <a:latin typeface="Calibri"/>
              <a:cs typeface="Calibri"/>
            </a:endParaRPr>
          </a:p>
        </p:txBody>
      </p:sp>
      <p:sp>
        <p:nvSpPr>
          <p:cNvPr id="138" name="文本框 137">
            <a:extLst>
              <a:ext uri="{FF2B5EF4-FFF2-40B4-BE49-F238E27FC236}">
                <a16:creationId xmlns:a16="http://schemas.microsoft.com/office/drawing/2014/main" id="{684E51B9-4D1F-81BC-E98F-A946419566A9}"/>
              </a:ext>
            </a:extLst>
          </p:cNvPr>
          <p:cNvSpPr txBox="1"/>
          <p:nvPr/>
        </p:nvSpPr>
        <p:spPr>
          <a:xfrm>
            <a:off x="5716760" y="2927840"/>
            <a:ext cx="644052" cy="461665"/>
          </a:xfrm>
          <a:prstGeom prst="rect">
            <a:avLst/>
          </a:prstGeom>
          <a:noFill/>
        </p:spPr>
        <p:txBody>
          <a:bodyPr wrap="square">
            <a:spAutoFit/>
          </a:bodyPr>
          <a:lstStyle/>
          <a:p>
            <a:r>
              <a:rPr lang="en-US" altLang="zh-CN" sz="2400" spc="-5" dirty="0">
                <a:latin typeface="Calibri"/>
                <a:cs typeface="Calibri"/>
              </a:rPr>
              <a:t>-</a:t>
            </a:r>
            <a:r>
              <a:rPr lang="en-US" altLang="zh-CN" sz="2400" dirty="0">
                <a:latin typeface="Calibri"/>
                <a:cs typeface="Calibri"/>
              </a:rPr>
              <a:t>2</a:t>
            </a:r>
            <a:endParaRPr lang="zh-CN" altLang="en-US" sz="2400" dirty="0"/>
          </a:p>
        </p:txBody>
      </p:sp>
      <p:grpSp>
        <p:nvGrpSpPr>
          <p:cNvPr id="2" name="组合 1">
            <a:extLst>
              <a:ext uri="{FF2B5EF4-FFF2-40B4-BE49-F238E27FC236}">
                <a16:creationId xmlns:a16="http://schemas.microsoft.com/office/drawing/2014/main" id="{E43073B4-81F6-BB2D-4040-1B157482338D}"/>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18ECEAA3-932B-1196-88D7-DE2A53833C75}"/>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31" name="组合 130">
              <a:extLst>
                <a:ext uri="{FF2B5EF4-FFF2-40B4-BE49-F238E27FC236}">
                  <a16:creationId xmlns:a16="http://schemas.microsoft.com/office/drawing/2014/main" id="{7D25A61D-8A4B-D467-75E4-290CF239CD1F}"/>
                </a:ext>
              </a:extLst>
            </p:cNvPr>
            <p:cNvGrpSpPr/>
            <p:nvPr/>
          </p:nvGrpSpPr>
          <p:grpSpPr>
            <a:xfrm>
              <a:off x="695400" y="260648"/>
              <a:ext cx="3672271" cy="1058822"/>
              <a:chOff x="623392" y="310880"/>
              <a:chExt cx="3672271" cy="1058822"/>
            </a:xfrm>
          </p:grpSpPr>
          <p:sp>
            <p:nvSpPr>
              <p:cNvPr id="132" name="文本框 131">
                <a:extLst>
                  <a:ext uri="{FF2B5EF4-FFF2-40B4-BE49-F238E27FC236}">
                    <a16:creationId xmlns:a16="http://schemas.microsoft.com/office/drawing/2014/main" id="{CBE7D21B-EE18-5D17-910E-C34A3EE66DA3}"/>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向前传播过程</a:t>
                </a:r>
              </a:p>
            </p:txBody>
          </p:sp>
          <p:cxnSp>
            <p:nvCxnSpPr>
              <p:cNvPr id="133" name="直接连接符 132">
                <a:extLst>
                  <a:ext uri="{FF2B5EF4-FFF2-40B4-BE49-F238E27FC236}">
                    <a16:creationId xmlns:a16="http://schemas.microsoft.com/office/drawing/2014/main" id="{4D9575BE-0DF7-79A1-1206-0C4638B5611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7" name="文本框 136">
                <a:extLst>
                  <a:ext uri="{FF2B5EF4-FFF2-40B4-BE49-F238E27FC236}">
                    <a16:creationId xmlns:a16="http://schemas.microsoft.com/office/drawing/2014/main" id="{9B2D6642-6236-3981-9ED3-1849B6EB364F}"/>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67133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1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animBg="1"/>
      <p:bldP spid="85" grpId="0" animBg="1"/>
      <p:bldP spid="86" grpId="0" animBg="1"/>
      <p:bldP spid="87" grpId="0" animBg="1"/>
      <p:bldP spid="88" grpId="0" animBg="1"/>
      <p:bldP spid="89" grpId="0" animBg="1"/>
      <p:bldP spid="90" grpId="0" animBg="1"/>
      <p:bldP spid="91" grpId="0"/>
      <p:bldP spid="92" grpId="0"/>
      <p:bldP spid="93" grpId="0" animBg="1"/>
      <p:bldP spid="94" grpId="0" animBg="1"/>
      <p:bldP spid="95" grpId="0" animBg="1"/>
      <p:bldP spid="96" grpId="0" animBg="1"/>
      <p:bldP spid="97" grpId="0" animBg="1"/>
      <p:bldP spid="98" grpId="0" animBg="1"/>
      <p:bldP spid="99" grpId="0"/>
      <p:bldP spid="100" grpId="0" animBg="1"/>
      <p:bldP spid="101" grpId="0" animBg="1"/>
      <p:bldP spid="102" grpId="0" animBg="1"/>
      <p:bldP spid="103" grpId="0"/>
      <p:bldP spid="104" grpId="0" animBg="1"/>
      <p:bldP spid="105" grpId="0" animBg="1"/>
      <p:bldP spid="106" grpId="0" animBg="1"/>
      <p:bldP spid="107" grpId="0" animBg="1"/>
      <p:bldP spid="108" grpId="0" animBg="1"/>
      <p:bldP spid="109" grpId="0" animBg="1"/>
      <p:bldP spid="110" grpId="0" animBg="1"/>
      <p:bldP spid="111" grpId="0"/>
      <p:bldP spid="112" grpId="0"/>
      <p:bldP spid="113" grpId="0" animBg="1"/>
      <p:bldP spid="114" grpId="0" animBg="1"/>
      <p:bldP spid="115" grpId="0" animBg="1"/>
      <p:bldP spid="116" grpId="0" animBg="1"/>
      <p:bldP spid="117" grpId="0" animBg="1"/>
      <p:bldP spid="118" grpId="0" animBg="1"/>
      <p:bldP spid="119" grpId="0"/>
      <p:bldP spid="126" grpId="0"/>
      <p:bldP spid="127" grpId="0" animBg="1"/>
      <p:bldP spid="129" grpId="0" animBg="1"/>
      <p:bldP spid="13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FD0C922E-F8E1-4377-2B53-AC3C8B2B8CFB}"/>
              </a:ext>
            </a:extLst>
          </p:cNvPr>
          <p:cNvSpPr txBox="1"/>
          <p:nvPr/>
        </p:nvSpPr>
        <p:spPr>
          <a:xfrm>
            <a:off x="7434039" y="5123339"/>
            <a:ext cx="932180" cy="757555"/>
          </a:xfrm>
          <a:prstGeom prst="rect">
            <a:avLst/>
          </a:prstGeom>
        </p:spPr>
        <p:txBody>
          <a:bodyPr vert="horz" wrap="square" lIns="0" tIns="12700" rIns="0" bIns="0" rtlCol="0">
            <a:spAutoFit/>
          </a:bodyPr>
          <a:lstStyle/>
          <a:p>
            <a:pPr marL="127000" marR="5080" indent="-114300">
              <a:lnSpc>
                <a:spcPct val="100000"/>
              </a:lnSpc>
              <a:spcBef>
                <a:spcPts val="100"/>
              </a:spcBef>
            </a:pPr>
            <a:r>
              <a:rPr sz="2400" b="1" spc="-5" dirty="0">
                <a:latin typeface="Calibri"/>
                <a:cs typeface="Calibri"/>
              </a:rPr>
              <a:t>O</a:t>
            </a:r>
            <a:r>
              <a:rPr sz="2400" b="1" spc="-10" dirty="0">
                <a:latin typeface="Calibri"/>
                <a:cs typeface="Calibri"/>
              </a:rPr>
              <a:t>u</a:t>
            </a:r>
            <a:r>
              <a:rPr sz="2400" b="1" dirty="0">
                <a:latin typeface="Calibri"/>
                <a:cs typeface="Calibri"/>
              </a:rPr>
              <a:t>t</a:t>
            </a:r>
            <a:r>
              <a:rPr sz="2400" b="1" spc="-10" dirty="0">
                <a:latin typeface="Calibri"/>
                <a:cs typeface="Calibri"/>
              </a:rPr>
              <a:t>p</a:t>
            </a:r>
            <a:r>
              <a:rPr sz="2400" b="1" dirty="0">
                <a:latin typeface="Calibri"/>
                <a:cs typeface="Calibri"/>
              </a:rPr>
              <a:t>ut  </a:t>
            </a:r>
            <a:r>
              <a:rPr sz="2400" b="1" spc="-20" dirty="0">
                <a:latin typeface="Calibri"/>
                <a:cs typeface="Calibri"/>
              </a:rPr>
              <a:t>Layer</a:t>
            </a:r>
            <a:endParaRPr sz="2400">
              <a:latin typeface="Calibri"/>
              <a:cs typeface="Calibri"/>
            </a:endParaRPr>
          </a:p>
        </p:txBody>
      </p:sp>
      <p:sp>
        <p:nvSpPr>
          <p:cNvPr id="5" name="object 3">
            <a:extLst>
              <a:ext uri="{FF2B5EF4-FFF2-40B4-BE49-F238E27FC236}">
                <a16:creationId xmlns:a16="http://schemas.microsoft.com/office/drawing/2014/main" id="{323757A7-2451-77BC-E350-633AF2BA2BAE}"/>
              </a:ext>
            </a:extLst>
          </p:cNvPr>
          <p:cNvSpPr txBox="1"/>
          <p:nvPr/>
        </p:nvSpPr>
        <p:spPr>
          <a:xfrm>
            <a:off x="4494242" y="5470532"/>
            <a:ext cx="1802764"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Calibri"/>
                <a:cs typeface="Calibri"/>
              </a:rPr>
              <a:t>Hidden</a:t>
            </a:r>
            <a:r>
              <a:rPr sz="2400" b="1" spc="-45" dirty="0">
                <a:latin typeface="Calibri"/>
                <a:cs typeface="Calibri"/>
              </a:rPr>
              <a:t> </a:t>
            </a:r>
            <a:r>
              <a:rPr sz="2400" b="1" spc="-20" dirty="0">
                <a:latin typeface="Calibri"/>
                <a:cs typeface="Calibri"/>
              </a:rPr>
              <a:t>Layers</a:t>
            </a:r>
            <a:endParaRPr sz="2400">
              <a:latin typeface="Calibri"/>
              <a:cs typeface="Calibri"/>
            </a:endParaRPr>
          </a:p>
        </p:txBody>
      </p:sp>
      <p:sp>
        <p:nvSpPr>
          <p:cNvPr id="6" name="object 4">
            <a:extLst>
              <a:ext uri="{FF2B5EF4-FFF2-40B4-BE49-F238E27FC236}">
                <a16:creationId xmlns:a16="http://schemas.microsoft.com/office/drawing/2014/main" id="{47CBEA65-45A3-FC91-415A-D15A8C40B1B6}"/>
              </a:ext>
            </a:extLst>
          </p:cNvPr>
          <p:cNvSpPr/>
          <p:nvPr/>
        </p:nvSpPr>
        <p:spPr>
          <a:xfrm>
            <a:off x="3945603" y="5189253"/>
            <a:ext cx="2940050" cy="181610"/>
          </a:xfrm>
          <a:custGeom>
            <a:avLst/>
            <a:gdLst/>
            <a:ahLst/>
            <a:cxnLst/>
            <a:rect l="l" t="t" r="r" b="b"/>
            <a:pathLst>
              <a:path w="2940050" h="181610">
                <a:moveTo>
                  <a:pt x="2939795" y="0"/>
                </a:moveTo>
                <a:lnTo>
                  <a:pt x="2907387" y="39859"/>
                </a:lnTo>
                <a:lnTo>
                  <a:pt x="2869746" y="56696"/>
                </a:lnTo>
                <a:lnTo>
                  <a:pt x="2820364" y="70743"/>
                </a:lnTo>
                <a:lnTo>
                  <a:pt x="2761153" y="81454"/>
                </a:lnTo>
                <a:lnTo>
                  <a:pt x="2694027" y="88280"/>
                </a:lnTo>
                <a:lnTo>
                  <a:pt x="2620899" y="90677"/>
                </a:lnTo>
                <a:lnTo>
                  <a:pt x="1788794" y="90677"/>
                </a:lnTo>
                <a:lnTo>
                  <a:pt x="1715666" y="93075"/>
                </a:lnTo>
                <a:lnTo>
                  <a:pt x="1648540" y="99901"/>
                </a:lnTo>
                <a:lnTo>
                  <a:pt x="1589329" y="110612"/>
                </a:lnTo>
                <a:lnTo>
                  <a:pt x="1539947" y="124659"/>
                </a:lnTo>
                <a:lnTo>
                  <a:pt x="1502306" y="141496"/>
                </a:lnTo>
                <a:lnTo>
                  <a:pt x="1469898" y="181355"/>
                </a:lnTo>
                <a:lnTo>
                  <a:pt x="1461477" y="160577"/>
                </a:lnTo>
                <a:lnTo>
                  <a:pt x="1399848" y="124659"/>
                </a:lnTo>
                <a:lnTo>
                  <a:pt x="1350466" y="110612"/>
                </a:lnTo>
                <a:lnTo>
                  <a:pt x="1291255" y="99901"/>
                </a:lnTo>
                <a:lnTo>
                  <a:pt x="1224129" y="93075"/>
                </a:lnTo>
                <a:lnTo>
                  <a:pt x="1151001" y="90677"/>
                </a:lnTo>
                <a:lnTo>
                  <a:pt x="318896" y="90677"/>
                </a:lnTo>
                <a:lnTo>
                  <a:pt x="245768" y="88280"/>
                </a:lnTo>
                <a:lnTo>
                  <a:pt x="178642" y="81454"/>
                </a:lnTo>
                <a:lnTo>
                  <a:pt x="119431" y="70743"/>
                </a:lnTo>
                <a:lnTo>
                  <a:pt x="70049" y="56696"/>
                </a:lnTo>
                <a:lnTo>
                  <a:pt x="32408" y="39859"/>
                </a:lnTo>
                <a:lnTo>
                  <a:pt x="8420" y="20778"/>
                </a:lnTo>
                <a:lnTo>
                  <a:pt x="0" y="0"/>
                </a:lnTo>
              </a:path>
            </a:pathLst>
          </a:custGeom>
          <a:ln w="25908">
            <a:solidFill>
              <a:srgbClr val="000000"/>
            </a:solidFill>
          </a:ln>
        </p:spPr>
        <p:txBody>
          <a:bodyPr wrap="square" lIns="0" tIns="0" rIns="0" bIns="0" rtlCol="0"/>
          <a:lstStyle/>
          <a:p>
            <a:endParaRPr/>
          </a:p>
        </p:txBody>
      </p:sp>
      <p:sp>
        <p:nvSpPr>
          <p:cNvPr id="7" name="object 5">
            <a:extLst>
              <a:ext uri="{FF2B5EF4-FFF2-40B4-BE49-F238E27FC236}">
                <a16:creationId xmlns:a16="http://schemas.microsoft.com/office/drawing/2014/main" id="{1AED4B9E-3BD6-C5D8-BB33-E238B9091C0D}"/>
              </a:ext>
            </a:extLst>
          </p:cNvPr>
          <p:cNvSpPr/>
          <p:nvPr/>
        </p:nvSpPr>
        <p:spPr>
          <a:xfrm>
            <a:off x="2800317" y="2536731"/>
            <a:ext cx="498475" cy="2626360"/>
          </a:xfrm>
          <a:custGeom>
            <a:avLst/>
            <a:gdLst/>
            <a:ahLst/>
            <a:cxnLst/>
            <a:rect l="l" t="t" r="r" b="b"/>
            <a:pathLst>
              <a:path w="498475" h="2626360">
                <a:moveTo>
                  <a:pt x="0" y="2625852"/>
                </a:moveTo>
                <a:lnTo>
                  <a:pt x="498348" y="2625852"/>
                </a:lnTo>
                <a:lnTo>
                  <a:pt x="498348" y="0"/>
                </a:lnTo>
                <a:lnTo>
                  <a:pt x="0" y="0"/>
                </a:lnTo>
                <a:lnTo>
                  <a:pt x="0" y="2625852"/>
                </a:lnTo>
                <a:close/>
              </a:path>
            </a:pathLst>
          </a:custGeom>
          <a:solidFill>
            <a:srgbClr val="D9D9D9"/>
          </a:solidFill>
        </p:spPr>
        <p:txBody>
          <a:bodyPr wrap="square" lIns="0" tIns="0" rIns="0" bIns="0" rtlCol="0"/>
          <a:lstStyle/>
          <a:p>
            <a:endParaRPr/>
          </a:p>
        </p:txBody>
      </p:sp>
      <p:sp>
        <p:nvSpPr>
          <p:cNvPr id="8" name="object 6">
            <a:extLst>
              <a:ext uri="{FF2B5EF4-FFF2-40B4-BE49-F238E27FC236}">
                <a16:creationId xmlns:a16="http://schemas.microsoft.com/office/drawing/2014/main" id="{4E171F39-6332-EF5C-9778-295EBE4BCA46}"/>
              </a:ext>
            </a:extLst>
          </p:cNvPr>
          <p:cNvSpPr txBox="1"/>
          <p:nvPr/>
        </p:nvSpPr>
        <p:spPr>
          <a:xfrm>
            <a:off x="2712686" y="5128292"/>
            <a:ext cx="703580" cy="757555"/>
          </a:xfrm>
          <a:prstGeom prst="rect">
            <a:avLst/>
          </a:prstGeom>
        </p:spPr>
        <p:txBody>
          <a:bodyPr vert="horz" wrap="square" lIns="0" tIns="12700" rIns="0" bIns="0" rtlCol="0">
            <a:spAutoFit/>
          </a:bodyPr>
          <a:lstStyle/>
          <a:p>
            <a:pPr marL="12700" marR="5080" indent="1270">
              <a:lnSpc>
                <a:spcPct val="100000"/>
              </a:lnSpc>
              <a:spcBef>
                <a:spcPts val="100"/>
              </a:spcBef>
            </a:pPr>
            <a:r>
              <a:rPr sz="2400" b="1" spc="-5" dirty="0">
                <a:latin typeface="Calibri"/>
                <a:cs typeface="Calibri"/>
              </a:rPr>
              <a:t>Input  </a:t>
            </a:r>
            <a:r>
              <a:rPr sz="2400" b="1" dirty="0">
                <a:latin typeface="Calibri"/>
                <a:cs typeface="Calibri"/>
              </a:rPr>
              <a:t>L</a:t>
            </a:r>
            <a:r>
              <a:rPr sz="2400" b="1" spc="-45" dirty="0">
                <a:latin typeface="Calibri"/>
                <a:cs typeface="Calibri"/>
              </a:rPr>
              <a:t>a</a:t>
            </a:r>
            <a:r>
              <a:rPr sz="2400" b="1" spc="-25" dirty="0">
                <a:latin typeface="Calibri"/>
                <a:cs typeface="Calibri"/>
              </a:rPr>
              <a:t>y</a:t>
            </a:r>
            <a:r>
              <a:rPr sz="2400" b="1" spc="-5" dirty="0">
                <a:latin typeface="Calibri"/>
                <a:cs typeface="Calibri"/>
              </a:rPr>
              <a:t>er</a:t>
            </a:r>
            <a:endParaRPr sz="2400">
              <a:latin typeface="Calibri"/>
              <a:cs typeface="Calibri"/>
            </a:endParaRPr>
          </a:p>
        </p:txBody>
      </p:sp>
      <p:sp>
        <p:nvSpPr>
          <p:cNvPr id="9" name="object 9">
            <a:extLst>
              <a:ext uri="{FF2B5EF4-FFF2-40B4-BE49-F238E27FC236}">
                <a16:creationId xmlns:a16="http://schemas.microsoft.com/office/drawing/2014/main" id="{5E61DDA8-06D2-330A-7414-58477E5DE02E}"/>
              </a:ext>
            </a:extLst>
          </p:cNvPr>
          <p:cNvSpPr/>
          <p:nvPr/>
        </p:nvSpPr>
        <p:spPr>
          <a:xfrm>
            <a:off x="7912574" y="3519711"/>
            <a:ext cx="1018540" cy="78105"/>
          </a:xfrm>
          <a:custGeom>
            <a:avLst/>
            <a:gdLst/>
            <a:ahLst/>
            <a:cxnLst/>
            <a:rect l="l" t="t" r="r" b="b"/>
            <a:pathLst>
              <a:path w="1018540" h="78104">
                <a:moveTo>
                  <a:pt x="940815" y="0"/>
                </a:moveTo>
                <a:lnTo>
                  <a:pt x="940815" y="77724"/>
                </a:lnTo>
                <a:lnTo>
                  <a:pt x="992631" y="51815"/>
                </a:lnTo>
                <a:lnTo>
                  <a:pt x="953770" y="51815"/>
                </a:lnTo>
                <a:lnTo>
                  <a:pt x="953770" y="25908"/>
                </a:lnTo>
                <a:lnTo>
                  <a:pt x="992631" y="25908"/>
                </a:lnTo>
                <a:lnTo>
                  <a:pt x="940815" y="0"/>
                </a:lnTo>
                <a:close/>
              </a:path>
              <a:path w="1018540" h="78104">
                <a:moveTo>
                  <a:pt x="940815" y="25908"/>
                </a:moveTo>
                <a:lnTo>
                  <a:pt x="0" y="25908"/>
                </a:lnTo>
                <a:lnTo>
                  <a:pt x="0" y="51815"/>
                </a:lnTo>
                <a:lnTo>
                  <a:pt x="940815" y="51815"/>
                </a:lnTo>
                <a:lnTo>
                  <a:pt x="940815" y="25908"/>
                </a:lnTo>
                <a:close/>
              </a:path>
              <a:path w="1018540" h="78104">
                <a:moveTo>
                  <a:pt x="992631" y="25908"/>
                </a:moveTo>
                <a:lnTo>
                  <a:pt x="953770" y="25908"/>
                </a:lnTo>
                <a:lnTo>
                  <a:pt x="953770" y="51815"/>
                </a:lnTo>
                <a:lnTo>
                  <a:pt x="992631" y="51815"/>
                </a:lnTo>
                <a:lnTo>
                  <a:pt x="1018539" y="38862"/>
                </a:lnTo>
                <a:lnTo>
                  <a:pt x="992631" y="25908"/>
                </a:lnTo>
                <a:close/>
              </a:path>
            </a:pathLst>
          </a:custGeom>
          <a:solidFill>
            <a:srgbClr val="000000"/>
          </a:solidFill>
        </p:spPr>
        <p:txBody>
          <a:bodyPr wrap="square" lIns="0" tIns="0" rIns="0" bIns="0" rtlCol="0"/>
          <a:lstStyle/>
          <a:p>
            <a:endParaRPr/>
          </a:p>
        </p:txBody>
      </p:sp>
      <p:sp>
        <p:nvSpPr>
          <p:cNvPr id="10" name="object 10">
            <a:extLst>
              <a:ext uri="{FF2B5EF4-FFF2-40B4-BE49-F238E27FC236}">
                <a16:creationId xmlns:a16="http://schemas.microsoft.com/office/drawing/2014/main" id="{B22305B4-C9EC-5ADD-EBC4-191FA5DB595F}"/>
              </a:ext>
            </a:extLst>
          </p:cNvPr>
          <p:cNvSpPr/>
          <p:nvPr/>
        </p:nvSpPr>
        <p:spPr>
          <a:xfrm>
            <a:off x="8022302" y="4764818"/>
            <a:ext cx="906144" cy="78105"/>
          </a:xfrm>
          <a:custGeom>
            <a:avLst/>
            <a:gdLst/>
            <a:ahLst/>
            <a:cxnLst/>
            <a:rect l="l" t="t" r="r" b="b"/>
            <a:pathLst>
              <a:path w="906145" h="78104">
                <a:moveTo>
                  <a:pt x="828039" y="0"/>
                </a:moveTo>
                <a:lnTo>
                  <a:pt x="828039" y="77723"/>
                </a:lnTo>
                <a:lnTo>
                  <a:pt x="879855" y="51815"/>
                </a:lnTo>
                <a:lnTo>
                  <a:pt x="840994" y="51815"/>
                </a:lnTo>
                <a:lnTo>
                  <a:pt x="840994" y="25907"/>
                </a:lnTo>
                <a:lnTo>
                  <a:pt x="879855" y="25907"/>
                </a:lnTo>
                <a:lnTo>
                  <a:pt x="828039" y="0"/>
                </a:lnTo>
                <a:close/>
              </a:path>
              <a:path w="906145" h="78104">
                <a:moveTo>
                  <a:pt x="828039" y="25907"/>
                </a:moveTo>
                <a:lnTo>
                  <a:pt x="0" y="25907"/>
                </a:lnTo>
                <a:lnTo>
                  <a:pt x="0" y="51815"/>
                </a:lnTo>
                <a:lnTo>
                  <a:pt x="828039" y="51815"/>
                </a:lnTo>
                <a:lnTo>
                  <a:pt x="828039" y="25907"/>
                </a:lnTo>
                <a:close/>
              </a:path>
              <a:path w="906145" h="78104">
                <a:moveTo>
                  <a:pt x="879855" y="25907"/>
                </a:moveTo>
                <a:lnTo>
                  <a:pt x="840994" y="25907"/>
                </a:lnTo>
                <a:lnTo>
                  <a:pt x="840994" y="51815"/>
                </a:lnTo>
                <a:lnTo>
                  <a:pt x="879855" y="51815"/>
                </a:lnTo>
                <a:lnTo>
                  <a:pt x="905763" y="38862"/>
                </a:lnTo>
                <a:lnTo>
                  <a:pt x="879855" y="25907"/>
                </a:lnTo>
                <a:close/>
              </a:path>
            </a:pathLst>
          </a:custGeom>
          <a:solidFill>
            <a:srgbClr val="000000"/>
          </a:solidFill>
        </p:spPr>
        <p:txBody>
          <a:bodyPr wrap="square" lIns="0" tIns="0" rIns="0" bIns="0" rtlCol="0"/>
          <a:lstStyle/>
          <a:p>
            <a:endParaRPr/>
          </a:p>
        </p:txBody>
      </p:sp>
      <p:sp>
        <p:nvSpPr>
          <p:cNvPr id="11" name="object 11">
            <a:extLst>
              <a:ext uri="{FF2B5EF4-FFF2-40B4-BE49-F238E27FC236}">
                <a16:creationId xmlns:a16="http://schemas.microsoft.com/office/drawing/2014/main" id="{B7CFF662-5988-0E97-8699-603A33DB6555}"/>
              </a:ext>
            </a:extLst>
          </p:cNvPr>
          <p:cNvSpPr/>
          <p:nvPr/>
        </p:nvSpPr>
        <p:spPr>
          <a:xfrm>
            <a:off x="7889715" y="2740947"/>
            <a:ext cx="1050925" cy="78105"/>
          </a:xfrm>
          <a:custGeom>
            <a:avLst/>
            <a:gdLst/>
            <a:ahLst/>
            <a:cxnLst/>
            <a:rect l="l" t="t" r="r" b="b"/>
            <a:pathLst>
              <a:path w="1050925" h="78105">
                <a:moveTo>
                  <a:pt x="972692" y="0"/>
                </a:moveTo>
                <a:lnTo>
                  <a:pt x="972692" y="77724"/>
                </a:lnTo>
                <a:lnTo>
                  <a:pt x="1024509" y="51815"/>
                </a:lnTo>
                <a:lnTo>
                  <a:pt x="985646" y="51815"/>
                </a:lnTo>
                <a:lnTo>
                  <a:pt x="985646" y="25908"/>
                </a:lnTo>
                <a:lnTo>
                  <a:pt x="1024509" y="25908"/>
                </a:lnTo>
                <a:lnTo>
                  <a:pt x="972692" y="0"/>
                </a:lnTo>
                <a:close/>
              </a:path>
              <a:path w="1050925" h="78105">
                <a:moveTo>
                  <a:pt x="972692" y="25908"/>
                </a:moveTo>
                <a:lnTo>
                  <a:pt x="0" y="25908"/>
                </a:lnTo>
                <a:lnTo>
                  <a:pt x="0" y="51815"/>
                </a:lnTo>
                <a:lnTo>
                  <a:pt x="972692" y="51815"/>
                </a:lnTo>
                <a:lnTo>
                  <a:pt x="972692" y="25908"/>
                </a:lnTo>
                <a:close/>
              </a:path>
              <a:path w="1050925" h="78105">
                <a:moveTo>
                  <a:pt x="1024509" y="25908"/>
                </a:moveTo>
                <a:lnTo>
                  <a:pt x="985646" y="25908"/>
                </a:lnTo>
                <a:lnTo>
                  <a:pt x="985646" y="51815"/>
                </a:lnTo>
                <a:lnTo>
                  <a:pt x="1024509" y="51815"/>
                </a:lnTo>
                <a:lnTo>
                  <a:pt x="1050416" y="38862"/>
                </a:lnTo>
                <a:lnTo>
                  <a:pt x="1024509" y="25908"/>
                </a:lnTo>
                <a:close/>
              </a:path>
            </a:pathLst>
          </a:custGeom>
          <a:solidFill>
            <a:srgbClr val="000000"/>
          </a:solidFill>
        </p:spPr>
        <p:txBody>
          <a:bodyPr wrap="square" lIns="0" tIns="0" rIns="0" bIns="0" rtlCol="0"/>
          <a:lstStyle/>
          <a:p>
            <a:endParaRPr/>
          </a:p>
        </p:txBody>
      </p:sp>
      <p:sp>
        <p:nvSpPr>
          <p:cNvPr id="12" name="object 12">
            <a:extLst>
              <a:ext uri="{FF2B5EF4-FFF2-40B4-BE49-F238E27FC236}">
                <a16:creationId xmlns:a16="http://schemas.microsoft.com/office/drawing/2014/main" id="{69821A3D-660A-1FA3-88F8-8B5768E4612F}"/>
              </a:ext>
            </a:extLst>
          </p:cNvPr>
          <p:cNvSpPr/>
          <p:nvPr/>
        </p:nvSpPr>
        <p:spPr>
          <a:xfrm>
            <a:off x="2868897" y="3254535"/>
            <a:ext cx="342899" cy="342900"/>
          </a:xfrm>
          <a:prstGeom prst="rect">
            <a:avLst/>
          </a:prstGeom>
          <a:blipFill>
            <a:blip r:embed="rId2" cstate="print"/>
            <a:stretch>
              <a:fillRect/>
            </a:stretch>
          </a:blipFill>
        </p:spPr>
        <p:txBody>
          <a:bodyPr wrap="square" lIns="0" tIns="0" rIns="0" bIns="0" rtlCol="0"/>
          <a:lstStyle/>
          <a:p>
            <a:endParaRPr/>
          </a:p>
        </p:txBody>
      </p:sp>
      <p:sp>
        <p:nvSpPr>
          <p:cNvPr id="13" name="object 13">
            <a:extLst>
              <a:ext uri="{FF2B5EF4-FFF2-40B4-BE49-F238E27FC236}">
                <a16:creationId xmlns:a16="http://schemas.microsoft.com/office/drawing/2014/main" id="{7D648DA9-AAED-7B0B-2631-67D25811DDA8}"/>
              </a:ext>
            </a:extLst>
          </p:cNvPr>
          <p:cNvSpPr/>
          <p:nvPr/>
        </p:nvSpPr>
        <p:spPr>
          <a:xfrm>
            <a:off x="2868897" y="3254535"/>
            <a:ext cx="342900" cy="342900"/>
          </a:xfrm>
          <a:custGeom>
            <a:avLst/>
            <a:gdLst/>
            <a:ahLst/>
            <a:cxnLst/>
            <a:rect l="l" t="t" r="r" b="b"/>
            <a:pathLst>
              <a:path w="342900" h="342900">
                <a:moveTo>
                  <a:pt x="0" y="342900"/>
                </a:moveTo>
                <a:lnTo>
                  <a:pt x="342899" y="342900"/>
                </a:lnTo>
                <a:lnTo>
                  <a:pt x="342899" y="0"/>
                </a:lnTo>
                <a:lnTo>
                  <a:pt x="0" y="0"/>
                </a:lnTo>
                <a:lnTo>
                  <a:pt x="0" y="342900"/>
                </a:lnTo>
                <a:close/>
              </a:path>
            </a:pathLst>
          </a:custGeom>
          <a:ln w="6096">
            <a:solidFill>
              <a:srgbClr val="FFC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B06CB4DB-2B33-CE38-FF93-7B7E980E291F}"/>
              </a:ext>
            </a:extLst>
          </p:cNvPr>
          <p:cNvSpPr/>
          <p:nvPr/>
        </p:nvSpPr>
        <p:spPr>
          <a:xfrm>
            <a:off x="2874992" y="2684559"/>
            <a:ext cx="342900" cy="342900"/>
          </a:xfrm>
          <a:prstGeom prst="rect">
            <a:avLst/>
          </a:prstGeom>
          <a:blipFill>
            <a:blip r:embed="rId2" cstate="print"/>
            <a:stretch>
              <a:fillRect/>
            </a:stretch>
          </a:blipFill>
        </p:spPr>
        <p:txBody>
          <a:bodyPr wrap="square" lIns="0" tIns="0" rIns="0" bIns="0" rtlCol="0"/>
          <a:lstStyle/>
          <a:p>
            <a:endParaRPr/>
          </a:p>
        </p:txBody>
      </p:sp>
      <p:sp>
        <p:nvSpPr>
          <p:cNvPr id="15" name="object 15">
            <a:extLst>
              <a:ext uri="{FF2B5EF4-FFF2-40B4-BE49-F238E27FC236}">
                <a16:creationId xmlns:a16="http://schemas.microsoft.com/office/drawing/2014/main" id="{1BADA139-4795-A4A2-1308-BEE0FF351EFE}"/>
              </a:ext>
            </a:extLst>
          </p:cNvPr>
          <p:cNvSpPr/>
          <p:nvPr/>
        </p:nvSpPr>
        <p:spPr>
          <a:xfrm>
            <a:off x="2874992" y="2684559"/>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6" name="object 16">
            <a:extLst>
              <a:ext uri="{FF2B5EF4-FFF2-40B4-BE49-F238E27FC236}">
                <a16:creationId xmlns:a16="http://schemas.microsoft.com/office/drawing/2014/main" id="{E1F74DEE-EB6D-16EC-6E38-B6652432280D}"/>
              </a:ext>
            </a:extLst>
          </p:cNvPr>
          <p:cNvSpPr txBox="1"/>
          <p:nvPr/>
        </p:nvSpPr>
        <p:spPr>
          <a:xfrm>
            <a:off x="2943589" y="3159838"/>
            <a:ext cx="267970" cy="416559"/>
          </a:xfrm>
          <a:prstGeom prst="rect">
            <a:avLst/>
          </a:prstGeom>
        </p:spPr>
        <p:txBody>
          <a:bodyPr vert="horz" wrap="square" lIns="0" tIns="13970" rIns="0" bIns="0" rtlCol="0">
            <a:spAutoFit/>
          </a:bodyPr>
          <a:lstStyle/>
          <a:p>
            <a:pPr marL="12700">
              <a:lnSpc>
                <a:spcPct val="100000"/>
              </a:lnSpc>
              <a:spcBef>
                <a:spcPts val="110"/>
              </a:spcBef>
            </a:pPr>
            <a:r>
              <a:rPr sz="2550" i="1" spc="15" dirty="0">
                <a:latin typeface="Times New Roman"/>
                <a:cs typeface="Times New Roman"/>
              </a:rPr>
              <a:t>x</a:t>
            </a:r>
            <a:r>
              <a:rPr sz="2250" spc="-7" baseline="-24074" dirty="0">
                <a:latin typeface="Times New Roman"/>
                <a:cs typeface="Times New Roman"/>
              </a:rPr>
              <a:t>2</a:t>
            </a:r>
            <a:endParaRPr sz="2250" baseline="-24074">
              <a:latin typeface="Times New Roman"/>
              <a:cs typeface="Times New Roman"/>
            </a:endParaRPr>
          </a:p>
        </p:txBody>
      </p:sp>
      <p:sp>
        <p:nvSpPr>
          <p:cNvPr id="17" name="object 17">
            <a:extLst>
              <a:ext uri="{FF2B5EF4-FFF2-40B4-BE49-F238E27FC236}">
                <a16:creationId xmlns:a16="http://schemas.microsoft.com/office/drawing/2014/main" id="{361758BC-2FAF-239D-69B0-22B491954E76}"/>
              </a:ext>
            </a:extLst>
          </p:cNvPr>
          <p:cNvSpPr/>
          <p:nvPr/>
        </p:nvSpPr>
        <p:spPr>
          <a:xfrm>
            <a:off x="3982941" y="2509298"/>
            <a:ext cx="746760" cy="2676525"/>
          </a:xfrm>
          <a:custGeom>
            <a:avLst/>
            <a:gdLst/>
            <a:ahLst/>
            <a:cxnLst/>
            <a:rect l="l" t="t" r="r" b="b"/>
            <a:pathLst>
              <a:path w="746760" h="2676525">
                <a:moveTo>
                  <a:pt x="0" y="2676144"/>
                </a:moveTo>
                <a:lnTo>
                  <a:pt x="746760" y="2676144"/>
                </a:lnTo>
                <a:lnTo>
                  <a:pt x="746760" y="0"/>
                </a:lnTo>
                <a:lnTo>
                  <a:pt x="0" y="0"/>
                </a:lnTo>
                <a:lnTo>
                  <a:pt x="0" y="2676144"/>
                </a:lnTo>
                <a:close/>
              </a:path>
            </a:pathLst>
          </a:custGeom>
          <a:solidFill>
            <a:srgbClr val="D9D9D9"/>
          </a:solidFill>
        </p:spPr>
        <p:txBody>
          <a:bodyPr wrap="square" lIns="0" tIns="0" rIns="0" bIns="0" rtlCol="0"/>
          <a:lstStyle/>
          <a:p>
            <a:endParaRPr/>
          </a:p>
        </p:txBody>
      </p:sp>
      <p:sp>
        <p:nvSpPr>
          <p:cNvPr id="18" name="object 18">
            <a:extLst>
              <a:ext uri="{FF2B5EF4-FFF2-40B4-BE49-F238E27FC236}">
                <a16:creationId xmlns:a16="http://schemas.microsoft.com/office/drawing/2014/main" id="{36F21764-20FD-E742-7B18-92C10321CE48}"/>
              </a:ext>
            </a:extLst>
          </p:cNvPr>
          <p:cNvSpPr txBox="1"/>
          <p:nvPr/>
        </p:nvSpPr>
        <p:spPr>
          <a:xfrm>
            <a:off x="2698589" y="1935486"/>
            <a:ext cx="2136140" cy="1057275"/>
          </a:xfrm>
          <a:prstGeom prst="rect">
            <a:avLst/>
          </a:prstGeom>
        </p:spPr>
        <p:txBody>
          <a:bodyPr vert="horz" wrap="square" lIns="0" tIns="145415" rIns="0" bIns="0" rtlCol="0">
            <a:spAutoFit/>
          </a:bodyPr>
          <a:lstStyle/>
          <a:p>
            <a:pPr marL="12700">
              <a:lnSpc>
                <a:spcPct val="100000"/>
              </a:lnSpc>
              <a:spcBef>
                <a:spcPts val="1145"/>
              </a:spcBef>
              <a:tabLst>
                <a:tab pos="1238250" algn="l"/>
              </a:tabLst>
            </a:pPr>
            <a:r>
              <a:rPr sz="2400" spc="-5" dirty="0">
                <a:latin typeface="Calibri"/>
                <a:cs typeface="Calibri"/>
              </a:rPr>
              <a:t>Input	</a:t>
            </a:r>
            <a:r>
              <a:rPr sz="2400" spc="-15" dirty="0">
                <a:latin typeface="Calibri"/>
                <a:cs typeface="Calibri"/>
              </a:rPr>
              <a:t>Layer</a:t>
            </a:r>
            <a:r>
              <a:rPr sz="2400" spc="-90" dirty="0">
                <a:latin typeface="Calibri"/>
                <a:cs typeface="Calibri"/>
              </a:rPr>
              <a:t> </a:t>
            </a:r>
            <a:r>
              <a:rPr sz="2400" dirty="0">
                <a:latin typeface="Calibri"/>
                <a:cs typeface="Calibri"/>
              </a:rPr>
              <a:t>1</a:t>
            </a:r>
            <a:endParaRPr sz="2400">
              <a:latin typeface="Calibri"/>
              <a:cs typeface="Calibri"/>
            </a:endParaRPr>
          </a:p>
          <a:p>
            <a:pPr marL="252729">
              <a:lnSpc>
                <a:spcPct val="100000"/>
              </a:lnSpc>
              <a:spcBef>
                <a:spcPts val="1130"/>
              </a:spcBef>
            </a:pPr>
            <a:r>
              <a:rPr sz="2550" i="1" spc="-75" dirty="0">
                <a:latin typeface="Times New Roman"/>
                <a:cs typeface="Times New Roman"/>
              </a:rPr>
              <a:t>x</a:t>
            </a:r>
            <a:r>
              <a:rPr sz="2250" spc="-112" baseline="-24074" dirty="0">
                <a:latin typeface="Times New Roman"/>
                <a:cs typeface="Times New Roman"/>
              </a:rPr>
              <a:t>1</a:t>
            </a:r>
            <a:endParaRPr sz="2250" baseline="-24074">
              <a:latin typeface="Times New Roman"/>
              <a:cs typeface="Times New Roman"/>
            </a:endParaRPr>
          </a:p>
        </p:txBody>
      </p:sp>
      <p:sp>
        <p:nvSpPr>
          <p:cNvPr id="19" name="object 19">
            <a:extLst>
              <a:ext uri="{FF2B5EF4-FFF2-40B4-BE49-F238E27FC236}">
                <a16:creationId xmlns:a16="http://schemas.microsoft.com/office/drawing/2014/main" id="{3CC70122-F7A7-B518-7E39-39F67D863A19}"/>
              </a:ext>
            </a:extLst>
          </p:cNvPr>
          <p:cNvSpPr/>
          <p:nvPr/>
        </p:nvSpPr>
        <p:spPr>
          <a:xfrm>
            <a:off x="4080476" y="2519966"/>
            <a:ext cx="574548" cy="574547"/>
          </a:xfrm>
          <a:prstGeom prst="rect">
            <a:avLst/>
          </a:prstGeom>
          <a:blipFill>
            <a:blip r:embed="rId3" cstate="print"/>
            <a:stretch>
              <a:fillRect/>
            </a:stretch>
          </a:blipFill>
        </p:spPr>
        <p:txBody>
          <a:bodyPr wrap="square" lIns="0" tIns="0" rIns="0" bIns="0" rtlCol="0"/>
          <a:lstStyle/>
          <a:p>
            <a:endParaRPr/>
          </a:p>
        </p:txBody>
      </p:sp>
      <p:sp>
        <p:nvSpPr>
          <p:cNvPr id="20" name="object 20">
            <a:extLst>
              <a:ext uri="{FF2B5EF4-FFF2-40B4-BE49-F238E27FC236}">
                <a16:creationId xmlns:a16="http://schemas.microsoft.com/office/drawing/2014/main" id="{B92F386B-86C2-6BFB-4682-99AA224C388B}"/>
              </a:ext>
            </a:extLst>
          </p:cNvPr>
          <p:cNvSpPr/>
          <p:nvPr/>
        </p:nvSpPr>
        <p:spPr>
          <a:xfrm>
            <a:off x="4080476" y="2519966"/>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5B9BD4"/>
            </a:solidFill>
          </a:ln>
        </p:spPr>
        <p:txBody>
          <a:bodyPr wrap="square" lIns="0" tIns="0" rIns="0" bIns="0" rtlCol="0"/>
          <a:lstStyle/>
          <a:p>
            <a:endParaRPr/>
          </a:p>
        </p:txBody>
      </p:sp>
      <p:sp>
        <p:nvSpPr>
          <p:cNvPr id="21" name="object 21">
            <a:extLst>
              <a:ext uri="{FF2B5EF4-FFF2-40B4-BE49-F238E27FC236}">
                <a16:creationId xmlns:a16="http://schemas.microsoft.com/office/drawing/2014/main" id="{61F29FDE-01CC-D053-7B60-44BBC04F3EFD}"/>
              </a:ext>
            </a:extLst>
          </p:cNvPr>
          <p:cNvSpPr/>
          <p:nvPr/>
        </p:nvSpPr>
        <p:spPr>
          <a:xfrm>
            <a:off x="4083525" y="3298731"/>
            <a:ext cx="573024" cy="574547"/>
          </a:xfrm>
          <a:prstGeom prst="rect">
            <a:avLst/>
          </a:prstGeom>
          <a:blipFill>
            <a:blip r:embed="rId4" cstate="print"/>
            <a:stretch>
              <a:fillRect/>
            </a:stretch>
          </a:blipFill>
        </p:spPr>
        <p:txBody>
          <a:bodyPr wrap="square" lIns="0" tIns="0" rIns="0" bIns="0" rtlCol="0"/>
          <a:lstStyle/>
          <a:p>
            <a:endParaRPr/>
          </a:p>
        </p:txBody>
      </p:sp>
      <p:sp>
        <p:nvSpPr>
          <p:cNvPr id="22" name="object 22">
            <a:extLst>
              <a:ext uri="{FF2B5EF4-FFF2-40B4-BE49-F238E27FC236}">
                <a16:creationId xmlns:a16="http://schemas.microsoft.com/office/drawing/2014/main" id="{155DDAFB-215E-2199-0C02-39CF69AF7DA4}"/>
              </a:ext>
            </a:extLst>
          </p:cNvPr>
          <p:cNvSpPr/>
          <p:nvPr/>
        </p:nvSpPr>
        <p:spPr>
          <a:xfrm>
            <a:off x="4083525" y="3298731"/>
            <a:ext cx="573405" cy="574675"/>
          </a:xfrm>
          <a:custGeom>
            <a:avLst/>
            <a:gdLst/>
            <a:ahLst/>
            <a:cxnLst/>
            <a:rect l="l" t="t" r="r" b="b"/>
            <a:pathLst>
              <a:path w="573405"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7"/>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23" name="object 23">
            <a:extLst>
              <a:ext uri="{FF2B5EF4-FFF2-40B4-BE49-F238E27FC236}">
                <a16:creationId xmlns:a16="http://schemas.microsoft.com/office/drawing/2014/main" id="{745A3D2D-5208-E76E-10DC-CA13C6B93B4D}"/>
              </a:ext>
            </a:extLst>
          </p:cNvPr>
          <p:cNvSpPr/>
          <p:nvPr/>
        </p:nvSpPr>
        <p:spPr>
          <a:xfrm>
            <a:off x="4071332" y="4527074"/>
            <a:ext cx="574548" cy="574547"/>
          </a:xfrm>
          <a:prstGeom prst="rect">
            <a:avLst/>
          </a:prstGeom>
          <a:blipFill>
            <a:blip r:embed="rId5" cstate="print"/>
            <a:stretch>
              <a:fillRect/>
            </a:stretch>
          </a:blipFill>
        </p:spPr>
        <p:txBody>
          <a:bodyPr wrap="square" lIns="0" tIns="0" rIns="0" bIns="0" rtlCol="0"/>
          <a:lstStyle/>
          <a:p>
            <a:endParaRPr/>
          </a:p>
        </p:txBody>
      </p:sp>
      <p:sp>
        <p:nvSpPr>
          <p:cNvPr id="24" name="object 24">
            <a:extLst>
              <a:ext uri="{FF2B5EF4-FFF2-40B4-BE49-F238E27FC236}">
                <a16:creationId xmlns:a16="http://schemas.microsoft.com/office/drawing/2014/main" id="{5C18AE7F-42DF-785C-6989-E1030D1F8290}"/>
              </a:ext>
            </a:extLst>
          </p:cNvPr>
          <p:cNvSpPr/>
          <p:nvPr/>
        </p:nvSpPr>
        <p:spPr>
          <a:xfrm>
            <a:off x="4071332" y="4527074"/>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5B9BD4"/>
            </a:solidFill>
          </a:ln>
        </p:spPr>
        <p:txBody>
          <a:bodyPr wrap="square" lIns="0" tIns="0" rIns="0" bIns="0" rtlCol="0"/>
          <a:lstStyle/>
          <a:p>
            <a:endParaRPr/>
          </a:p>
        </p:txBody>
      </p:sp>
      <p:sp>
        <p:nvSpPr>
          <p:cNvPr id="25" name="object 25">
            <a:extLst>
              <a:ext uri="{FF2B5EF4-FFF2-40B4-BE49-F238E27FC236}">
                <a16:creationId xmlns:a16="http://schemas.microsoft.com/office/drawing/2014/main" id="{96B5380E-C6E5-1457-A5E0-D8F3ED254C04}"/>
              </a:ext>
            </a:extLst>
          </p:cNvPr>
          <p:cNvSpPr txBox="1"/>
          <p:nvPr/>
        </p:nvSpPr>
        <p:spPr>
          <a:xfrm>
            <a:off x="4235670" y="3953288"/>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6" name="object 26">
            <a:extLst>
              <a:ext uri="{FF2B5EF4-FFF2-40B4-BE49-F238E27FC236}">
                <a16:creationId xmlns:a16="http://schemas.microsoft.com/office/drawing/2014/main" id="{51D3BA43-0E10-C9B4-10C3-F7037572C442}"/>
              </a:ext>
            </a:extLst>
          </p:cNvPr>
          <p:cNvSpPr/>
          <p:nvPr/>
        </p:nvSpPr>
        <p:spPr>
          <a:xfrm>
            <a:off x="2878041" y="4652043"/>
            <a:ext cx="342900" cy="342900"/>
          </a:xfrm>
          <a:prstGeom prst="rect">
            <a:avLst/>
          </a:prstGeom>
          <a:blipFill>
            <a:blip r:embed="rId6" cstate="print"/>
            <a:stretch>
              <a:fillRect/>
            </a:stretch>
          </a:blipFill>
        </p:spPr>
        <p:txBody>
          <a:bodyPr wrap="square" lIns="0" tIns="0" rIns="0" bIns="0" rtlCol="0"/>
          <a:lstStyle/>
          <a:p>
            <a:endParaRPr/>
          </a:p>
        </p:txBody>
      </p:sp>
      <p:sp>
        <p:nvSpPr>
          <p:cNvPr id="27" name="object 27">
            <a:extLst>
              <a:ext uri="{FF2B5EF4-FFF2-40B4-BE49-F238E27FC236}">
                <a16:creationId xmlns:a16="http://schemas.microsoft.com/office/drawing/2014/main" id="{77772FF6-08E2-72A2-5DBC-A2DA86516DEA}"/>
              </a:ext>
            </a:extLst>
          </p:cNvPr>
          <p:cNvSpPr/>
          <p:nvPr/>
        </p:nvSpPr>
        <p:spPr>
          <a:xfrm>
            <a:off x="2878041" y="4652043"/>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5">
            <a:solidFill>
              <a:srgbClr val="FFC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1B94BD87-2358-DCCB-0BD5-978B4236611B}"/>
              </a:ext>
            </a:extLst>
          </p:cNvPr>
          <p:cNvSpPr txBox="1"/>
          <p:nvPr/>
        </p:nvSpPr>
        <p:spPr>
          <a:xfrm>
            <a:off x="2926949" y="4543618"/>
            <a:ext cx="315595" cy="417195"/>
          </a:xfrm>
          <a:prstGeom prst="rect">
            <a:avLst/>
          </a:prstGeom>
        </p:spPr>
        <p:txBody>
          <a:bodyPr vert="horz" wrap="square" lIns="0" tIns="14604" rIns="0" bIns="0" rtlCol="0">
            <a:spAutoFit/>
          </a:bodyPr>
          <a:lstStyle/>
          <a:p>
            <a:pPr marL="12700">
              <a:lnSpc>
                <a:spcPct val="100000"/>
              </a:lnSpc>
              <a:spcBef>
                <a:spcPts val="114"/>
              </a:spcBef>
            </a:pPr>
            <a:r>
              <a:rPr sz="2550" i="1" spc="60" dirty="0">
                <a:latin typeface="Times New Roman"/>
                <a:cs typeface="Times New Roman"/>
              </a:rPr>
              <a:t>x</a:t>
            </a:r>
            <a:r>
              <a:rPr sz="2250" baseline="-24074" dirty="0">
                <a:latin typeface="Times New Roman"/>
                <a:cs typeface="Times New Roman"/>
              </a:rPr>
              <a:t>N</a:t>
            </a:r>
            <a:endParaRPr sz="2250" baseline="-24074">
              <a:latin typeface="Times New Roman"/>
              <a:cs typeface="Times New Roman"/>
            </a:endParaRPr>
          </a:p>
        </p:txBody>
      </p:sp>
      <p:sp>
        <p:nvSpPr>
          <p:cNvPr id="29" name="object 29">
            <a:extLst>
              <a:ext uri="{FF2B5EF4-FFF2-40B4-BE49-F238E27FC236}">
                <a16:creationId xmlns:a16="http://schemas.microsoft.com/office/drawing/2014/main" id="{0354AE2F-06A6-049E-DF64-17ECDE333966}"/>
              </a:ext>
            </a:extLst>
          </p:cNvPr>
          <p:cNvSpPr txBox="1"/>
          <p:nvPr/>
        </p:nvSpPr>
        <p:spPr>
          <a:xfrm>
            <a:off x="2921271" y="3941350"/>
            <a:ext cx="381000" cy="516255"/>
          </a:xfrm>
          <a:prstGeom prst="rect">
            <a:avLst/>
          </a:prstGeom>
        </p:spPr>
        <p:txBody>
          <a:bodyPr vert="vert" wrap="square" lIns="0" tIns="0" rIns="0" bIns="0" rtlCol="0">
            <a:spAutoFit/>
          </a:bodyPr>
          <a:lstStyle/>
          <a:p>
            <a:pPr marL="12700">
              <a:lnSpc>
                <a:spcPts val="2760"/>
              </a:lnSpc>
            </a:pPr>
            <a:r>
              <a:rPr sz="2800" spc="-5" dirty="0">
                <a:latin typeface="Calibri"/>
                <a:cs typeface="Calibri"/>
              </a:rPr>
              <a:t>……</a:t>
            </a:r>
            <a:endParaRPr sz="2800">
              <a:latin typeface="Calibri"/>
              <a:cs typeface="Calibri"/>
            </a:endParaRPr>
          </a:p>
        </p:txBody>
      </p:sp>
      <p:sp>
        <p:nvSpPr>
          <p:cNvPr id="30" name="object 30">
            <a:extLst>
              <a:ext uri="{FF2B5EF4-FFF2-40B4-BE49-F238E27FC236}">
                <a16:creationId xmlns:a16="http://schemas.microsoft.com/office/drawing/2014/main" id="{F5CB9E27-6FEB-99D0-EBD8-9BE26B9C0EEF}"/>
              </a:ext>
            </a:extLst>
          </p:cNvPr>
          <p:cNvSpPr/>
          <p:nvPr/>
        </p:nvSpPr>
        <p:spPr>
          <a:xfrm>
            <a:off x="5308821" y="2492535"/>
            <a:ext cx="746760" cy="2676525"/>
          </a:xfrm>
          <a:custGeom>
            <a:avLst/>
            <a:gdLst/>
            <a:ahLst/>
            <a:cxnLst/>
            <a:rect l="l" t="t" r="r" b="b"/>
            <a:pathLst>
              <a:path w="746760" h="2676525">
                <a:moveTo>
                  <a:pt x="0" y="2676144"/>
                </a:moveTo>
                <a:lnTo>
                  <a:pt x="746760" y="2676144"/>
                </a:lnTo>
                <a:lnTo>
                  <a:pt x="746760" y="0"/>
                </a:lnTo>
                <a:lnTo>
                  <a:pt x="0" y="0"/>
                </a:lnTo>
                <a:lnTo>
                  <a:pt x="0" y="2676144"/>
                </a:lnTo>
                <a:close/>
              </a:path>
            </a:pathLst>
          </a:custGeom>
          <a:solidFill>
            <a:srgbClr val="D9D9D9"/>
          </a:solidFill>
        </p:spPr>
        <p:txBody>
          <a:bodyPr wrap="square" lIns="0" tIns="0" rIns="0" bIns="0" rtlCol="0"/>
          <a:lstStyle/>
          <a:p>
            <a:endParaRPr/>
          </a:p>
        </p:txBody>
      </p:sp>
      <p:sp>
        <p:nvSpPr>
          <p:cNvPr id="31" name="object 31">
            <a:extLst>
              <a:ext uri="{FF2B5EF4-FFF2-40B4-BE49-F238E27FC236}">
                <a16:creationId xmlns:a16="http://schemas.microsoft.com/office/drawing/2014/main" id="{1A06C9BF-BEB5-97C0-73F2-D6AD00CE1981}"/>
              </a:ext>
            </a:extLst>
          </p:cNvPr>
          <p:cNvSpPr txBox="1"/>
          <p:nvPr/>
        </p:nvSpPr>
        <p:spPr>
          <a:xfrm>
            <a:off x="5249131" y="2068304"/>
            <a:ext cx="910590" cy="391795"/>
          </a:xfrm>
          <a:prstGeom prst="rect">
            <a:avLst/>
          </a:prstGeom>
        </p:spPr>
        <p:txBody>
          <a:bodyPr vert="horz" wrap="square" lIns="0" tIns="12700" rIns="0" bIns="0" rtlCol="0">
            <a:spAutoFit/>
          </a:bodyPr>
          <a:lstStyle/>
          <a:p>
            <a:pPr marL="12700">
              <a:lnSpc>
                <a:spcPct val="100000"/>
              </a:lnSpc>
              <a:spcBef>
                <a:spcPts val="100"/>
              </a:spcBef>
            </a:pPr>
            <a:r>
              <a:rPr sz="2400" spc="-15" dirty="0">
                <a:latin typeface="Calibri"/>
                <a:cs typeface="Calibri"/>
              </a:rPr>
              <a:t>Layer</a:t>
            </a:r>
            <a:r>
              <a:rPr sz="2400" spc="-90" dirty="0">
                <a:latin typeface="Calibri"/>
                <a:cs typeface="Calibri"/>
              </a:rPr>
              <a:t> </a:t>
            </a:r>
            <a:r>
              <a:rPr sz="2400" dirty="0">
                <a:latin typeface="Calibri"/>
                <a:cs typeface="Calibri"/>
              </a:rPr>
              <a:t>2</a:t>
            </a:r>
            <a:endParaRPr sz="2400">
              <a:latin typeface="Calibri"/>
              <a:cs typeface="Calibri"/>
            </a:endParaRPr>
          </a:p>
        </p:txBody>
      </p:sp>
      <p:sp>
        <p:nvSpPr>
          <p:cNvPr id="32" name="object 32">
            <a:extLst>
              <a:ext uri="{FF2B5EF4-FFF2-40B4-BE49-F238E27FC236}">
                <a16:creationId xmlns:a16="http://schemas.microsoft.com/office/drawing/2014/main" id="{76F99ED7-98C4-5CC8-EF67-A6A23A637AAD}"/>
              </a:ext>
            </a:extLst>
          </p:cNvPr>
          <p:cNvSpPr/>
          <p:nvPr/>
        </p:nvSpPr>
        <p:spPr>
          <a:xfrm>
            <a:off x="5395689" y="2519966"/>
            <a:ext cx="574547" cy="574547"/>
          </a:xfrm>
          <a:prstGeom prst="rect">
            <a:avLst/>
          </a:prstGeom>
          <a:blipFill>
            <a:blip r:embed="rId7" cstate="print"/>
            <a:stretch>
              <a:fillRect/>
            </a:stretch>
          </a:blipFill>
        </p:spPr>
        <p:txBody>
          <a:bodyPr wrap="square" lIns="0" tIns="0" rIns="0" bIns="0" rtlCol="0"/>
          <a:lstStyle/>
          <a:p>
            <a:endParaRPr/>
          </a:p>
        </p:txBody>
      </p:sp>
      <p:sp>
        <p:nvSpPr>
          <p:cNvPr id="33" name="object 33">
            <a:extLst>
              <a:ext uri="{FF2B5EF4-FFF2-40B4-BE49-F238E27FC236}">
                <a16:creationId xmlns:a16="http://schemas.microsoft.com/office/drawing/2014/main" id="{D15A87C1-241E-1AD6-2278-ED0A1869C5D7}"/>
              </a:ext>
            </a:extLst>
          </p:cNvPr>
          <p:cNvSpPr/>
          <p:nvPr/>
        </p:nvSpPr>
        <p:spPr>
          <a:xfrm>
            <a:off x="5395689" y="2519966"/>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7"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34" name="object 34">
            <a:extLst>
              <a:ext uri="{FF2B5EF4-FFF2-40B4-BE49-F238E27FC236}">
                <a16:creationId xmlns:a16="http://schemas.microsoft.com/office/drawing/2014/main" id="{54B34E1B-8BD7-A338-DC79-86670D8A76E1}"/>
              </a:ext>
            </a:extLst>
          </p:cNvPr>
          <p:cNvSpPr/>
          <p:nvPr/>
        </p:nvSpPr>
        <p:spPr>
          <a:xfrm>
            <a:off x="5398736" y="3298731"/>
            <a:ext cx="574548" cy="574547"/>
          </a:xfrm>
          <a:prstGeom prst="rect">
            <a:avLst/>
          </a:prstGeom>
          <a:blipFill>
            <a:blip r:embed="rId8" cstate="print"/>
            <a:stretch>
              <a:fillRect/>
            </a:stretch>
          </a:blipFill>
        </p:spPr>
        <p:txBody>
          <a:bodyPr wrap="square" lIns="0" tIns="0" rIns="0" bIns="0" rtlCol="0"/>
          <a:lstStyle/>
          <a:p>
            <a:endParaRPr/>
          </a:p>
        </p:txBody>
      </p:sp>
      <p:sp>
        <p:nvSpPr>
          <p:cNvPr id="35" name="object 35">
            <a:extLst>
              <a:ext uri="{FF2B5EF4-FFF2-40B4-BE49-F238E27FC236}">
                <a16:creationId xmlns:a16="http://schemas.microsoft.com/office/drawing/2014/main" id="{18BF4B39-94FA-87B6-7D95-5CB94F7E15F0}"/>
              </a:ext>
            </a:extLst>
          </p:cNvPr>
          <p:cNvSpPr/>
          <p:nvPr/>
        </p:nvSpPr>
        <p:spPr>
          <a:xfrm>
            <a:off x="5398736" y="3298731"/>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36" name="object 36">
            <a:extLst>
              <a:ext uri="{FF2B5EF4-FFF2-40B4-BE49-F238E27FC236}">
                <a16:creationId xmlns:a16="http://schemas.microsoft.com/office/drawing/2014/main" id="{C6D81144-4588-0268-48D6-A4AD9F0802E6}"/>
              </a:ext>
            </a:extLst>
          </p:cNvPr>
          <p:cNvSpPr/>
          <p:nvPr/>
        </p:nvSpPr>
        <p:spPr>
          <a:xfrm>
            <a:off x="5386545" y="4527074"/>
            <a:ext cx="574548" cy="574547"/>
          </a:xfrm>
          <a:prstGeom prst="rect">
            <a:avLst/>
          </a:prstGeom>
          <a:blipFill>
            <a:blip r:embed="rId9" cstate="print"/>
            <a:stretch>
              <a:fillRect/>
            </a:stretch>
          </a:blipFill>
        </p:spPr>
        <p:txBody>
          <a:bodyPr wrap="square" lIns="0" tIns="0" rIns="0" bIns="0" rtlCol="0"/>
          <a:lstStyle/>
          <a:p>
            <a:endParaRPr/>
          </a:p>
        </p:txBody>
      </p:sp>
      <p:sp>
        <p:nvSpPr>
          <p:cNvPr id="37" name="object 37">
            <a:extLst>
              <a:ext uri="{FF2B5EF4-FFF2-40B4-BE49-F238E27FC236}">
                <a16:creationId xmlns:a16="http://schemas.microsoft.com/office/drawing/2014/main" id="{8A37E49C-6B1B-8BD0-C1E5-F1A4D714BD16}"/>
              </a:ext>
            </a:extLst>
          </p:cNvPr>
          <p:cNvSpPr/>
          <p:nvPr/>
        </p:nvSpPr>
        <p:spPr>
          <a:xfrm>
            <a:off x="5386545" y="4527074"/>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38" name="object 38">
            <a:extLst>
              <a:ext uri="{FF2B5EF4-FFF2-40B4-BE49-F238E27FC236}">
                <a16:creationId xmlns:a16="http://schemas.microsoft.com/office/drawing/2014/main" id="{2DA59743-8212-A977-C40B-B31C0D5BF185}"/>
              </a:ext>
            </a:extLst>
          </p:cNvPr>
          <p:cNvSpPr txBox="1"/>
          <p:nvPr/>
        </p:nvSpPr>
        <p:spPr>
          <a:xfrm>
            <a:off x="5551517" y="3953288"/>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39" name="object 39">
            <a:extLst>
              <a:ext uri="{FF2B5EF4-FFF2-40B4-BE49-F238E27FC236}">
                <a16:creationId xmlns:a16="http://schemas.microsoft.com/office/drawing/2014/main" id="{43A28F27-9DB1-9B4D-1E6C-0A42DBA07B6D}"/>
              </a:ext>
            </a:extLst>
          </p:cNvPr>
          <p:cNvSpPr/>
          <p:nvPr/>
        </p:nvSpPr>
        <p:spPr>
          <a:xfrm>
            <a:off x="7526240" y="2509298"/>
            <a:ext cx="745490" cy="2676525"/>
          </a:xfrm>
          <a:custGeom>
            <a:avLst/>
            <a:gdLst/>
            <a:ahLst/>
            <a:cxnLst/>
            <a:rect l="l" t="t" r="r" b="b"/>
            <a:pathLst>
              <a:path w="745490" h="2676525">
                <a:moveTo>
                  <a:pt x="0" y="2676144"/>
                </a:moveTo>
                <a:lnTo>
                  <a:pt x="745236" y="2676144"/>
                </a:lnTo>
                <a:lnTo>
                  <a:pt x="745236" y="0"/>
                </a:lnTo>
                <a:lnTo>
                  <a:pt x="0" y="0"/>
                </a:lnTo>
                <a:lnTo>
                  <a:pt x="0" y="2676144"/>
                </a:lnTo>
                <a:close/>
              </a:path>
            </a:pathLst>
          </a:custGeom>
          <a:solidFill>
            <a:srgbClr val="D9D9D9"/>
          </a:solidFill>
        </p:spPr>
        <p:txBody>
          <a:bodyPr wrap="square" lIns="0" tIns="0" rIns="0" bIns="0" rtlCol="0"/>
          <a:lstStyle/>
          <a:p>
            <a:endParaRPr/>
          </a:p>
        </p:txBody>
      </p:sp>
      <p:sp>
        <p:nvSpPr>
          <p:cNvPr id="40" name="object 40">
            <a:extLst>
              <a:ext uri="{FF2B5EF4-FFF2-40B4-BE49-F238E27FC236}">
                <a16:creationId xmlns:a16="http://schemas.microsoft.com/office/drawing/2014/main" id="{992A82C6-B7D2-230D-B39D-D10F883A82D4}"/>
              </a:ext>
            </a:extLst>
          </p:cNvPr>
          <p:cNvSpPr txBox="1"/>
          <p:nvPr/>
        </p:nvSpPr>
        <p:spPr>
          <a:xfrm>
            <a:off x="7473027" y="2068304"/>
            <a:ext cx="884555" cy="391795"/>
          </a:xfrm>
          <a:prstGeom prst="rect">
            <a:avLst/>
          </a:prstGeom>
        </p:spPr>
        <p:txBody>
          <a:bodyPr vert="horz" wrap="square" lIns="0" tIns="12700" rIns="0" bIns="0" rtlCol="0">
            <a:spAutoFit/>
          </a:bodyPr>
          <a:lstStyle/>
          <a:p>
            <a:pPr marL="12700">
              <a:lnSpc>
                <a:spcPct val="100000"/>
              </a:lnSpc>
              <a:spcBef>
                <a:spcPts val="100"/>
              </a:spcBef>
            </a:pPr>
            <a:r>
              <a:rPr sz="2400" spc="-15" dirty="0">
                <a:latin typeface="Calibri"/>
                <a:cs typeface="Calibri"/>
              </a:rPr>
              <a:t>Layer</a:t>
            </a:r>
            <a:r>
              <a:rPr sz="2400" spc="-90" dirty="0">
                <a:latin typeface="Calibri"/>
                <a:cs typeface="Calibri"/>
              </a:rPr>
              <a:t> </a:t>
            </a:r>
            <a:r>
              <a:rPr sz="2400" dirty="0">
                <a:latin typeface="Calibri"/>
                <a:cs typeface="Calibri"/>
              </a:rPr>
              <a:t>L</a:t>
            </a:r>
            <a:endParaRPr sz="2400">
              <a:latin typeface="Calibri"/>
              <a:cs typeface="Calibri"/>
            </a:endParaRPr>
          </a:p>
        </p:txBody>
      </p:sp>
      <p:sp>
        <p:nvSpPr>
          <p:cNvPr id="41" name="object 41">
            <a:extLst>
              <a:ext uri="{FF2B5EF4-FFF2-40B4-BE49-F238E27FC236}">
                <a16:creationId xmlns:a16="http://schemas.microsoft.com/office/drawing/2014/main" id="{DA35D3B1-F090-494A-D461-118312208C9E}"/>
              </a:ext>
            </a:extLst>
          </p:cNvPr>
          <p:cNvSpPr/>
          <p:nvPr/>
        </p:nvSpPr>
        <p:spPr>
          <a:xfrm>
            <a:off x="7600916" y="2501679"/>
            <a:ext cx="574547" cy="573024"/>
          </a:xfrm>
          <a:prstGeom prst="rect">
            <a:avLst/>
          </a:prstGeom>
          <a:blipFill>
            <a:blip r:embed="rId10" cstate="print"/>
            <a:stretch>
              <a:fillRect/>
            </a:stretch>
          </a:blipFill>
        </p:spPr>
        <p:txBody>
          <a:bodyPr wrap="square" lIns="0" tIns="0" rIns="0" bIns="0" rtlCol="0"/>
          <a:lstStyle/>
          <a:p>
            <a:endParaRPr/>
          </a:p>
        </p:txBody>
      </p:sp>
      <p:sp>
        <p:nvSpPr>
          <p:cNvPr id="42" name="object 42">
            <a:extLst>
              <a:ext uri="{FF2B5EF4-FFF2-40B4-BE49-F238E27FC236}">
                <a16:creationId xmlns:a16="http://schemas.microsoft.com/office/drawing/2014/main" id="{4A2B4E38-B51F-FEC4-B2CB-98E68056596B}"/>
              </a:ext>
            </a:extLst>
          </p:cNvPr>
          <p:cNvSpPr/>
          <p:nvPr/>
        </p:nvSpPr>
        <p:spPr>
          <a:xfrm>
            <a:off x="7600916" y="2501679"/>
            <a:ext cx="574675" cy="573405"/>
          </a:xfrm>
          <a:custGeom>
            <a:avLst/>
            <a:gdLst/>
            <a:ahLst/>
            <a:cxnLst/>
            <a:rect l="l" t="t" r="r" b="b"/>
            <a:pathLst>
              <a:path w="574675" h="573405">
                <a:moveTo>
                  <a:pt x="0" y="286512"/>
                </a:moveTo>
                <a:lnTo>
                  <a:pt x="3760" y="240036"/>
                </a:lnTo>
                <a:lnTo>
                  <a:pt x="14648" y="195949"/>
                </a:lnTo>
                <a:lnTo>
                  <a:pt x="32071" y="154840"/>
                </a:lnTo>
                <a:lnTo>
                  <a:pt x="55437" y="117299"/>
                </a:lnTo>
                <a:lnTo>
                  <a:pt x="84153" y="83915"/>
                </a:lnTo>
                <a:lnTo>
                  <a:pt x="117628" y="55278"/>
                </a:lnTo>
                <a:lnTo>
                  <a:pt x="155270" y="31978"/>
                </a:lnTo>
                <a:lnTo>
                  <a:pt x="196486" y="14606"/>
                </a:lnTo>
                <a:lnTo>
                  <a:pt x="240684" y="3749"/>
                </a:lnTo>
                <a:lnTo>
                  <a:pt x="287274" y="0"/>
                </a:lnTo>
                <a:lnTo>
                  <a:pt x="333863" y="3749"/>
                </a:lnTo>
                <a:lnTo>
                  <a:pt x="378061" y="14606"/>
                </a:lnTo>
                <a:lnTo>
                  <a:pt x="419277" y="31978"/>
                </a:lnTo>
                <a:lnTo>
                  <a:pt x="456919" y="55278"/>
                </a:lnTo>
                <a:lnTo>
                  <a:pt x="490394" y="83915"/>
                </a:lnTo>
                <a:lnTo>
                  <a:pt x="519110" y="117299"/>
                </a:lnTo>
                <a:lnTo>
                  <a:pt x="542476" y="154840"/>
                </a:lnTo>
                <a:lnTo>
                  <a:pt x="559899" y="195949"/>
                </a:lnTo>
                <a:lnTo>
                  <a:pt x="570787" y="240036"/>
                </a:lnTo>
                <a:lnTo>
                  <a:pt x="574547" y="286512"/>
                </a:lnTo>
                <a:lnTo>
                  <a:pt x="570787" y="332987"/>
                </a:lnTo>
                <a:lnTo>
                  <a:pt x="559899" y="377074"/>
                </a:lnTo>
                <a:lnTo>
                  <a:pt x="542476" y="418183"/>
                </a:lnTo>
                <a:lnTo>
                  <a:pt x="519110" y="455724"/>
                </a:lnTo>
                <a:lnTo>
                  <a:pt x="490394" y="489108"/>
                </a:lnTo>
                <a:lnTo>
                  <a:pt x="456919" y="517745"/>
                </a:lnTo>
                <a:lnTo>
                  <a:pt x="419277" y="541045"/>
                </a:lnTo>
                <a:lnTo>
                  <a:pt x="378061" y="558417"/>
                </a:lnTo>
                <a:lnTo>
                  <a:pt x="333863" y="569274"/>
                </a:lnTo>
                <a:lnTo>
                  <a:pt x="287274" y="573024"/>
                </a:lnTo>
                <a:lnTo>
                  <a:pt x="240684" y="569274"/>
                </a:lnTo>
                <a:lnTo>
                  <a:pt x="196486" y="558417"/>
                </a:lnTo>
                <a:lnTo>
                  <a:pt x="155270" y="541045"/>
                </a:lnTo>
                <a:lnTo>
                  <a:pt x="117628" y="517745"/>
                </a:lnTo>
                <a:lnTo>
                  <a:pt x="84153" y="489108"/>
                </a:lnTo>
                <a:lnTo>
                  <a:pt x="55437" y="455724"/>
                </a:lnTo>
                <a:lnTo>
                  <a:pt x="32071" y="418183"/>
                </a:lnTo>
                <a:lnTo>
                  <a:pt x="14648" y="377074"/>
                </a:lnTo>
                <a:lnTo>
                  <a:pt x="3760" y="332987"/>
                </a:lnTo>
                <a:lnTo>
                  <a:pt x="0" y="286512"/>
                </a:lnTo>
                <a:close/>
              </a:path>
            </a:pathLst>
          </a:custGeom>
          <a:ln w="6096">
            <a:solidFill>
              <a:srgbClr val="6FAC46"/>
            </a:solidFill>
          </a:ln>
        </p:spPr>
        <p:txBody>
          <a:bodyPr wrap="square" lIns="0" tIns="0" rIns="0" bIns="0" rtlCol="0"/>
          <a:lstStyle/>
          <a:p>
            <a:endParaRPr/>
          </a:p>
        </p:txBody>
      </p:sp>
      <p:sp>
        <p:nvSpPr>
          <p:cNvPr id="43" name="object 43">
            <a:extLst>
              <a:ext uri="{FF2B5EF4-FFF2-40B4-BE49-F238E27FC236}">
                <a16:creationId xmlns:a16="http://schemas.microsoft.com/office/drawing/2014/main" id="{827AB54B-201F-D823-A247-0F6DAD44FB9D}"/>
              </a:ext>
            </a:extLst>
          </p:cNvPr>
          <p:cNvSpPr/>
          <p:nvPr/>
        </p:nvSpPr>
        <p:spPr>
          <a:xfrm>
            <a:off x="7603965" y="3260631"/>
            <a:ext cx="574547" cy="574547"/>
          </a:xfrm>
          <a:prstGeom prst="rect">
            <a:avLst/>
          </a:prstGeom>
          <a:blipFill>
            <a:blip r:embed="rId11" cstate="print"/>
            <a:stretch>
              <a:fillRect/>
            </a:stretch>
          </a:blipFill>
        </p:spPr>
        <p:txBody>
          <a:bodyPr wrap="square" lIns="0" tIns="0" rIns="0" bIns="0" rtlCol="0"/>
          <a:lstStyle/>
          <a:p>
            <a:endParaRPr/>
          </a:p>
        </p:txBody>
      </p:sp>
      <p:sp>
        <p:nvSpPr>
          <p:cNvPr id="44" name="object 44">
            <a:extLst>
              <a:ext uri="{FF2B5EF4-FFF2-40B4-BE49-F238E27FC236}">
                <a16:creationId xmlns:a16="http://schemas.microsoft.com/office/drawing/2014/main" id="{DB251102-4864-0FBF-C1CA-0AC2540EE160}"/>
              </a:ext>
            </a:extLst>
          </p:cNvPr>
          <p:cNvSpPr/>
          <p:nvPr/>
        </p:nvSpPr>
        <p:spPr>
          <a:xfrm>
            <a:off x="7603965" y="3260631"/>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7"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6FAC46"/>
            </a:solidFill>
          </a:ln>
        </p:spPr>
        <p:txBody>
          <a:bodyPr wrap="square" lIns="0" tIns="0" rIns="0" bIns="0" rtlCol="0"/>
          <a:lstStyle/>
          <a:p>
            <a:endParaRPr/>
          </a:p>
        </p:txBody>
      </p:sp>
      <p:sp>
        <p:nvSpPr>
          <p:cNvPr id="45" name="object 45">
            <a:extLst>
              <a:ext uri="{FF2B5EF4-FFF2-40B4-BE49-F238E27FC236}">
                <a16:creationId xmlns:a16="http://schemas.microsoft.com/office/drawing/2014/main" id="{75C28883-4997-E14C-EFD8-43D535EE3963}"/>
              </a:ext>
            </a:extLst>
          </p:cNvPr>
          <p:cNvSpPr/>
          <p:nvPr/>
        </p:nvSpPr>
        <p:spPr>
          <a:xfrm>
            <a:off x="7611584" y="4507262"/>
            <a:ext cx="573024" cy="574547"/>
          </a:xfrm>
          <a:prstGeom prst="rect">
            <a:avLst/>
          </a:prstGeom>
          <a:blipFill>
            <a:blip r:embed="rId12" cstate="print"/>
            <a:stretch>
              <a:fillRect/>
            </a:stretch>
          </a:blipFill>
        </p:spPr>
        <p:txBody>
          <a:bodyPr wrap="square" lIns="0" tIns="0" rIns="0" bIns="0" rtlCol="0"/>
          <a:lstStyle/>
          <a:p>
            <a:endParaRPr/>
          </a:p>
        </p:txBody>
      </p:sp>
      <p:sp>
        <p:nvSpPr>
          <p:cNvPr id="46" name="object 46">
            <a:extLst>
              <a:ext uri="{FF2B5EF4-FFF2-40B4-BE49-F238E27FC236}">
                <a16:creationId xmlns:a16="http://schemas.microsoft.com/office/drawing/2014/main" id="{4B72E407-13EC-9F56-4A63-D16567798A4C}"/>
              </a:ext>
            </a:extLst>
          </p:cNvPr>
          <p:cNvSpPr/>
          <p:nvPr/>
        </p:nvSpPr>
        <p:spPr>
          <a:xfrm>
            <a:off x="7611584" y="4507262"/>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6FAC46"/>
            </a:solidFill>
          </a:ln>
        </p:spPr>
        <p:txBody>
          <a:bodyPr wrap="square" lIns="0" tIns="0" rIns="0" bIns="0" rtlCol="0"/>
          <a:lstStyle/>
          <a:p>
            <a:endParaRPr/>
          </a:p>
        </p:txBody>
      </p:sp>
      <p:sp>
        <p:nvSpPr>
          <p:cNvPr id="47" name="object 47">
            <a:extLst>
              <a:ext uri="{FF2B5EF4-FFF2-40B4-BE49-F238E27FC236}">
                <a16:creationId xmlns:a16="http://schemas.microsoft.com/office/drawing/2014/main" id="{D74A5CC1-3BEB-763F-C7BB-0634749E5FF3}"/>
              </a:ext>
            </a:extLst>
          </p:cNvPr>
          <p:cNvSpPr txBox="1"/>
          <p:nvPr/>
        </p:nvSpPr>
        <p:spPr>
          <a:xfrm>
            <a:off x="7776177" y="3930937"/>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48" name="object 48">
            <a:extLst>
              <a:ext uri="{FF2B5EF4-FFF2-40B4-BE49-F238E27FC236}">
                <a16:creationId xmlns:a16="http://schemas.microsoft.com/office/drawing/2014/main" id="{4E977729-706A-8C22-31C8-FAE0F7069E87}"/>
              </a:ext>
            </a:extLst>
          </p:cNvPr>
          <p:cNvSpPr txBox="1"/>
          <p:nvPr/>
        </p:nvSpPr>
        <p:spPr>
          <a:xfrm>
            <a:off x="6205948" y="2486515"/>
            <a:ext cx="51689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a:t>
            </a:r>
            <a:endParaRPr sz="2800">
              <a:latin typeface="Calibri"/>
              <a:cs typeface="Calibri"/>
            </a:endParaRPr>
          </a:p>
        </p:txBody>
      </p:sp>
      <p:sp>
        <p:nvSpPr>
          <p:cNvPr id="49" name="object 49">
            <a:extLst>
              <a:ext uri="{FF2B5EF4-FFF2-40B4-BE49-F238E27FC236}">
                <a16:creationId xmlns:a16="http://schemas.microsoft.com/office/drawing/2014/main" id="{4B17F4F3-AC91-88F9-18FC-C8261E6CA991}"/>
              </a:ext>
            </a:extLst>
          </p:cNvPr>
          <p:cNvSpPr txBox="1"/>
          <p:nvPr/>
        </p:nvSpPr>
        <p:spPr>
          <a:xfrm>
            <a:off x="6212934" y="3248184"/>
            <a:ext cx="51625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a:t>
            </a:r>
            <a:endParaRPr sz="2800">
              <a:latin typeface="Calibri"/>
              <a:cs typeface="Calibri"/>
            </a:endParaRPr>
          </a:p>
        </p:txBody>
      </p:sp>
      <p:sp>
        <p:nvSpPr>
          <p:cNvPr id="50" name="object 50">
            <a:extLst>
              <a:ext uri="{FF2B5EF4-FFF2-40B4-BE49-F238E27FC236}">
                <a16:creationId xmlns:a16="http://schemas.microsoft.com/office/drawing/2014/main" id="{77B17338-27DD-AB7C-00CD-4EFA5D1FF5DF}"/>
              </a:ext>
            </a:extLst>
          </p:cNvPr>
          <p:cNvSpPr txBox="1"/>
          <p:nvPr/>
        </p:nvSpPr>
        <p:spPr>
          <a:xfrm>
            <a:off x="6241890" y="4463829"/>
            <a:ext cx="51689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a:t>
            </a:r>
            <a:endParaRPr sz="2800">
              <a:latin typeface="Calibri"/>
              <a:cs typeface="Calibri"/>
            </a:endParaRPr>
          </a:p>
        </p:txBody>
      </p:sp>
      <p:sp>
        <p:nvSpPr>
          <p:cNvPr id="51" name="object 51">
            <a:extLst>
              <a:ext uri="{FF2B5EF4-FFF2-40B4-BE49-F238E27FC236}">
                <a16:creationId xmlns:a16="http://schemas.microsoft.com/office/drawing/2014/main" id="{DCEE7962-F847-2CA6-C812-B35F9B932738}"/>
              </a:ext>
            </a:extLst>
          </p:cNvPr>
          <p:cNvSpPr/>
          <p:nvPr/>
        </p:nvSpPr>
        <p:spPr>
          <a:xfrm>
            <a:off x="4640547" y="2768379"/>
            <a:ext cx="741680" cy="78105"/>
          </a:xfrm>
          <a:custGeom>
            <a:avLst/>
            <a:gdLst/>
            <a:ahLst/>
            <a:cxnLst/>
            <a:rect l="l" t="t" r="r" b="b"/>
            <a:pathLst>
              <a:path w="741679" h="78105">
                <a:moveTo>
                  <a:pt x="663701" y="0"/>
                </a:moveTo>
                <a:lnTo>
                  <a:pt x="663701" y="77724"/>
                </a:lnTo>
                <a:lnTo>
                  <a:pt x="715518" y="51815"/>
                </a:lnTo>
                <a:lnTo>
                  <a:pt x="676656" y="51815"/>
                </a:lnTo>
                <a:lnTo>
                  <a:pt x="676656" y="25907"/>
                </a:lnTo>
                <a:lnTo>
                  <a:pt x="715517" y="25907"/>
                </a:lnTo>
                <a:lnTo>
                  <a:pt x="663701" y="0"/>
                </a:lnTo>
                <a:close/>
              </a:path>
              <a:path w="741679" h="78105">
                <a:moveTo>
                  <a:pt x="663701" y="25907"/>
                </a:moveTo>
                <a:lnTo>
                  <a:pt x="0" y="25907"/>
                </a:lnTo>
                <a:lnTo>
                  <a:pt x="0" y="51815"/>
                </a:lnTo>
                <a:lnTo>
                  <a:pt x="663701" y="51815"/>
                </a:lnTo>
                <a:lnTo>
                  <a:pt x="663701" y="25907"/>
                </a:lnTo>
                <a:close/>
              </a:path>
              <a:path w="741679" h="78105">
                <a:moveTo>
                  <a:pt x="715517" y="25907"/>
                </a:moveTo>
                <a:lnTo>
                  <a:pt x="676656" y="25907"/>
                </a:lnTo>
                <a:lnTo>
                  <a:pt x="676656" y="51815"/>
                </a:lnTo>
                <a:lnTo>
                  <a:pt x="715518" y="51815"/>
                </a:lnTo>
                <a:lnTo>
                  <a:pt x="741425" y="38862"/>
                </a:lnTo>
                <a:lnTo>
                  <a:pt x="715517" y="25907"/>
                </a:lnTo>
                <a:close/>
              </a:path>
            </a:pathLst>
          </a:custGeom>
          <a:solidFill>
            <a:srgbClr val="000000"/>
          </a:solidFill>
        </p:spPr>
        <p:txBody>
          <a:bodyPr wrap="square" lIns="0" tIns="0" rIns="0" bIns="0" rtlCol="0"/>
          <a:lstStyle/>
          <a:p>
            <a:endParaRPr/>
          </a:p>
        </p:txBody>
      </p:sp>
      <p:sp>
        <p:nvSpPr>
          <p:cNvPr id="52" name="object 52">
            <a:extLst>
              <a:ext uri="{FF2B5EF4-FFF2-40B4-BE49-F238E27FC236}">
                <a16:creationId xmlns:a16="http://schemas.microsoft.com/office/drawing/2014/main" id="{4C4317F3-EA89-E922-00D4-CF381B2ACB79}"/>
              </a:ext>
            </a:extLst>
          </p:cNvPr>
          <p:cNvSpPr/>
          <p:nvPr/>
        </p:nvSpPr>
        <p:spPr>
          <a:xfrm>
            <a:off x="4655786" y="3560859"/>
            <a:ext cx="741680" cy="78105"/>
          </a:xfrm>
          <a:custGeom>
            <a:avLst/>
            <a:gdLst/>
            <a:ahLst/>
            <a:cxnLst/>
            <a:rect l="l" t="t" r="r" b="b"/>
            <a:pathLst>
              <a:path w="741679" h="78104">
                <a:moveTo>
                  <a:pt x="663702" y="0"/>
                </a:moveTo>
                <a:lnTo>
                  <a:pt x="663702" y="77724"/>
                </a:lnTo>
                <a:lnTo>
                  <a:pt x="715518" y="51815"/>
                </a:lnTo>
                <a:lnTo>
                  <a:pt x="676656" y="51815"/>
                </a:lnTo>
                <a:lnTo>
                  <a:pt x="676656" y="25908"/>
                </a:lnTo>
                <a:lnTo>
                  <a:pt x="715518" y="25908"/>
                </a:lnTo>
                <a:lnTo>
                  <a:pt x="663702" y="0"/>
                </a:lnTo>
                <a:close/>
              </a:path>
              <a:path w="741679" h="78104">
                <a:moveTo>
                  <a:pt x="663702" y="25908"/>
                </a:moveTo>
                <a:lnTo>
                  <a:pt x="0" y="25908"/>
                </a:lnTo>
                <a:lnTo>
                  <a:pt x="0" y="51815"/>
                </a:lnTo>
                <a:lnTo>
                  <a:pt x="663702" y="51815"/>
                </a:lnTo>
                <a:lnTo>
                  <a:pt x="663702" y="25908"/>
                </a:lnTo>
                <a:close/>
              </a:path>
              <a:path w="741679" h="78104">
                <a:moveTo>
                  <a:pt x="715518" y="25908"/>
                </a:moveTo>
                <a:lnTo>
                  <a:pt x="676656" y="25908"/>
                </a:lnTo>
                <a:lnTo>
                  <a:pt x="676656" y="51815"/>
                </a:lnTo>
                <a:lnTo>
                  <a:pt x="715518" y="51815"/>
                </a:lnTo>
                <a:lnTo>
                  <a:pt x="741426" y="38862"/>
                </a:lnTo>
                <a:lnTo>
                  <a:pt x="715518" y="25908"/>
                </a:lnTo>
                <a:close/>
              </a:path>
            </a:pathLst>
          </a:custGeom>
          <a:solidFill>
            <a:srgbClr val="000000"/>
          </a:solidFill>
        </p:spPr>
        <p:txBody>
          <a:bodyPr wrap="square" lIns="0" tIns="0" rIns="0" bIns="0" rtlCol="0"/>
          <a:lstStyle/>
          <a:p>
            <a:endParaRPr/>
          </a:p>
        </p:txBody>
      </p:sp>
      <p:sp>
        <p:nvSpPr>
          <p:cNvPr id="53" name="object 53">
            <a:extLst>
              <a:ext uri="{FF2B5EF4-FFF2-40B4-BE49-F238E27FC236}">
                <a16:creationId xmlns:a16="http://schemas.microsoft.com/office/drawing/2014/main" id="{76DAF8E0-06F7-016C-C46E-20B0C914891E}"/>
              </a:ext>
            </a:extLst>
          </p:cNvPr>
          <p:cNvSpPr/>
          <p:nvPr/>
        </p:nvSpPr>
        <p:spPr>
          <a:xfrm>
            <a:off x="4646642" y="4783106"/>
            <a:ext cx="741680" cy="78105"/>
          </a:xfrm>
          <a:custGeom>
            <a:avLst/>
            <a:gdLst/>
            <a:ahLst/>
            <a:cxnLst/>
            <a:rect l="l" t="t" r="r" b="b"/>
            <a:pathLst>
              <a:path w="741679" h="78104">
                <a:moveTo>
                  <a:pt x="663701" y="0"/>
                </a:moveTo>
                <a:lnTo>
                  <a:pt x="663701" y="77724"/>
                </a:lnTo>
                <a:lnTo>
                  <a:pt x="715518" y="51815"/>
                </a:lnTo>
                <a:lnTo>
                  <a:pt x="676655" y="51815"/>
                </a:lnTo>
                <a:lnTo>
                  <a:pt x="676655" y="25907"/>
                </a:lnTo>
                <a:lnTo>
                  <a:pt x="715517" y="25907"/>
                </a:lnTo>
                <a:lnTo>
                  <a:pt x="663701" y="0"/>
                </a:lnTo>
                <a:close/>
              </a:path>
              <a:path w="741679" h="78104">
                <a:moveTo>
                  <a:pt x="663701" y="25907"/>
                </a:moveTo>
                <a:lnTo>
                  <a:pt x="0" y="25907"/>
                </a:lnTo>
                <a:lnTo>
                  <a:pt x="0" y="51815"/>
                </a:lnTo>
                <a:lnTo>
                  <a:pt x="663701" y="51815"/>
                </a:lnTo>
                <a:lnTo>
                  <a:pt x="663701" y="25907"/>
                </a:lnTo>
                <a:close/>
              </a:path>
              <a:path w="741679" h="78104">
                <a:moveTo>
                  <a:pt x="715517" y="25907"/>
                </a:moveTo>
                <a:lnTo>
                  <a:pt x="676655" y="25907"/>
                </a:lnTo>
                <a:lnTo>
                  <a:pt x="676655" y="51815"/>
                </a:lnTo>
                <a:lnTo>
                  <a:pt x="715518" y="51815"/>
                </a:lnTo>
                <a:lnTo>
                  <a:pt x="741426" y="38862"/>
                </a:lnTo>
                <a:lnTo>
                  <a:pt x="715517" y="25907"/>
                </a:lnTo>
                <a:close/>
              </a:path>
            </a:pathLst>
          </a:custGeom>
          <a:solidFill>
            <a:srgbClr val="000000"/>
          </a:solidFill>
        </p:spPr>
        <p:txBody>
          <a:bodyPr wrap="square" lIns="0" tIns="0" rIns="0" bIns="0" rtlCol="0"/>
          <a:lstStyle/>
          <a:p>
            <a:endParaRPr/>
          </a:p>
        </p:txBody>
      </p:sp>
      <p:sp>
        <p:nvSpPr>
          <p:cNvPr id="54" name="object 54">
            <a:extLst>
              <a:ext uri="{FF2B5EF4-FFF2-40B4-BE49-F238E27FC236}">
                <a16:creationId xmlns:a16="http://schemas.microsoft.com/office/drawing/2014/main" id="{C5F40C45-82BE-FBF4-DB19-59419E2D4931}"/>
              </a:ext>
            </a:extLst>
          </p:cNvPr>
          <p:cNvSpPr/>
          <p:nvPr/>
        </p:nvSpPr>
        <p:spPr>
          <a:xfrm>
            <a:off x="4634197" y="2807241"/>
            <a:ext cx="748665" cy="788035"/>
          </a:xfrm>
          <a:custGeom>
            <a:avLst/>
            <a:gdLst/>
            <a:ahLst/>
            <a:cxnLst/>
            <a:rect l="l" t="t" r="r" b="b"/>
            <a:pathLst>
              <a:path w="748664" h="788035">
                <a:moveTo>
                  <a:pt x="685550" y="47459"/>
                </a:moveTo>
                <a:lnTo>
                  <a:pt x="0" y="769619"/>
                </a:lnTo>
                <a:lnTo>
                  <a:pt x="18795" y="787526"/>
                </a:lnTo>
                <a:lnTo>
                  <a:pt x="704305" y="65285"/>
                </a:lnTo>
                <a:lnTo>
                  <a:pt x="685550" y="47459"/>
                </a:lnTo>
                <a:close/>
              </a:path>
              <a:path w="748664" h="788035">
                <a:moveTo>
                  <a:pt x="736835" y="38100"/>
                </a:moveTo>
                <a:lnTo>
                  <a:pt x="694435" y="38100"/>
                </a:lnTo>
                <a:lnTo>
                  <a:pt x="713232" y="55879"/>
                </a:lnTo>
                <a:lnTo>
                  <a:pt x="704305" y="65285"/>
                </a:lnTo>
                <a:lnTo>
                  <a:pt x="723137" y="83184"/>
                </a:lnTo>
                <a:lnTo>
                  <a:pt x="736835" y="38100"/>
                </a:lnTo>
                <a:close/>
              </a:path>
              <a:path w="748664" h="788035">
                <a:moveTo>
                  <a:pt x="694435" y="38100"/>
                </a:moveTo>
                <a:lnTo>
                  <a:pt x="685550" y="47459"/>
                </a:lnTo>
                <a:lnTo>
                  <a:pt x="704305" y="65285"/>
                </a:lnTo>
                <a:lnTo>
                  <a:pt x="713232" y="55879"/>
                </a:lnTo>
                <a:lnTo>
                  <a:pt x="694435" y="38100"/>
                </a:lnTo>
                <a:close/>
              </a:path>
              <a:path w="748664" h="788035">
                <a:moveTo>
                  <a:pt x="748410" y="0"/>
                </a:moveTo>
                <a:lnTo>
                  <a:pt x="666749" y="29590"/>
                </a:lnTo>
                <a:lnTo>
                  <a:pt x="685550" y="47459"/>
                </a:lnTo>
                <a:lnTo>
                  <a:pt x="694435" y="38100"/>
                </a:lnTo>
                <a:lnTo>
                  <a:pt x="736835" y="38100"/>
                </a:lnTo>
                <a:lnTo>
                  <a:pt x="748410" y="0"/>
                </a:lnTo>
                <a:close/>
              </a:path>
            </a:pathLst>
          </a:custGeom>
          <a:solidFill>
            <a:srgbClr val="000000"/>
          </a:solidFill>
        </p:spPr>
        <p:txBody>
          <a:bodyPr wrap="square" lIns="0" tIns="0" rIns="0" bIns="0" rtlCol="0"/>
          <a:lstStyle/>
          <a:p>
            <a:endParaRPr/>
          </a:p>
        </p:txBody>
      </p:sp>
      <p:sp>
        <p:nvSpPr>
          <p:cNvPr id="55" name="object 55">
            <a:extLst>
              <a:ext uri="{FF2B5EF4-FFF2-40B4-BE49-F238E27FC236}">
                <a16:creationId xmlns:a16="http://schemas.microsoft.com/office/drawing/2014/main" id="{6AC4B978-42A8-80CE-55CA-F505B1335519}"/>
              </a:ext>
            </a:extLst>
          </p:cNvPr>
          <p:cNvSpPr/>
          <p:nvPr/>
        </p:nvSpPr>
        <p:spPr>
          <a:xfrm>
            <a:off x="4631148" y="2798351"/>
            <a:ext cx="753110" cy="787400"/>
          </a:xfrm>
          <a:custGeom>
            <a:avLst/>
            <a:gdLst/>
            <a:ahLst/>
            <a:cxnLst/>
            <a:rect l="l" t="t" r="r" b="b"/>
            <a:pathLst>
              <a:path w="753110" h="787400">
                <a:moveTo>
                  <a:pt x="690073" y="740200"/>
                </a:moveTo>
                <a:lnTo>
                  <a:pt x="671321" y="758063"/>
                </a:lnTo>
                <a:lnTo>
                  <a:pt x="753109" y="787400"/>
                </a:lnTo>
                <a:lnTo>
                  <a:pt x="741460" y="749554"/>
                </a:lnTo>
                <a:lnTo>
                  <a:pt x="699007" y="749554"/>
                </a:lnTo>
                <a:lnTo>
                  <a:pt x="690073" y="740200"/>
                </a:lnTo>
                <a:close/>
              </a:path>
              <a:path w="753110" h="787400">
                <a:moveTo>
                  <a:pt x="708869" y="722295"/>
                </a:moveTo>
                <a:lnTo>
                  <a:pt x="690073" y="740200"/>
                </a:lnTo>
                <a:lnTo>
                  <a:pt x="699007" y="749554"/>
                </a:lnTo>
                <a:lnTo>
                  <a:pt x="717804" y="731647"/>
                </a:lnTo>
                <a:lnTo>
                  <a:pt x="708869" y="722295"/>
                </a:lnTo>
                <a:close/>
              </a:path>
              <a:path w="753110" h="787400">
                <a:moveTo>
                  <a:pt x="727582" y="704469"/>
                </a:moveTo>
                <a:lnTo>
                  <a:pt x="708869" y="722295"/>
                </a:lnTo>
                <a:lnTo>
                  <a:pt x="717804" y="731647"/>
                </a:lnTo>
                <a:lnTo>
                  <a:pt x="699007" y="749554"/>
                </a:lnTo>
                <a:lnTo>
                  <a:pt x="741460" y="749554"/>
                </a:lnTo>
                <a:lnTo>
                  <a:pt x="727582" y="704469"/>
                </a:lnTo>
                <a:close/>
              </a:path>
              <a:path w="753110" h="787400">
                <a:moveTo>
                  <a:pt x="18795" y="0"/>
                </a:moveTo>
                <a:lnTo>
                  <a:pt x="0" y="17780"/>
                </a:lnTo>
                <a:lnTo>
                  <a:pt x="690073" y="740200"/>
                </a:lnTo>
                <a:lnTo>
                  <a:pt x="708869" y="722295"/>
                </a:lnTo>
                <a:lnTo>
                  <a:pt x="18795" y="0"/>
                </a:lnTo>
                <a:close/>
              </a:path>
            </a:pathLst>
          </a:custGeom>
          <a:solidFill>
            <a:srgbClr val="000000"/>
          </a:solidFill>
        </p:spPr>
        <p:txBody>
          <a:bodyPr wrap="square" lIns="0" tIns="0" rIns="0" bIns="0" rtlCol="0"/>
          <a:lstStyle/>
          <a:p>
            <a:endParaRPr/>
          </a:p>
        </p:txBody>
      </p:sp>
      <p:sp>
        <p:nvSpPr>
          <p:cNvPr id="56" name="object 56">
            <a:extLst>
              <a:ext uri="{FF2B5EF4-FFF2-40B4-BE49-F238E27FC236}">
                <a16:creationId xmlns:a16="http://schemas.microsoft.com/office/drawing/2014/main" id="{32169BAC-6A61-974C-3B91-FD789D0F687A}"/>
              </a:ext>
            </a:extLst>
          </p:cNvPr>
          <p:cNvSpPr/>
          <p:nvPr/>
        </p:nvSpPr>
        <p:spPr>
          <a:xfrm>
            <a:off x="4628354" y="2802795"/>
            <a:ext cx="754380" cy="2011045"/>
          </a:xfrm>
          <a:custGeom>
            <a:avLst/>
            <a:gdLst/>
            <a:ahLst/>
            <a:cxnLst/>
            <a:rect l="l" t="t" r="r" b="b"/>
            <a:pathLst>
              <a:path w="754379" h="2011045">
                <a:moveTo>
                  <a:pt x="705477" y="1942452"/>
                </a:moveTo>
                <a:lnTo>
                  <a:pt x="681101" y="1951355"/>
                </a:lnTo>
                <a:lnTo>
                  <a:pt x="744347" y="2011045"/>
                </a:lnTo>
                <a:lnTo>
                  <a:pt x="750732" y="1954657"/>
                </a:lnTo>
                <a:lnTo>
                  <a:pt x="709929" y="1954657"/>
                </a:lnTo>
                <a:lnTo>
                  <a:pt x="705477" y="1942452"/>
                </a:lnTo>
                <a:close/>
              </a:path>
              <a:path w="754379" h="2011045">
                <a:moveTo>
                  <a:pt x="729856" y="1933548"/>
                </a:moveTo>
                <a:lnTo>
                  <a:pt x="705477" y="1942452"/>
                </a:lnTo>
                <a:lnTo>
                  <a:pt x="709929" y="1954657"/>
                </a:lnTo>
                <a:lnTo>
                  <a:pt x="734313" y="1945767"/>
                </a:lnTo>
                <a:lnTo>
                  <a:pt x="729856" y="1933548"/>
                </a:lnTo>
                <a:close/>
              </a:path>
              <a:path w="754379" h="2011045">
                <a:moveTo>
                  <a:pt x="754126" y="1924685"/>
                </a:moveTo>
                <a:lnTo>
                  <a:pt x="729856" y="1933548"/>
                </a:lnTo>
                <a:lnTo>
                  <a:pt x="734313" y="1945767"/>
                </a:lnTo>
                <a:lnTo>
                  <a:pt x="709929" y="1954657"/>
                </a:lnTo>
                <a:lnTo>
                  <a:pt x="750732" y="1954657"/>
                </a:lnTo>
                <a:lnTo>
                  <a:pt x="754126" y="1924685"/>
                </a:lnTo>
                <a:close/>
              </a:path>
              <a:path w="754379" h="2011045">
                <a:moveTo>
                  <a:pt x="24383" y="0"/>
                </a:moveTo>
                <a:lnTo>
                  <a:pt x="0" y="8889"/>
                </a:lnTo>
                <a:lnTo>
                  <a:pt x="705477" y="1942452"/>
                </a:lnTo>
                <a:lnTo>
                  <a:pt x="729856" y="1933548"/>
                </a:lnTo>
                <a:lnTo>
                  <a:pt x="24383" y="0"/>
                </a:lnTo>
                <a:close/>
              </a:path>
            </a:pathLst>
          </a:custGeom>
          <a:solidFill>
            <a:srgbClr val="000000"/>
          </a:solidFill>
        </p:spPr>
        <p:txBody>
          <a:bodyPr wrap="square" lIns="0" tIns="0" rIns="0" bIns="0" rtlCol="0"/>
          <a:lstStyle/>
          <a:p>
            <a:endParaRPr/>
          </a:p>
        </p:txBody>
      </p:sp>
      <p:sp>
        <p:nvSpPr>
          <p:cNvPr id="57" name="object 57">
            <a:extLst>
              <a:ext uri="{FF2B5EF4-FFF2-40B4-BE49-F238E27FC236}">
                <a16:creationId xmlns:a16="http://schemas.microsoft.com/office/drawing/2014/main" id="{8D1590F7-DD90-3843-90C2-F709730675A8}"/>
              </a:ext>
            </a:extLst>
          </p:cNvPr>
          <p:cNvSpPr/>
          <p:nvPr/>
        </p:nvSpPr>
        <p:spPr>
          <a:xfrm>
            <a:off x="4632419" y="3579400"/>
            <a:ext cx="741045" cy="1235075"/>
          </a:xfrm>
          <a:custGeom>
            <a:avLst/>
            <a:gdLst/>
            <a:ahLst/>
            <a:cxnLst/>
            <a:rect l="l" t="t" r="r" b="b"/>
            <a:pathLst>
              <a:path w="741045" h="1235075">
                <a:moveTo>
                  <a:pt x="690138" y="1174466"/>
                </a:moveTo>
                <a:lnTo>
                  <a:pt x="667892" y="1187704"/>
                </a:lnTo>
                <a:lnTo>
                  <a:pt x="740917" y="1234567"/>
                </a:lnTo>
                <a:lnTo>
                  <a:pt x="737395" y="1185545"/>
                </a:lnTo>
                <a:lnTo>
                  <a:pt x="696722" y="1185545"/>
                </a:lnTo>
                <a:lnTo>
                  <a:pt x="690138" y="1174466"/>
                </a:lnTo>
                <a:close/>
              </a:path>
              <a:path w="741045" h="1235075">
                <a:moveTo>
                  <a:pt x="712356" y="1161245"/>
                </a:moveTo>
                <a:lnTo>
                  <a:pt x="690138" y="1174466"/>
                </a:lnTo>
                <a:lnTo>
                  <a:pt x="696722" y="1185545"/>
                </a:lnTo>
                <a:lnTo>
                  <a:pt x="718947" y="1172337"/>
                </a:lnTo>
                <a:lnTo>
                  <a:pt x="712356" y="1161245"/>
                </a:lnTo>
                <a:close/>
              </a:path>
              <a:path w="741045" h="1235075">
                <a:moveTo>
                  <a:pt x="734695" y="1147953"/>
                </a:moveTo>
                <a:lnTo>
                  <a:pt x="712356" y="1161245"/>
                </a:lnTo>
                <a:lnTo>
                  <a:pt x="718947" y="1172337"/>
                </a:lnTo>
                <a:lnTo>
                  <a:pt x="696722" y="1185545"/>
                </a:lnTo>
                <a:lnTo>
                  <a:pt x="737395" y="1185545"/>
                </a:lnTo>
                <a:lnTo>
                  <a:pt x="734695" y="1147953"/>
                </a:lnTo>
                <a:close/>
              </a:path>
              <a:path w="741045" h="1235075">
                <a:moveTo>
                  <a:pt x="22351" y="0"/>
                </a:moveTo>
                <a:lnTo>
                  <a:pt x="0" y="13208"/>
                </a:lnTo>
                <a:lnTo>
                  <a:pt x="690138" y="1174466"/>
                </a:lnTo>
                <a:lnTo>
                  <a:pt x="712356" y="1161245"/>
                </a:lnTo>
                <a:lnTo>
                  <a:pt x="22351" y="0"/>
                </a:lnTo>
                <a:close/>
              </a:path>
            </a:pathLst>
          </a:custGeom>
          <a:solidFill>
            <a:srgbClr val="000000"/>
          </a:solidFill>
        </p:spPr>
        <p:txBody>
          <a:bodyPr wrap="square" lIns="0" tIns="0" rIns="0" bIns="0" rtlCol="0"/>
          <a:lstStyle/>
          <a:p>
            <a:endParaRPr/>
          </a:p>
        </p:txBody>
      </p:sp>
      <p:sp>
        <p:nvSpPr>
          <p:cNvPr id="58" name="object 58">
            <a:extLst>
              <a:ext uri="{FF2B5EF4-FFF2-40B4-BE49-F238E27FC236}">
                <a16:creationId xmlns:a16="http://schemas.microsoft.com/office/drawing/2014/main" id="{DE4DA737-F75E-2168-36A4-40DB77FB1058}"/>
              </a:ext>
            </a:extLst>
          </p:cNvPr>
          <p:cNvSpPr/>
          <p:nvPr/>
        </p:nvSpPr>
        <p:spPr>
          <a:xfrm>
            <a:off x="4619210" y="2807241"/>
            <a:ext cx="772160" cy="2011680"/>
          </a:xfrm>
          <a:custGeom>
            <a:avLst/>
            <a:gdLst/>
            <a:ahLst/>
            <a:cxnLst/>
            <a:rect l="l" t="t" r="r" b="b"/>
            <a:pathLst>
              <a:path w="772160" h="2011679">
                <a:moveTo>
                  <a:pt x="723555" y="68255"/>
                </a:moveTo>
                <a:lnTo>
                  <a:pt x="0" y="2002027"/>
                </a:lnTo>
                <a:lnTo>
                  <a:pt x="24383" y="2011171"/>
                </a:lnTo>
                <a:lnTo>
                  <a:pt x="747799" y="77309"/>
                </a:lnTo>
                <a:lnTo>
                  <a:pt x="723555" y="68255"/>
                </a:lnTo>
                <a:close/>
              </a:path>
              <a:path w="772160" h="2011679">
                <a:moveTo>
                  <a:pt x="768832" y="56133"/>
                </a:moveTo>
                <a:lnTo>
                  <a:pt x="728091" y="56133"/>
                </a:lnTo>
                <a:lnTo>
                  <a:pt x="752347" y="65150"/>
                </a:lnTo>
                <a:lnTo>
                  <a:pt x="747799" y="77309"/>
                </a:lnTo>
                <a:lnTo>
                  <a:pt x="772032" y="86359"/>
                </a:lnTo>
                <a:lnTo>
                  <a:pt x="768832" y="56133"/>
                </a:lnTo>
                <a:close/>
              </a:path>
              <a:path w="772160" h="2011679">
                <a:moveTo>
                  <a:pt x="728091" y="56133"/>
                </a:moveTo>
                <a:lnTo>
                  <a:pt x="723555" y="68255"/>
                </a:lnTo>
                <a:lnTo>
                  <a:pt x="747799" y="77309"/>
                </a:lnTo>
                <a:lnTo>
                  <a:pt x="752347" y="65150"/>
                </a:lnTo>
                <a:lnTo>
                  <a:pt x="728091" y="56133"/>
                </a:lnTo>
                <a:close/>
              </a:path>
              <a:path w="772160" h="2011679">
                <a:moveTo>
                  <a:pt x="762889" y="0"/>
                </a:moveTo>
                <a:lnTo>
                  <a:pt x="699261" y="59181"/>
                </a:lnTo>
                <a:lnTo>
                  <a:pt x="723555" y="68255"/>
                </a:lnTo>
                <a:lnTo>
                  <a:pt x="728091" y="56133"/>
                </a:lnTo>
                <a:lnTo>
                  <a:pt x="768832" y="56133"/>
                </a:lnTo>
                <a:lnTo>
                  <a:pt x="762889" y="0"/>
                </a:lnTo>
                <a:close/>
              </a:path>
            </a:pathLst>
          </a:custGeom>
          <a:solidFill>
            <a:srgbClr val="000000"/>
          </a:solidFill>
        </p:spPr>
        <p:txBody>
          <a:bodyPr wrap="square" lIns="0" tIns="0" rIns="0" bIns="0" rtlCol="0"/>
          <a:lstStyle/>
          <a:p>
            <a:endParaRPr/>
          </a:p>
        </p:txBody>
      </p:sp>
      <p:sp>
        <p:nvSpPr>
          <p:cNvPr id="59" name="object 59">
            <a:extLst>
              <a:ext uri="{FF2B5EF4-FFF2-40B4-BE49-F238E27FC236}">
                <a16:creationId xmlns:a16="http://schemas.microsoft.com/office/drawing/2014/main" id="{EFC6BAF0-35CA-3055-E676-74217A88B4A1}"/>
              </a:ext>
            </a:extLst>
          </p:cNvPr>
          <p:cNvSpPr/>
          <p:nvPr/>
        </p:nvSpPr>
        <p:spPr>
          <a:xfrm>
            <a:off x="4620354" y="3586005"/>
            <a:ext cx="764540" cy="1235075"/>
          </a:xfrm>
          <a:custGeom>
            <a:avLst/>
            <a:gdLst/>
            <a:ahLst/>
            <a:cxnLst/>
            <a:rect l="l" t="t" r="r" b="b"/>
            <a:pathLst>
              <a:path w="764539" h="1235075">
                <a:moveTo>
                  <a:pt x="712388" y="59496"/>
                </a:moveTo>
                <a:lnTo>
                  <a:pt x="0" y="1221231"/>
                </a:lnTo>
                <a:lnTo>
                  <a:pt x="22097" y="1234820"/>
                </a:lnTo>
                <a:lnTo>
                  <a:pt x="734493" y="73073"/>
                </a:lnTo>
                <a:lnTo>
                  <a:pt x="712388" y="59496"/>
                </a:lnTo>
                <a:close/>
              </a:path>
              <a:path w="764539" h="1235075">
                <a:moveTo>
                  <a:pt x="759846" y="48387"/>
                </a:moveTo>
                <a:lnTo>
                  <a:pt x="719201" y="48387"/>
                </a:lnTo>
                <a:lnTo>
                  <a:pt x="741299" y="61975"/>
                </a:lnTo>
                <a:lnTo>
                  <a:pt x="734493" y="73073"/>
                </a:lnTo>
                <a:lnTo>
                  <a:pt x="756538" y="86613"/>
                </a:lnTo>
                <a:lnTo>
                  <a:pt x="759846" y="48387"/>
                </a:lnTo>
                <a:close/>
              </a:path>
              <a:path w="764539" h="1235075">
                <a:moveTo>
                  <a:pt x="719201" y="48387"/>
                </a:moveTo>
                <a:lnTo>
                  <a:pt x="712388" y="59496"/>
                </a:lnTo>
                <a:lnTo>
                  <a:pt x="734493" y="73073"/>
                </a:lnTo>
                <a:lnTo>
                  <a:pt x="741299" y="61975"/>
                </a:lnTo>
                <a:lnTo>
                  <a:pt x="719201" y="48387"/>
                </a:lnTo>
                <a:close/>
              </a:path>
              <a:path w="764539" h="1235075">
                <a:moveTo>
                  <a:pt x="764031" y="0"/>
                </a:moveTo>
                <a:lnTo>
                  <a:pt x="690372" y="45974"/>
                </a:lnTo>
                <a:lnTo>
                  <a:pt x="712388" y="59496"/>
                </a:lnTo>
                <a:lnTo>
                  <a:pt x="719201" y="48387"/>
                </a:lnTo>
                <a:lnTo>
                  <a:pt x="759846" y="48387"/>
                </a:lnTo>
                <a:lnTo>
                  <a:pt x="764031" y="0"/>
                </a:lnTo>
                <a:close/>
              </a:path>
            </a:pathLst>
          </a:custGeom>
          <a:solidFill>
            <a:srgbClr val="000000"/>
          </a:solidFill>
        </p:spPr>
        <p:txBody>
          <a:bodyPr wrap="square" lIns="0" tIns="0" rIns="0" bIns="0" rtlCol="0"/>
          <a:lstStyle/>
          <a:p>
            <a:endParaRPr/>
          </a:p>
        </p:txBody>
      </p:sp>
      <p:sp>
        <p:nvSpPr>
          <p:cNvPr id="60" name="object 60">
            <a:extLst>
              <a:ext uri="{FF2B5EF4-FFF2-40B4-BE49-F238E27FC236}">
                <a16:creationId xmlns:a16="http://schemas.microsoft.com/office/drawing/2014/main" id="{F096FC9B-417B-2791-3D24-83BE47951139}"/>
              </a:ext>
            </a:extLst>
          </p:cNvPr>
          <p:cNvSpPr/>
          <p:nvPr/>
        </p:nvSpPr>
        <p:spPr>
          <a:xfrm>
            <a:off x="3221195" y="2771173"/>
            <a:ext cx="860425" cy="79375"/>
          </a:xfrm>
          <a:custGeom>
            <a:avLst/>
            <a:gdLst/>
            <a:ahLst/>
            <a:cxnLst/>
            <a:rect l="l" t="t" r="r" b="b"/>
            <a:pathLst>
              <a:path w="860425" h="79375">
                <a:moveTo>
                  <a:pt x="781811" y="25851"/>
                </a:moveTo>
                <a:lnTo>
                  <a:pt x="0" y="53086"/>
                </a:lnTo>
                <a:lnTo>
                  <a:pt x="1016" y="78994"/>
                </a:lnTo>
                <a:lnTo>
                  <a:pt x="782701" y="51759"/>
                </a:lnTo>
                <a:lnTo>
                  <a:pt x="781811" y="25851"/>
                </a:lnTo>
                <a:close/>
              </a:path>
              <a:path w="860425" h="79375">
                <a:moveTo>
                  <a:pt x="836552" y="25400"/>
                </a:moveTo>
                <a:lnTo>
                  <a:pt x="794766" y="25400"/>
                </a:lnTo>
                <a:lnTo>
                  <a:pt x="795655" y="51308"/>
                </a:lnTo>
                <a:lnTo>
                  <a:pt x="782701" y="51759"/>
                </a:lnTo>
                <a:lnTo>
                  <a:pt x="783590" y="77597"/>
                </a:lnTo>
                <a:lnTo>
                  <a:pt x="859917" y="36068"/>
                </a:lnTo>
                <a:lnTo>
                  <a:pt x="836552" y="25400"/>
                </a:lnTo>
                <a:close/>
              </a:path>
              <a:path w="860425" h="79375">
                <a:moveTo>
                  <a:pt x="794766" y="25400"/>
                </a:moveTo>
                <a:lnTo>
                  <a:pt x="781811" y="25851"/>
                </a:lnTo>
                <a:lnTo>
                  <a:pt x="782701" y="51759"/>
                </a:lnTo>
                <a:lnTo>
                  <a:pt x="795655" y="51308"/>
                </a:lnTo>
                <a:lnTo>
                  <a:pt x="794766" y="25400"/>
                </a:lnTo>
                <a:close/>
              </a:path>
              <a:path w="860425" h="79375">
                <a:moveTo>
                  <a:pt x="780923" y="0"/>
                </a:moveTo>
                <a:lnTo>
                  <a:pt x="781811" y="25851"/>
                </a:lnTo>
                <a:lnTo>
                  <a:pt x="794766" y="25400"/>
                </a:lnTo>
                <a:lnTo>
                  <a:pt x="836552" y="25400"/>
                </a:lnTo>
                <a:lnTo>
                  <a:pt x="780923" y="0"/>
                </a:lnTo>
                <a:close/>
              </a:path>
            </a:pathLst>
          </a:custGeom>
          <a:solidFill>
            <a:srgbClr val="000000"/>
          </a:solidFill>
        </p:spPr>
        <p:txBody>
          <a:bodyPr wrap="square" lIns="0" tIns="0" rIns="0" bIns="0" rtlCol="0"/>
          <a:lstStyle/>
          <a:p>
            <a:endParaRPr/>
          </a:p>
        </p:txBody>
      </p:sp>
      <p:sp>
        <p:nvSpPr>
          <p:cNvPr id="61" name="object 61">
            <a:extLst>
              <a:ext uri="{FF2B5EF4-FFF2-40B4-BE49-F238E27FC236}">
                <a16:creationId xmlns:a16="http://schemas.microsoft.com/office/drawing/2014/main" id="{75508A59-24C0-6AFE-BEF2-C66983C6758A}"/>
              </a:ext>
            </a:extLst>
          </p:cNvPr>
          <p:cNvSpPr/>
          <p:nvPr/>
        </p:nvSpPr>
        <p:spPr>
          <a:xfrm>
            <a:off x="3210273" y="2846103"/>
            <a:ext cx="874394" cy="740410"/>
          </a:xfrm>
          <a:custGeom>
            <a:avLst/>
            <a:gdLst/>
            <a:ahLst/>
            <a:cxnLst/>
            <a:rect l="l" t="t" r="r" b="b"/>
            <a:pathLst>
              <a:path w="874394" h="740410">
                <a:moveTo>
                  <a:pt x="806032" y="699890"/>
                </a:moveTo>
                <a:lnTo>
                  <a:pt x="789305" y="719708"/>
                </a:lnTo>
                <a:lnTo>
                  <a:pt x="873887" y="740155"/>
                </a:lnTo>
                <a:lnTo>
                  <a:pt x="860153" y="708278"/>
                </a:lnTo>
                <a:lnTo>
                  <a:pt x="815975" y="708278"/>
                </a:lnTo>
                <a:lnTo>
                  <a:pt x="806032" y="699890"/>
                </a:lnTo>
                <a:close/>
              </a:path>
              <a:path w="874394" h="740410">
                <a:moveTo>
                  <a:pt x="822771" y="680057"/>
                </a:moveTo>
                <a:lnTo>
                  <a:pt x="806032" y="699890"/>
                </a:lnTo>
                <a:lnTo>
                  <a:pt x="815975" y="708278"/>
                </a:lnTo>
                <a:lnTo>
                  <a:pt x="832738" y="688466"/>
                </a:lnTo>
                <a:lnTo>
                  <a:pt x="822771" y="680057"/>
                </a:lnTo>
                <a:close/>
              </a:path>
              <a:path w="874394" h="740410">
                <a:moveTo>
                  <a:pt x="839469" y="660272"/>
                </a:moveTo>
                <a:lnTo>
                  <a:pt x="822771" y="680057"/>
                </a:lnTo>
                <a:lnTo>
                  <a:pt x="832738" y="688466"/>
                </a:lnTo>
                <a:lnTo>
                  <a:pt x="815975" y="708278"/>
                </a:lnTo>
                <a:lnTo>
                  <a:pt x="860153" y="708278"/>
                </a:lnTo>
                <a:lnTo>
                  <a:pt x="839469" y="660272"/>
                </a:lnTo>
                <a:close/>
              </a:path>
              <a:path w="874394" h="740410">
                <a:moveTo>
                  <a:pt x="16763" y="0"/>
                </a:moveTo>
                <a:lnTo>
                  <a:pt x="0" y="19811"/>
                </a:lnTo>
                <a:lnTo>
                  <a:pt x="806032" y="699890"/>
                </a:lnTo>
                <a:lnTo>
                  <a:pt x="822771" y="680057"/>
                </a:lnTo>
                <a:lnTo>
                  <a:pt x="16763" y="0"/>
                </a:lnTo>
                <a:close/>
              </a:path>
            </a:pathLst>
          </a:custGeom>
          <a:solidFill>
            <a:srgbClr val="000000"/>
          </a:solidFill>
        </p:spPr>
        <p:txBody>
          <a:bodyPr wrap="square" lIns="0" tIns="0" rIns="0" bIns="0" rtlCol="0"/>
          <a:lstStyle/>
          <a:p>
            <a:endParaRPr/>
          </a:p>
        </p:txBody>
      </p:sp>
      <p:sp>
        <p:nvSpPr>
          <p:cNvPr id="62" name="object 62">
            <a:extLst>
              <a:ext uri="{FF2B5EF4-FFF2-40B4-BE49-F238E27FC236}">
                <a16:creationId xmlns:a16="http://schemas.microsoft.com/office/drawing/2014/main" id="{608D5157-B75D-331F-8E92-D971B9852DB2}"/>
              </a:ext>
            </a:extLst>
          </p:cNvPr>
          <p:cNvSpPr/>
          <p:nvPr/>
        </p:nvSpPr>
        <p:spPr>
          <a:xfrm>
            <a:off x="3206716" y="2850801"/>
            <a:ext cx="870585" cy="1963420"/>
          </a:xfrm>
          <a:custGeom>
            <a:avLst/>
            <a:gdLst/>
            <a:ahLst/>
            <a:cxnLst/>
            <a:rect l="l" t="t" r="r" b="b"/>
            <a:pathLst>
              <a:path w="870585" h="1963420">
                <a:moveTo>
                  <a:pt x="822864" y="1897323"/>
                </a:moveTo>
                <a:lnTo>
                  <a:pt x="799083" y="1907667"/>
                </a:lnTo>
                <a:lnTo>
                  <a:pt x="865758" y="1963420"/>
                </a:lnTo>
                <a:lnTo>
                  <a:pt x="868617" y="1909191"/>
                </a:lnTo>
                <a:lnTo>
                  <a:pt x="828039" y="1909191"/>
                </a:lnTo>
                <a:lnTo>
                  <a:pt x="822864" y="1897323"/>
                </a:lnTo>
                <a:close/>
              </a:path>
              <a:path w="870585" h="1963420">
                <a:moveTo>
                  <a:pt x="846598" y="1887001"/>
                </a:moveTo>
                <a:lnTo>
                  <a:pt x="822864" y="1897323"/>
                </a:lnTo>
                <a:lnTo>
                  <a:pt x="828039" y="1909191"/>
                </a:lnTo>
                <a:lnTo>
                  <a:pt x="851788" y="1898904"/>
                </a:lnTo>
                <a:lnTo>
                  <a:pt x="846598" y="1887001"/>
                </a:lnTo>
                <a:close/>
              </a:path>
              <a:path w="870585" h="1963420">
                <a:moveTo>
                  <a:pt x="870331" y="1876679"/>
                </a:moveTo>
                <a:lnTo>
                  <a:pt x="846598" y="1887001"/>
                </a:lnTo>
                <a:lnTo>
                  <a:pt x="851788" y="1898904"/>
                </a:lnTo>
                <a:lnTo>
                  <a:pt x="828039" y="1909191"/>
                </a:lnTo>
                <a:lnTo>
                  <a:pt x="868617" y="1909191"/>
                </a:lnTo>
                <a:lnTo>
                  <a:pt x="870331" y="1876679"/>
                </a:lnTo>
                <a:close/>
              </a:path>
              <a:path w="870585" h="1963420">
                <a:moveTo>
                  <a:pt x="23749" y="0"/>
                </a:moveTo>
                <a:lnTo>
                  <a:pt x="0" y="10414"/>
                </a:lnTo>
                <a:lnTo>
                  <a:pt x="822864" y="1897323"/>
                </a:lnTo>
                <a:lnTo>
                  <a:pt x="846598" y="1887001"/>
                </a:lnTo>
                <a:lnTo>
                  <a:pt x="23749" y="0"/>
                </a:lnTo>
                <a:close/>
              </a:path>
            </a:pathLst>
          </a:custGeom>
          <a:solidFill>
            <a:srgbClr val="000000"/>
          </a:solidFill>
        </p:spPr>
        <p:txBody>
          <a:bodyPr wrap="square" lIns="0" tIns="0" rIns="0" bIns="0" rtlCol="0"/>
          <a:lstStyle/>
          <a:p>
            <a:endParaRPr/>
          </a:p>
        </p:txBody>
      </p:sp>
      <p:sp>
        <p:nvSpPr>
          <p:cNvPr id="63" name="object 63">
            <a:extLst>
              <a:ext uri="{FF2B5EF4-FFF2-40B4-BE49-F238E27FC236}">
                <a16:creationId xmlns:a16="http://schemas.microsoft.com/office/drawing/2014/main" id="{3B8F121C-DC2A-798A-742D-DCCB3EEB7879}"/>
              </a:ext>
            </a:extLst>
          </p:cNvPr>
          <p:cNvSpPr/>
          <p:nvPr/>
        </p:nvSpPr>
        <p:spPr>
          <a:xfrm>
            <a:off x="3238594" y="2807241"/>
            <a:ext cx="843280" cy="606425"/>
          </a:xfrm>
          <a:custGeom>
            <a:avLst/>
            <a:gdLst/>
            <a:ahLst/>
            <a:cxnLst/>
            <a:rect l="l" t="t" r="r" b="b"/>
            <a:pathLst>
              <a:path w="843280" h="606425">
                <a:moveTo>
                  <a:pt x="772267" y="34575"/>
                </a:moveTo>
                <a:lnTo>
                  <a:pt x="0" y="584834"/>
                </a:lnTo>
                <a:lnTo>
                  <a:pt x="14986" y="605916"/>
                </a:lnTo>
                <a:lnTo>
                  <a:pt x="787309" y="55617"/>
                </a:lnTo>
                <a:lnTo>
                  <a:pt x="772267" y="34575"/>
                </a:lnTo>
                <a:close/>
              </a:path>
              <a:path w="843280" h="606425">
                <a:moveTo>
                  <a:pt x="828694" y="27050"/>
                </a:moveTo>
                <a:lnTo>
                  <a:pt x="782828" y="27050"/>
                </a:lnTo>
                <a:lnTo>
                  <a:pt x="797813" y="48132"/>
                </a:lnTo>
                <a:lnTo>
                  <a:pt x="787309" y="55617"/>
                </a:lnTo>
                <a:lnTo>
                  <a:pt x="802386" y="76707"/>
                </a:lnTo>
                <a:lnTo>
                  <a:pt x="828694" y="27050"/>
                </a:lnTo>
                <a:close/>
              </a:path>
              <a:path w="843280" h="606425">
                <a:moveTo>
                  <a:pt x="782828" y="27050"/>
                </a:moveTo>
                <a:lnTo>
                  <a:pt x="772267" y="34575"/>
                </a:lnTo>
                <a:lnTo>
                  <a:pt x="787309" y="55617"/>
                </a:lnTo>
                <a:lnTo>
                  <a:pt x="797813" y="48132"/>
                </a:lnTo>
                <a:lnTo>
                  <a:pt x="782828" y="27050"/>
                </a:lnTo>
                <a:close/>
              </a:path>
              <a:path w="843280" h="606425">
                <a:moveTo>
                  <a:pt x="843026" y="0"/>
                </a:moveTo>
                <a:lnTo>
                  <a:pt x="757174" y="13462"/>
                </a:lnTo>
                <a:lnTo>
                  <a:pt x="772267" y="34575"/>
                </a:lnTo>
                <a:lnTo>
                  <a:pt x="782828" y="27050"/>
                </a:lnTo>
                <a:lnTo>
                  <a:pt x="828694" y="27050"/>
                </a:lnTo>
                <a:lnTo>
                  <a:pt x="843026" y="0"/>
                </a:lnTo>
                <a:close/>
              </a:path>
            </a:pathLst>
          </a:custGeom>
          <a:solidFill>
            <a:srgbClr val="000000"/>
          </a:solidFill>
        </p:spPr>
        <p:txBody>
          <a:bodyPr wrap="square" lIns="0" tIns="0" rIns="0" bIns="0" rtlCol="0"/>
          <a:lstStyle/>
          <a:p>
            <a:endParaRPr/>
          </a:p>
        </p:txBody>
      </p:sp>
      <p:sp>
        <p:nvSpPr>
          <p:cNvPr id="64" name="object 64">
            <a:extLst>
              <a:ext uri="{FF2B5EF4-FFF2-40B4-BE49-F238E27FC236}">
                <a16:creationId xmlns:a16="http://schemas.microsoft.com/office/drawing/2014/main" id="{8B12EA8C-BE45-CD08-E1AF-AEB97E5D9D59}"/>
              </a:ext>
            </a:extLst>
          </p:cNvPr>
          <p:cNvSpPr/>
          <p:nvPr/>
        </p:nvSpPr>
        <p:spPr>
          <a:xfrm>
            <a:off x="3210273" y="3413285"/>
            <a:ext cx="873760" cy="196850"/>
          </a:xfrm>
          <a:custGeom>
            <a:avLst/>
            <a:gdLst/>
            <a:ahLst/>
            <a:cxnLst/>
            <a:rect l="l" t="t" r="r" b="b"/>
            <a:pathLst>
              <a:path w="873760" h="196850">
                <a:moveTo>
                  <a:pt x="794758" y="171276"/>
                </a:moveTo>
                <a:lnTo>
                  <a:pt x="790066" y="196723"/>
                </a:lnTo>
                <a:lnTo>
                  <a:pt x="869992" y="173609"/>
                </a:lnTo>
                <a:lnTo>
                  <a:pt x="807465" y="173609"/>
                </a:lnTo>
                <a:lnTo>
                  <a:pt x="794758" y="171276"/>
                </a:lnTo>
                <a:close/>
              </a:path>
              <a:path w="873760" h="196850">
                <a:moveTo>
                  <a:pt x="799465" y="145753"/>
                </a:moveTo>
                <a:lnTo>
                  <a:pt x="794758" y="171276"/>
                </a:lnTo>
                <a:lnTo>
                  <a:pt x="807465" y="173609"/>
                </a:lnTo>
                <a:lnTo>
                  <a:pt x="812164" y="148082"/>
                </a:lnTo>
                <a:lnTo>
                  <a:pt x="799465" y="145753"/>
                </a:lnTo>
                <a:close/>
              </a:path>
              <a:path w="873760" h="196850">
                <a:moveTo>
                  <a:pt x="804163" y="120269"/>
                </a:moveTo>
                <a:lnTo>
                  <a:pt x="799465" y="145753"/>
                </a:lnTo>
                <a:lnTo>
                  <a:pt x="812164" y="148082"/>
                </a:lnTo>
                <a:lnTo>
                  <a:pt x="807465" y="173609"/>
                </a:lnTo>
                <a:lnTo>
                  <a:pt x="869992" y="173609"/>
                </a:lnTo>
                <a:lnTo>
                  <a:pt x="873506" y="172593"/>
                </a:lnTo>
                <a:lnTo>
                  <a:pt x="804163" y="120269"/>
                </a:lnTo>
                <a:close/>
              </a:path>
              <a:path w="873760" h="196850">
                <a:moveTo>
                  <a:pt x="4571" y="0"/>
                </a:moveTo>
                <a:lnTo>
                  <a:pt x="0" y="25400"/>
                </a:lnTo>
                <a:lnTo>
                  <a:pt x="794758" y="171276"/>
                </a:lnTo>
                <a:lnTo>
                  <a:pt x="799465" y="145753"/>
                </a:lnTo>
                <a:lnTo>
                  <a:pt x="4571" y="0"/>
                </a:lnTo>
                <a:close/>
              </a:path>
            </a:pathLst>
          </a:custGeom>
          <a:solidFill>
            <a:srgbClr val="000000"/>
          </a:solidFill>
        </p:spPr>
        <p:txBody>
          <a:bodyPr wrap="square" lIns="0" tIns="0" rIns="0" bIns="0" rtlCol="0"/>
          <a:lstStyle/>
          <a:p>
            <a:endParaRPr/>
          </a:p>
        </p:txBody>
      </p:sp>
      <p:sp>
        <p:nvSpPr>
          <p:cNvPr id="65" name="object 65">
            <a:extLst>
              <a:ext uri="{FF2B5EF4-FFF2-40B4-BE49-F238E27FC236}">
                <a16:creationId xmlns:a16="http://schemas.microsoft.com/office/drawing/2014/main" id="{59325E84-C101-88AA-43F5-31A2E4F746B5}"/>
              </a:ext>
            </a:extLst>
          </p:cNvPr>
          <p:cNvSpPr/>
          <p:nvPr/>
        </p:nvSpPr>
        <p:spPr>
          <a:xfrm>
            <a:off x="3201510" y="3419126"/>
            <a:ext cx="871219" cy="1395095"/>
          </a:xfrm>
          <a:custGeom>
            <a:avLst/>
            <a:gdLst/>
            <a:ahLst/>
            <a:cxnLst/>
            <a:rect l="l" t="t" r="r" b="b"/>
            <a:pathLst>
              <a:path w="871219" h="1395095">
                <a:moveTo>
                  <a:pt x="818804" y="1335441"/>
                </a:moveTo>
                <a:lnTo>
                  <a:pt x="796670" y="1349121"/>
                </a:lnTo>
                <a:lnTo>
                  <a:pt x="870712" y="1394714"/>
                </a:lnTo>
                <a:lnTo>
                  <a:pt x="866318" y="1346454"/>
                </a:lnTo>
                <a:lnTo>
                  <a:pt x="825626" y="1346454"/>
                </a:lnTo>
                <a:lnTo>
                  <a:pt x="818804" y="1335441"/>
                </a:lnTo>
                <a:close/>
              </a:path>
              <a:path w="871219" h="1395095">
                <a:moveTo>
                  <a:pt x="840781" y="1321858"/>
                </a:moveTo>
                <a:lnTo>
                  <a:pt x="818804" y="1335441"/>
                </a:lnTo>
                <a:lnTo>
                  <a:pt x="825626" y="1346454"/>
                </a:lnTo>
                <a:lnTo>
                  <a:pt x="847597" y="1332865"/>
                </a:lnTo>
                <a:lnTo>
                  <a:pt x="840781" y="1321858"/>
                </a:lnTo>
                <a:close/>
              </a:path>
              <a:path w="871219" h="1395095">
                <a:moveTo>
                  <a:pt x="862838" y="1308227"/>
                </a:moveTo>
                <a:lnTo>
                  <a:pt x="840781" y="1321858"/>
                </a:lnTo>
                <a:lnTo>
                  <a:pt x="847597" y="1332865"/>
                </a:lnTo>
                <a:lnTo>
                  <a:pt x="825626" y="1346454"/>
                </a:lnTo>
                <a:lnTo>
                  <a:pt x="866318" y="1346454"/>
                </a:lnTo>
                <a:lnTo>
                  <a:pt x="862838" y="1308227"/>
                </a:lnTo>
                <a:close/>
              </a:path>
              <a:path w="871219" h="1395095">
                <a:moveTo>
                  <a:pt x="22097" y="0"/>
                </a:moveTo>
                <a:lnTo>
                  <a:pt x="0" y="13716"/>
                </a:lnTo>
                <a:lnTo>
                  <a:pt x="818804" y="1335441"/>
                </a:lnTo>
                <a:lnTo>
                  <a:pt x="840781" y="1321858"/>
                </a:lnTo>
                <a:lnTo>
                  <a:pt x="22097" y="0"/>
                </a:lnTo>
                <a:close/>
              </a:path>
            </a:pathLst>
          </a:custGeom>
          <a:solidFill>
            <a:srgbClr val="000000"/>
          </a:solidFill>
        </p:spPr>
        <p:txBody>
          <a:bodyPr wrap="square" lIns="0" tIns="0" rIns="0" bIns="0" rtlCol="0"/>
          <a:lstStyle/>
          <a:p>
            <a:endParaRPr/>
          </a:p>
        </p:txBody>
      </p:sp>
      <p:sp>
        <p:nvSpPr>
          <p:cNvPr id="66" name="object 66">
            <a:extLst>
              <a:ext uri="{FF2B5EF4-FFF2-40B4-BE49-F238E27FC236}">
                <a16:creationId xmlns:a16="http://schemas.microsoft.com/office/drawing/2014/main" id="{FE225CFB-0330-F229-1FD3-F7E368D66675}"/>
              </a:ext>
            </a:extLst>
          </p:cNvPr>
          <p:cNvSpPr/>
          <p:nvPr/>
        </p:nvSpPr>
        <p:spPr>
          <a:xfrm>
            <a:off x="3272122" y="2807241"/>
            <a:ext cx="817244" cy="1998345"/>
          </a:xfrm>
          <a:custGeom>
            <a:avLst/>
            <a:gdLst/>
            <a:ahLst/>
            <a:cxnLst/>
            <a:rect l="l" t="t" r="r" b="b"/>
            <a:pathLst>
              <a:path w="817244" h="1998345">
                <a:moveTo>
                  <a:pt x="768623" y="67385"/>
                </a:moveTo>
                <a:lnTo>
                  <a:pt x="0" y="1988438"/>
                </a:lnTo>
                <a:lnTo>
                  <a:pt x="24129" y="1998090"/>
                </a:lnTo>
                <a:lnTo>
                  <a:pt x="792603" y="76969"/>
                </a:lnTo>
                <a:lnTo>
                  <a:pt x="768623" y="67385"/>
                </a:lnTo>
                <a:close/>
              </a:path>
              <a:path w="817244" h="1998345">
                <a:moveTo>
                  <a:pt x="814125" y="55371"/>
                </a:moveTo>
                <a:lnTo>
                  <a:pt x="773429" y="55371"/>
                </a:lnTo>
                <a:lnTo>
                  <a:pt x="797432" y="64896"/>
                </a:lnTo>
                <a:lnTo>
                  <a:pt x="792603" y="76969"/>
                </a:lnTo>
                <a:lnTo>
                  <a:pt x="816736" y="86613"/>
                </a:lnTo>
                <a:lnTo>
                  <a:pt x="814125" y="55371"/>
                </a:lnTo>
                <a:close/>
              </a:path>
              <a:path w="817244" h="1998345">
                <a:moveTo>
                  <a:pt x="773429" y="55371"/>
                </a:moveTo>
                <a:lnTo>
                  <a:pt x="768623" y="67385"/>
                </a:lnTo>
                <a:lnTo>
                  <a:pt x="792603" y="76969"/>
                </a:lnTo>
                <a:lnTo>
                  <a:pt x="797432" y="64896"/>
                </a:lnTo>
                <a:lnTo>
                  <a:pt x="773429" y="55371"/>
                </a:lnTo>
                <a:close/>
              </a:path>
              <a:path w="817244" h="1998345">
                <a:moveTo>
                  <a:pt x="809497" y="0"/>
                </a:moveTo>
                <a:lnTo>
                  <a:pt x="744601" y="57784"/>
                </a:lnTo>
                <a:lnTo>
                  <a:pt x="768623" y="67385"/>
                </a:lnTo>
                <a:lnTo>
                  <a:pt x="773429" y="55371"/>
                </a:lnTo>
                <a:lnTo>
                  <a:pt x="814125" y="55371"/>
                </a:lnTo>
                <a:lnTo>
                  <a:pt x="809497" y="0"/>
                </a:lnTo>
                <a:close/>
              </a:path>
            </a:pathLst>
          </a:custGeom>
          <a:solidFill>
            <a:srgbClr val="000000"/>
          </a:solidFill>
        </p:spPr>
        <p:txBody>
          <a:bodyPr wrap="square" lIns="0" tIns="0" rIns="0" bIns="0" rtlCol="0"/>
          <a:lstStyle/>
          <a:p>
            <a:endParaRPr/>
          </a:p>
        </p:txBody>
      </p:sp>
      <p:sp>
        <p:nvSpPr>
          <p:cNvPr id="67" name="object 67">
            <a:extLst>
              <a:ext uri="{FF2B5EF4-FFF2-40B4-BE49-F238E27FC236}">
                <a16:creationId xmlns:a16="http://schemas.microsoft.com/office/drawing/2014/main" id="{44A68724-6A2D-AC57-DA0C-4C1D7A348245}"/>
              </a:ext>
            </a:extLst>
          </p:cNvPr>
          <p:cNvSpPr/>
          <p:nvPr/>
        </p:nvSpPr>
        <p:spPr>
          <a:xfrm>
            <a:off x="3246086" y="3586005"/>
            <a:ext cx="836930" cy="1222375"/>
          </a:xfrm>
          <a:custGeom>
            <a:avLst/>
            <a:gdLst/>
            <a:ahLst/>
            <a:cxnLst/>
            <a:rect l="l" t="t" r="r" b="b"/>
            <a:pathLst>
              <a:path w="836930" h="1222375">
                <a:moveTo>
                  <a:pt x="782382" y="56965"/>
                </a:moveTo>
                <a:lnTo>
                  <a:pt x="0" y="1207261"/>
                </a:lnTo>
                <a:lnTo>
                  <a:pt x="21336" y="1221866"/>
                </a:lnTo>
                <a:lnTo>
                  <a:pt x="803851" y="71560"/>
                </a:lnTo>
                <a:lnTo>
                  <a:pt x="782382" y="56965"/>
                </a:lnTo>
                <a:close/>
              </a:path>
              <a:path w="836930" h="1222375">
                <a:moveTo>
                  <a:pt x="830598" y="46227"/>
                </a:moveTo>
                <a:lnTo>
                  <a:pt x="789686" y="46227"/>
                </a:lnTo>
                <a:lnTo>
                  <a:pt x="811149" y="60832"/>
                </a:lnTo>
                <a:lnTo>
                  <a:pt x="803851" y="71560"/>
                </a:lnTo>
                <a:lnTo>
                  <a:pt x="825245" y="86105"/>
                </a:lnTo>
                <a:lnTo>
                  <a:pt x="830598" y="46227"/>
                </a:lnTo>
                <a:close/>
              </a:path>
              <a:path w="836930" h="1222375">
                <a:moveTo>
                  <a:pt x="789686" y="46227"/>
                </a:moveTo>
                <a:lnTo>
                  <a:pt x="782382" y="56965"/>
                </a:lnTo>
                <a:lnTo>
                  <a:pt x="803851" y="71560"/>
                </a:lnTo>
                <a:lnTo>
                  <a:pt x="811149" y="60832"/>
                </a:lnTo>
                <a:lnTo>
                  <a:pt x="789686" y="46227"/>
                </a:lnTo>
                <a:close/>
              </a:path>
              <a:path w="836930" h="1222375">
                <a:moveTo>
                  <a:pt x="836802" y="0"/>
                </a:moveTo>
                <a:lnTo>
                  <a:pt x="760983" y="42417"/>
                </a:lnTo>
                <a:lnTo>
                  <a:pt x="782382" y="56965"/>
                </a:lnTo>
                <a:lnTo>
                  <a:pt x="789686" y="46227"/>
                </a:lnTo>
                <a:lnTo>
                  <a:pt x="830598" y="46227"/>
                </a:lnTo>
                <a:lnTo>
                  <a:pt x="836802" y="0"/>
                </a:lnTo>
                <a:close/>
              </a:path>
            </a:pathLst>
          </a:custGeom>
          <a:solidFill>
            <a:srgbClr val="000000"/>
          </a:solidFill>
        </p:spPr>
        <p:txBody>
          <a:bodyPr wrap="square" lIns="0" tIns="0" rIns="0" bIns="0" rtlCol="0"/>
          <a:lstStyle/>
          <a:p>
            <a:endParaRPr/>
          </a:p>
        </p:txBody>
      </p:sp>
      <p:sp>
        <p:nvSpPr>
          <p:cNvPr id="68" name="object 68">
            <a:extLst>
              <a:ext uri="{FF2B5EF4-FFF2-40B4-BE49-F238E27FC236}">
                <a16:creationId xmlns:a16="http://schemas.microsoft.com/office/drawing/2014/main" id="{53DCE4D4-0CDC-7245-FA81-F700EAC60C00}"/>
              </a:ext>
            </a:extLst>
          </p:cNvPr>
          <p:cNvSpPr/>
          <p:nvPr/>
        </p:nvSpPr>
        <p:spPr>
          <a:xfrm>
            <a:off x="3256501" y="4773962"/>
            <a:ext cx="814705" cy="78105"/>
          </a:xfrm>
          <a:custGeom>
            <a:avLst/>
            <a:gdLst/>
            <a:ahLst/>
            <a:cxnLst/>
            <a:rect l="l" t="t" r="r" b="b"/>
            <a:pathLst>
              <a:path w="814705" h="78104">
                <a:moveTo>
                  <a:pt x="737743" y="0"/>
                </a:moveTo>
                <a:lnTo>
                  <a:pt x="737278" y="25822"/>
                </a:lnTo>
                <a:lnTo>
                  <a:pt x="750188" y="26035"/>
                </a:lnTo>
                <a:lnTo>
                  <a:pt x="749807" y="51943"/>
                </a:lnTo>
                <a:lnTo>
                  <a:pt x="736807" y="51943"/>
                </a:lnTo>
                <a:lnTo>
                  <a:pt x="736346" y="77597"/>
                </a:lnTo>
                <a:lnTo>
                  <a:pt x="790001" y="51943"/>
                </a:lnTo>
                <a:lnTo>
                  <a:pt x="749807" y="51943"/>
                </a:lnTo>
                <a:lnTo>
                  <a:pt x="736811" y="51729"/>
                </a:lnTo>
                <a:lnTo>
                  <a:pt x="790448" y="51729"/>
                </a:lnTo>
                <a:lnTo>
                  <a:pt x="814705" y="40132"/>
                </a:lnTo>
                <a:lnTo>
                  <a:pt x="737743" y="0"/>
                </a:lnTo>
                <a:close/>
              </a:path>
              <a:path w="814705" h="78104">
                <a:moveTo>
                  <a:pt x="737278" y="25822"/>
                </a:moveTo>
                <a:lnTo>
                  <a:pt x="736811" y="51729"/>
                </a:lnTo>
                <a:lnTo>
                  <a:pt x="749807" y="51943"/>
                </a:lnTo>
                <a:lnTo>
                  <a:pt x="750188" y="26035"/>
                </a:lnTo>
                <a:lnTo>
                  <a:pt x="737278" y="25822"/>
                </a:lnTo>
                <a:close/>
              </a:path>
              <a:path w="814705" h="78104">
                <a:moveTo>
                  <a:pt x="507" y="13716"/>
                </a:moveTo>
                <a:lnTo>
                  <a:pt x="0" y="39624"/>
                </a:lnTo>
                <a:lnTo>
                  <a:pt x="736811" y="51729"/>
                </a:lnTo>
                <a:lnTo>
                  <a:pt x="737278" y="25822"/>
                </a:lnTo>
                <a:lnTo>
                  <a:pt x="507" y="13716"/>
                </a:lnTo>
                <a:close/>
              </a:path>
            </a:pathLst>
          </a:custGeom>
          <a:solidFill>
            <a:srgbClr val="000000"/>
          </a:solidFill>
        </p:spPr>
        <p:txBody>
          <a:bodyPr wrap="square" lIns="0" tIns="0" rIns="0" bIns="0" rtlCol="0"/>
          <a:lstStyle/>
          <a:p>
            <a:endParaRPr/>
          </a:p>
        </p:txBody>
      </p:sp>
      <p:sp>
        <p:nvSpPr>
          <p:cNvPr id="69" name="object 69">
            <a:extLst>
              <a:ext uri="{FF2B5EF4-FFF2-40B4-BE49-F238E27FC236}">
                <a16:creationId xmlns:a16="http://schemas.microsoft.com/office/drawing/2014/main" id="{D064F780-6FD7-14BA-B448-71116B4053F7}"/>
              </a:ext>
            </a:extLst>
          </p:cNvPr>
          <p:cNvSpPr txBox="1"/>
          <p:nvPr/>
        </p:nvSpPr>
        <p:spPr>
          <a:xfrm>
            <a:off x="9049351" y="3962051"/>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70" name="object 70">
            <a:extLst>
              <a:ext uri="{FF2B5EF4-FFF2-40B4-BE49-F238E27FC236}">
                <a16:creationId xmlns:a16="http://schemas.microsoft.com/office/drawing/2014/main" id="{F1A3319B-E82B-6E59-0AC8-C73248B85E28}"/>
              </a:ext>
            </a:extLst>
          </p:cNvPr>
          <p:cNvSpPr txBox="1"/>
          <p:nvPr/>
        </p:nvSpPr>
        <p:spPr>
          <a:xfrm>
            <a:off x="8729438" y="2068304"/>
            <a:ext cx="911860" cy="833119"/>
          </a:xfrm>
          <a:prstGeom prst="rect">
            <a:avLst/>
          </a:prstGeom>
        </p:spPr>
        <p:txBody>
          <a:bodyPr vert="horz" wrap="square" lIns="0" tIns="12700" rIns="0" bIns="0" rtlCol="0">
            <a:spAutoFit/>
          </a:bodyPr>
          <a:lstStyle/>
          <a:p>
            <a:pPr algn="ctr">
              <a:lnSpc>
                <a:spcPct val="100000"/>
              </a:lnSpc>
              <a:spcBef>
                <a:spcPts val="100"/>
              </a:spcBef>
            </a:pPr>
            <a:r>
              <a:rPr sz="2400" spc="-5" dirty="0">
                <a:latin typeface="Calibri"/>
                <a:cs typeface="Calibri"/>
              </a:rPr>
              <a:t>O</a:t>
            </a:r>
            <a:r>
              <a:rPr sz="2400" spc="-10" dirty="0">
                <a:latin typeface="Calibri"/>
                <a:cs typeface="Calibri"/>
              </a:rPr>
              <a:t>u</a:t>
            </a:r>
            <a:r>
              <a:rPr sz="2400" dirty="0">
                <a:latin typeface="Calibri"/>
                <a:cs typeface="Calibri"/>
              </a:rPr>
              <a:t>tput</a:t>
            </a:r>
            <a:endParaRPr sz="2400">
              <a:latin typeface="Calibri"/>
              <a:cs typeface="Calibri"/>
            </a:endParaRPr>
          </a:p>
          <a:p>
            <a:pPr algn="ctr">
              <a:lnSpc>
                <a:spcPct val="100000"/>
              </a:lnSpc>
              <a:spcBef>
                <a:spcPts val="114"/>
              </a:spcBef>
            </a:pPr>
            <a:r>
              <a:rPr sz="2800" dirty="0">
                <a:latin typeface="Calibri"/>
                <a:cs typeface="Calibri"/>
              </a:rPr>
              <a:t>y</a:t>
            </a:r>
            <a:r>
              <a:rPr sz="2775" baseline="-21021" dirty="0">
                <a:latin typeface="Calibri"/>
                <a:cs typeface="Calibri"/>
              </a:rPr>
              <a:t>1</a:t>
            </a:r>
            <a:endParaRPr sz="2775" baseline="-21021">
              <a:latin typeface="Calibri"/>
              <a:cs typeface="Calibri"/>
            </a:endParaRPr>
          </a:p>
        </p:txBody>
      </p:sp>
      <p:sp>
        <p:nvSpPr>
          <p:cNvPr id="71" name="object 71">
            <a:extLst>
              <a:ext uri="{FF2B5EF4-FFF2-40B4-BE49-F238E27FC236}">
                <a16:creationId xmlns:a16="http://schemas.microsoft.com/office/drawing/2014/main" id="{AB2AE7E9-A27F-C82D-3F6C-2E06F3D0AE2E}"/>
              </a:ext>
            </a:extLst>
          </p:cNvPr>
          <p:cNvSpPr txBox="1"/>
          <p:nvPr/>
        </p:nvSpPr>
        <p:spPr>
          <a:xfrm>
            <a:off x="9018999" y="3248184"/>
            <a:ext cx="306705"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y</a:t>
            </a:r>
            <a:r>
              <a:rPr sz="2775" spc="7" baseline="-21021" dirty="0">
                <a:latin typeface="Calibri"/>
                <a:cs typeface="Calibri"/>
              </a:rPr>
              <a:t>2</a:t>
            </a:r>
            <a:endParaRPr sz="2775" baseline="-21021">
              <a:latin typeface="Calibri"/>
              <a:cs typeface="Calibri"/>
            </a:endParaRPr>
          </a:p>
        </p:txBody>
      </p:sp>
      <p:sp>
        <p:nvSpPr>
          <p:cNvPr id="72" name="object 72">
            <a:extLst>
              <a:ext uri="{FF2B5EF4-FFF2-40B4-BE49-F238E27FC236}">
                <a16:creationId xmlns:a16="http://schemas.microsoft.com/office/drawing/2014/main" id="{AB40C11C-6AC2-CDA0-87DF-158BE5866107}"/>
              </a:ext>
            </a:extLst>
          </p:cNvPr>
          <p:cNvSpPr txBox="1"/>
          <p:nvPr/>
        </p:nvSpPr>
        <p:spPr>
          <a:xfrm>
            <a:off x="9018999" y="4514629"/>
            <a:ext cx="389255"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y</a:t>
            </a:r>
            <a:r>
              <a:rPr sz="2775" spc="15" baseline="-21021" dirty="0">
                <a:latin typeface="Calibri"/>
                <a:cs typeface="Calibri"/>
              </a:rPr>
              <a:t>M</a:t>
            </a:r>
            <a:endParaRPr sz="2775" baseline="-21021">
              <a:latin typeface="Calibri"/>
              <a:cs typeface="Calibri"/>
            </a:endParaRPr>
          </a:p>
        </p:txBody>
      </p:sp>
      <p:sp>
        <p:nvSpPr>
          <p:cNvPr id="73" name="object 73">
            <a:extLst>
              <a:ext uri="{FF2B5EF4-FFF2-40B4-BE49-F238E27FC236}">
                <a16:creationId xmlns:a16="http://schemas.microsoft.com/office/drawing/2014/main" id="{E2A88E38-58BF-2B71-E67E-A3477BAA91C6}"/>
              </a:ext>
            </a:extLst>
          </p:cNvPr>
          <p:cNvSpPr/>
          <p:nvPr/>
        </p:nvSpPr>
        <p:spPr>
          <a:xfrm>
            <a:off x="3556220" y="5994687"/>
            <a:ext cx="5358384" cy="641604"/>
          </a:xfrm>
          <a:prstGeom prst="rect">
            <a:avLst/>
          </a:prstGeom>
          <a:blipFill>
            <a:blip r:embed="rId13" cstate="print"/>
            <a:stretch>
              <a:fillRect/>
            </a:stretch>
          </a:blipFill>
        </p:spPr>
        <p:txBody>
          <a:bodyPr wrap="square" lIns="0" tIns="0" rIns="0" bIns="0" rtlCol="0"/>
          <a:lstStyle/>
          <a:p>
            <a:endParaRPr/>
          </a:p>
        </p:txBody>
      </p:sp>
      <p:sp>
        <p:nvSpPr>
          <p:cNvPr id="74" name="object 74">
            <a:extLst>
              <a:ext uri="{FF2B5EF4-FFF2-40B4-BE49-F238E27FC236}">
                <a16:creationId xmlns:a16="http://schemas.microsoft.com/office/drawing/2014/main" id="{125C6FAF-3012-4C04-E4C2-F43C69FF0371}"/>
              </a:ext>
            </a:extLst>
          </p:cNvPr>
          <p:cNvSpPr/>
          <p:nvPr/>
        </p:nvSpPr>
        <p:spPr>
          <a:xfrm>
            <a:off x="3624801" y="5933725"/>
            <a:ext cx="5221224" cy="865632"/>
          </a:xfrm>
          <a:prstGeom prst="rect">
            <a:avLst/>
          </a:prstGeom>
          <a:blipFill>
            <a:blip r:embed="rId14" cstate="print"/>
            <a:stretch>
              <a:fillRect/>
            </a:stretch>
          </a:blipFill>
        </p:spPr>
        <p:txBody>
          <a:bodyPr wrap="square" lIns="0" tIns="0" rIns="0" bIns="0" rtlCol="0"/>
          <a:lstStyle/>
          <a:p>
            <a:endParaRPr/>
          </a:p>
        </p:txBody>
      </p:sp>
      <p:sp>
        <p:nvSpPr>
          <p:cNvPr id="75" name="object 75">
            <a:extLst>
              <a:ext uri="{FF2B5EF4-FFF2-40B4-BE49-F238E27FC236}">
                <a16:creationId xmlns:a16="http://schemas.microsoft.com/office/drawing/2014/main" id="{9A79B283-C63B-711E-EEB3-8756DE8A060C}"/>
              </a:ext>
            </a:extLst>
          </p:cNvPr>
          <p:cNvSpPr/>
          <p:nvPr/>
        </p:nvSpPr>
        <p:spPr>
          <a:xfrm>
            <a:off x="3615657" y="6034311"/>
            <a:ext cx="5239512" cy="524256"/>
          </a:xfrm>
          <a:prstGeom prst="rect">
            <a:avLst/>
          </a:prstGeom>
          <a:blipFill>
            <a:blip r:embed="rId15" cstate="print"/>
            <a:stretch>
              <a:fillRect/>
            </a:stretch>
          </a:blipFill>
        </p:spPr>
        <p:txBody>
          <a:bodyPr wrap="square" lIns="0" tIns="0" rIns="0" bIns="0" rtlCol="0"/>
          <a:lstStyle/>
          <a:p>
            <a:endParaRPr/>
          </a:p>
        </p:txBody>
      </p:sp>
      <p:sp>
        <p:nvSpPr>
          <p:cNvPr id="76" name="object 76">
            <a:extLst>
              <a:ext uri="{FF2B5EF4-FFF2-40B4-BE49-F238E27FC236}">
                <a16:creationId xmlns:a16="http://schemas.microsoft.com/office/drawing/2014/main" id="{ADF41DB2-F0E5-A2D8-1F25-2A4EEB246FFC}"/>
              </a:ext>
            </a:extLst>
          </p:cNvPr>
          <p:cNvSpPr txBox="1"/>
          <p:nvPr/>
        </p:nvSpPr>
        <p:spPr>
          <a:xfrm>
            <a:off x="3615657" y="6046604"/>
            <a:ext cx="5240020" cy="452120"/>
          </a:xfrm>
          <a:prstGeom prst="rect">
            <a:avLst/>
          </a:prstGeom>
        </p:spPr>
        <p:txBody>
          <a:bodyPr vert="horz" wrap="square" lIns="0" tIns="12065" rIns="0" bIns="0" rtlCol="0">
            <a:spAutoFit/>
          </a:bodyPr>
          <a:lstStyle/>
          <a:p>
            <a:pPr marL="281305">
              <a:lnSpc>
                <a:spcPct val="100000"/>
              </a:lnSpc>
              <a:spcBef>
                <a:spcPts val="95"/>
              </a:spcBef>
            </a:pPr>
            <a:r>
              <a:rPr lang="zh-CN" altLang="en-US" sz="2800" spc="-10" dirty="0">
                <a:solidFill>
                  <a:srgbClr val="FFFFFF"/>
                </a:solidFill>
                <a:latin typeface="Calibri"/>
                <a:cs typeface="Calibri"/>
              </a:rPr>
              <a:t>深度意味着很多隐藏层</a:t>
            </a:r>
            <a:endParaRPr sz="2800" dirty="0">
              <a:latin typeface="Calibri"/>
              <a:cs typeface="Calibri"/>
            </a:endParaRPr>
          </a:p>
        </p:txBody>
      </p:sp>
      <p:sp>
        <p:nvSpPr>
          <p:cNvPr id="77" name="object 77">
            <a:extLst>
              <a:ext uri="{FF2B5EF4-FFF2-40B4-BE49-F238E27FC236}">
                <a16:creationId xmlns:a16="http://schemas.microsoft.com/office/drawing/2014/main" id="{7A565A0F-0BC3-85F7-41DF-AF2FAEF0BF01}"/>
              </a:ext>
            </a:extLst>
          </p:cNvPr>
          <p:cNvSpPr/>
          <p:nvPr/>
        </p:nvSpPr>
        <p:spPr>
          <a:xfrm>
            <a:off x="6845775" y="2762282"/>
            <a:ext cx="741680" cy="78105"/>
          </a:xfrm>
          <a:custGeom>
            <a:avLst/>
            <a:gdLst/>
            <a:ahLst/>
            <a:cxnLst/>
            <a:rect l="l" t="t" r="r" b="b"/>
            <a:pathLst>
              <a:path w="741679" h="78105">
                <a:moveTo>
                  <a:pt x="663701" y="0"/>
                </a:moveTo>
                <a:lnTo>
                  <a:pt x="663701" y="77724"/>
                </a:lnTo>
                <a:lnTo>
                  <a:pt x="715518" y="51815"/>
                </a:lnTo>
                <a:lnTo>
                  <a:pt x="676655" y="51815"/>
                </a:lnTo>
                <a:lnTo>
                  <a:pt x="676655" y="25908"/>
                </a:lnTo>
                <a:lnTo>
                  <a:pt x="715518" y="25908"/>
                </a:lnTo>
                <a:lnTo>
                  <a:pt x="663701" y="0"/>
                </a:lnTo>
                <a:close/>
              </a:path>
              <a:path w="741679" h="78105">
                <a:moveTo>
                  <a:pt x="663701" y="25908"/>
                </a:moveTo>
                <a:lnTo>
                  <a:pt x="0" y="25908"/>
                </a:lnTo>
                <a:lnTo>
                  <a:pt x="0" y="51815"/>
                </a:lnTo>
                <a:lnTo>
                  <a:pt x="663701" y="51815"/>
                </a:lnTo>
                <a:lnTo>
                  <a:pt x="663701" y="25908"/>
                </a:lnTo>
                <a:close/>
              </a:path>
              <a:path w="741679" h="78105">
                <a:moveTo>
                  <a:pt x="715518" y="25908"/>
                </a:moveTo>
                <a:lnTo>
                  <a:pt x="676655" y="25908"/>
                </a:lnTo>
                <a:lnTo>
                  <a:pt x="676655" y="51815"/>
                </a:lnTo>
                <a:lnTo>
                  <a:pt x="715518" y="51815"/>
                </a:lnTo>
                <a:lnTo>
                  <a:pt x="741426" y="38862"/>
                </a:lnTo>
                <a:lnTo>
                  <a:pt x="715518" y="25908"/>
                </a:lnTo>
                <a:close/>
              </a:path>
            </a:pathLst>
          </a:custGeom>
          <a:solidFill>
            <a:srgbClr val="000000"/>
          </a:solidFill>
        </p:spPr>
        <p:txBody>
          <a:bodyPr wrap="square" lIns="0" tIns="0" rIns="0" bIns="0" rtlCol="0"/>
          <a:lstStyle/>
          <a:p>
            <a:endParaRPr/>
          </a:p>
        </p:txBody>
      </p:sp>
      <p:sp>
        <p:nvSpPr>
          <p:cNvPr id="78" name="object 78">
            <a:extLst>
              <a:ext uri="{FF2B5EF4-FFF2-40B4-BE49-F238E27FC236}">
                <a16:creationId xmlns:a16="http://schemas.microsoft.com/office/drawing/2014/main" id="{3F67AC8A-22D2-3709-157D-6A3F6F508BCA}"/>
              </a:ext>
            </a:extLst>
          </p:cNvPr>
          <p:cNvSpPr/>
          <p:nvPr/>
        </p:nvSpPr>
        <p:spPr>
          <a:xfrm>
            <a:off x="6845775" y="3553238"/>
            <a:ext cx="741680" cy="78105"/>
          </a:xfrm>
          <a:custGeom>
            <a:avLst/>
            <a:gdLst/>
            <a:ahLst/>
            <a:cxnLst/>
            <a:rect l="l" t="t" r="r" b="b"/>
            <a:pathLst>
              <a:path w="741679" h="78104">
                <a:moveTo>
                  <a:pt x="663701" y="0"/>
                </a:moveTo>
                <a:lnTo>
                  <a:pt x="663701" y="77724"/>
                </a:lnTo>
                <a:lnTo>
                  <a:pt x="715517" y="51816"/>
                </a:lnTo>
                <a:lnTo>
                  <a:pt x="676655" y="51816"/>
                </a:lnTo>
                <a:lnTo>
                  <a:pt x="676655" y="25908"/>
                </a:lnTo>
                <a:lnTo>
                  <a:pt x="715518" y="25908"/>
                </a:lnTo>
                <a:lnTo>
                  <a:pt x="663701" y="0"/>
                </a:lnTo>
                <a:close/>
              </a:path>
              <a:path w="741679" h="78104">
                <a:moveTo>
                  <a:pt x="663701" y="25908"/>
                </a:moveTo>
                <a:lnTo>
                  <a:pt x="0" y="25908"/>
                </a:lnTo>
                <a:lnTo>
                  <a:pt x="0" y="51816"/>
                </a:lnTo>
                <a:lnTo>
                  <a:pt x="663701" y="51816"/>
                </a:lnTo>
                <a:lnTo>
                  <a:pt x="663701" y="25908"/>
                </a:lnTo>
                <a:close/>
              </a:path>
              <a:path w="741679" h="78104">
                <a:moveTo>
                  <a:pt x="715518" y="25908"/>
                </a:moveTo>
                <a:lnTo>
                  <a:pt x="676655" y="25908"/>
                </a:lnTo>
                <a:lnTo>
                  <a:pt x="676655" y="51816"/>
                </a:lnTo>
                <a:lnTo>
                  <a:pt x="715517" y="51816"/>
                </a:lnTo>
                <a:lnTo>
                  <a:pt x="741426" y="38862"/>
                </a:lnTo>
                <a:lnTo>
                  <a:pt x="715518" y="25908"/>
                </a:lnTo>
                <a:close/>
              </a:path>
            </a:pathLst>
          </a:custGeom>
          <a:solidFill>
            <a:srgbClr val="000000"/>
          </a:solidFill>
        </p:spPr>
        <p:txBody>
          <a:bodyPr wrap="square" lIns="0" tIns="0" rIns="0" bIns="0" rtlCol="0"/>
          <a:lstStyle/>
          <a:p>
            <a:endParaRPr/>
          </a:p>
        </p:txBody>
      </p:sp>
      <p:sp>
        <p:nvSpPr>
          <p:cNvPr id="79" name="object 79">
            <a:extLst>
              <a:ext uri="{FF2B5EF4-FFF2-40B4-BE49-F238E27FC236}">
                <a16:creationId xmlns:a16="http://schemas.microsoft.com/office/drawing/2014/main" id="{263B963B-840B-AA28-F3CB-E8875F079D62}"/>
              </a:ext>
            </a:extLst>
          </p:cNvPr>
          <p:cNvSpPr/>
          <p:nvPr/>
        </p:nvSpPr>
        <p:spPr>
          <a:xfrm>
            <a:off x="6836631" y="4775487"/>
            <a:ext cx="741680" cy="78105"/>
          </a:xfrm>
          <a:custGeom>
            <a:avLst/>
            <a:gdLst/>
            <a:ahLst/>
            <a:cxnLst/>
            <a:rect l="l" t="t" r="r" b="b"/>
            <a:pathLst>
              <a:path w="741679" h="78104">
                <a:moveTo>
                  <a:pt x="663701" y="0"/>
                </a:moveTo>
                <a:lnTo>
                  <a:pt x="663701" y="77724"/>
                </a:lnTo>
                <a:lnTo>
                  <a:pt x="715517" y="51816"/>
                </a:lnTo>
                <a:lnTo>
                  <a:pt x="676655" y="51816"/>
                </a:lnTo>
                <a:lnTo>
                  <a:pt x="676655" y="25908"/>
                </a:lnTo>
                <a:lnTo>
                  <a:pt x="715518" y="25908"/>
                </a:lnTo>
                <a:lnTo>
                  <a:pt x="663701" y="0"/>
                </a:lnTo>
                <a:close/>
              </a:path>
              <a:path w="741679" h="78104">
                <a:moveTo>
                  <a:pt x="663701" y="25908"/>
                </a:moveTo>
                <a:lnTo>
                  <a:pt x="0" y="25908"/>
                </a:lnTo>
                <a:lnTo>
                  <a:pt x="0" y="51816"/>
                </a:lnTo>
                <a:lnTo>
                  <a:pt x="663701" y="51816"/>
                </a:lnTo>
                <a:lnTo>
                  <a:pt x="663701" y="25908"/>
                </a:lnTo>
                <a:close/>
              </a:path>
              <a:path w="741679" h="78104">
                <a:moveTo>
                  <a:pt x="715518" y="25908"/>
                </a:moveTo>
                <a:lnTo>
                  <a:pt x="676655" y="25908"/>
                </a:lnTo>
                <a:lnTo>
                  <a:pt x="676655" y="51816"/>
                </a:lnTo>
                <a:lnTo>
                  <a:pt x="715517" y="51816"/>
                </a:lnTo>
                <a:lnTo>
                  <a:pt x="741426" y="38862"/>
                </a:lnTo>
                <a:lnTo>
                  <a:pt x="715518" y="25908"/>
                </a:lnTo>
                <a:close/>
              </a:path>
            </a:pathLst>
          </a:custGeom>
          <a:solidFill>
            <a:srgbClr val="000000"/>
          </a:solidFill>
        </p:spPr>
        <p:txBody>
          <a:bodyPr wrap="square" lIns="0" tIns="0" rIns="0" bIns="0" rtlCol="0"/>
          <a:lstStyle/>
          <a:p>
            <a:endParaRPr/>
          </a:p>
        </p:txBody>
      </p:sp>
      <p:sp>
        <p:nvSpPr>
          <p:cNvPr id="80" name="object 80">
            <a:extLst>
              <a:ext uri="{FF2B5EF4-FFF2-40B4-BE49-F238E27FC236}">
                <a16:creationId xmlns:a16="http://schemas.microsoft.com/office/drawing/2014/main" id="{6C63D5B0-AB16-0DD5-FA55-0A4A1BA110B5}"/>
              </a:ext>
            </a:extLst>
          </p:cNvPr>
          <p:cNvSpPr/>
          <p:nvPr/>
        </p:nvSpPr>
        <p:spPr>
          <a:xfrm>
            <a:off x="6839425" y="2801144"/>
            <a:ext cx="748665" cy="788035"/>
          </a:xfrm>
          <a:custGeom>
            <a:avLst/>
            <a:gdLst/>
            <a:ahLst/>
            <a:cxnLst/>
            <a:rect l="l" t="t" r="r" b="b"/>
            <a:pathLst>
              <a:path w="748664" h="788035">
                <a:moveTo>
                  <a:pt x="685550" y="47459"/>
                </a:moveTo>
                <a:lnTo>
                  <a:pt x="0" y="769619"/>
                </a:lnTo>
                <a:lnTo>
                  <a:pt x="18795" y="787526"/>
                </a:lnTo>
                <a:lnTo>
                  <a:pt x="704305" y="65285"/>
                </a:lnTo>
                <a:lnTo>
                  <a:pt x="685550" y="47459"/>
                </a:lnTo>
                <a:close/>
              </a:path>
              <a:path w="748664" h="788035">
                <a:moveTo>
                  <a:pt x="736835" y="38100"/>
                </a:moveTo>
                <a:lnTo>
                  <a:pt x="694435" y="38100"/>
                </a:lnTo>
                <a:lnTo>
                  <a:pt x="713231" y="55879"/>
                </a:lnTo>
                <a:lnTo>
                  <a:pt x="704305" y="65285"/>
                </a:lnTo>
                <a:lnTo>
                  <a:pt x="723138" y="83185"/>
                </a:lnTo>
                <a:lnTo>
                  <a:pt x="736835" y="38100"/>
                </a:lnTo>
                <a:close/>
              </a:path>
              <a:path w="748664" h="788035">
                <a:moveTo>
                  <a:pt x="694435" y="38100"/>
                </a:moveTo>
                <a:lnTo>
                  <a:pt x="685550" y="47459"/>
                </a:lnTo>
                <a:lnTo>
                  <a:pt x="704305" y="65285"/>
                </a:lnTo>
                <a:lnTo>
                  <a:pt x="713231" y="55879"/>
                </a:lnTo>
                <a:lnTo>
                  <a:pt x="694435" y="38100"/>
                </a:lnTo>
                <a:close/>
              </a:path>
              <a:path w="748664" h="788035">
                <a:moveTo>
                  <a:pt x="748410" y="0"/>
                </a:moveTo>
                <a:lnTo>
                  <a:pt x="666750" y="29590"/>
                </a:lnTo>
                <a:lnTo>
                  <a:pt x="685550" y="47459"/>
                </a:lnTo>
                <a:lnTo>
                  <a:pt x="694435" y="38100"/>
                </a:lnTo>
                <a:lnTo>
                  <a:pt x="736835" y="38100"/>
                </a:lnTo>
                <a:lnTo>
                  <a:pt x="748410" y="0"/>
                </a:lnTo>
                <a:close/>
              </a:path>
            </a:pathLst>
          </a:custGeom>
          <a:solidFill>
            <a:srgbClr val="000000"/>
          </a:solidFill>
        </p:spPr>
        <p:txBody>
          <a:bodyPr wrap="square" lIns="0" tIns="0" rIns="0" bIns="0" rtlCol="0"/>
          <a:lstStyle/>
          <a:p>
            <a:endParaRPr/>
          </a:p>
        </p:txBody>
      </p:sp>
      <p:sp>
        <p:nvSpPr>
          <p:cNvPr id="81" name="object 81">
            <a:extLst>
              <a:ext uri="{FF2B5EF4-FFF2-40B4-BE49-F238E27FC236}">
                <a16:creationId xmlns:a16="http://schemas.microsoft.com/office/drawing/2014/main" id="{36CA86D0-236B-3AA2-395B-C92B48A8FBF2}"/>
              </a:ext>
            </a:extLst>
          </p:cNvPr>
          <p:cNvSpPr/>
          <p:nvPr/>
        </p:nvSpPr>
        <p:spPr>
          <a:xfrm>
            <a:off x="6836377" y="2792254"/>
            <a:ext cx="753110" cy="787400"/>
          </a:xfrm>
          <a:custGeom>
            <a:avLst/>
            <a:gdLst/>
            <a:ahLst/>
            <a:cxnLst/>
            <a:rect l="l" t="t" r="r" b="b"/>
            <a:pathLst>
              <a:path w="753110" h="787400">
                <a:moveTo>
                  <a:pt x="690073" y="740200"/>
                </a:moveTo>
                <a:lnTo>
                  <a:pt x="671321" y="758063"/>
                </a:lnTo>
                <a:lnTo>
                  <a:pt x="753109" y="787400"/>
                </a:lnTo>
                <a:lnTo>
                  <a:pt x="741460" y="749553"/>
                </a:lnTo>
                <a:lnTo>
                  <a:pt x="699007" y="749553"/>
                </a:lnTo>
                <a:lnTo>
                  <a:pt x="690073" y="740200"/>
                </a:lnTo>
                <a:close/>
              </a:path>
              <a:path w="753110" h="787400">
                <a:moveTo>
                  <a:pt x="708869" y="722295"/>
                </a:moveTo>
                <a:lnTo>
                  <a:pt x="690073" y="740200"/>
                </a:lnTo>
                <a:lnTo>
                  <a:pt x="699007" y="749553"/>
                </a:lnTo>
                <a:lnTo>
                  <a:pt x="717803" y="731646"/>
                </a:lnTo>
                <a:lnTo>
                  <a:pt x="708869" y="722295"/>
                </a:lnTo>
                <a:close/>
              </a:path>
              <a:path w="753110" h="787400">
                <a:moveTo>
                  <a:pt x="727582" y="704468"/>
                </a:moveTo>
                <a:lnTo>
                  <a:pt x="708869" y="722295"/>
                </a:lnTo>
                <a:lnTo>
                  <a:pt x="717803" y="731646"/>
                </a:lnTo>
                <a:lnTo>
                  <a:pt x="699007" y="749553"/>
                </a:lnTo>
                <a:lnTo>
                  <a:pt x="741460" y="749553"/>
                </a:lnTo>
                <a:lnTo>
                  <a:pt x="727582" y="704468"/>
                </a:lnTo>
                <a:close/>
              </a:path>
              <a:path w="753110" h="787400">
                <a:moveTo>
                  <a:pt x="18795" y="0"/>
                </a:moveTo>
                <a:lnTo>
                  <a:pt x="0" y="17779"/>
                </a:lnTo>
                <a:lnTo>
                  <a:pt x="690073" y="740200"/>
                </a:lnTo>
                <a:lnTo>
                  <a:pt x="708869" y="722295"/>
                </a:lnTo>
                <a:lnTo>
                  <a:pt x="18795" y="0"/>
                </a:lnTo>
                <a:close/>
              </a:path>
            </a:pathLst>
          </a:custGeom>
          <a:solidFill>
            <a:srgbClr val="000000"/>
          </a:solidFill>
        </p:spPr>
        <p:txBody>
          <a:bodyPr wrap="square" lIns="0" tIns="0" rIns="0" bIns="0" rtlCol="0"/>
          <a:lstStyle/>
          <a:p>
            <a:endParaRPr/>
          </a:p>
        </p:txBody>
      </p:sp>
      <p:sp>
        <p:nvSpPr>
          <p:cNvPr id="82" name="object 82">
            <a:extLst>
              <a:ext uri="{FF2B5EF4-FFF2-40B4-BE49-F238E27FC236}">
                <a16:creationId xmlns:a16="http://schemas.microsoft.com/office/drawing/2014/main" id="{A5848FEF-6E8E-E5AB-1D3F-38B98DD3A967}"/>
              </a:ext>
            </a:extLst>
          </p:cNvPr>
          <p:cNvSpPr/>
          <p:nvPr/>
        </p:nvSpPr>
        <p:spPr>
          <a:xfrm>
            <a:off x="6833583" y="2796700"/>
            <a:ext cx="754380" cy="2011045"/>
          </a:xfrm>
          <a:custGeom>
            <a:avLst/>
            <a:gdLst/>
            <a:ahLst/>
            <a:cxnLst/>
            <a:rect l="l" t="t" r="r" b="b"/>
            <a:pathLst>
              <a:path w="754379" h="2011045">
                <a:moveTo>
                  <a:pt x="705477" y="1942452"/>
                </a:moveTo>
                <a:lnTo>
                  <a:pt x="681101" y="1951355"/>
                </a:lnTo>
                <a:lnTo>
                  <a:pt x="744347" y="2011045"/>
                </a:lnTo>
                <a:lnTo>
                  <a:pt x="750732" y="1954657"/>
                </a:lnTo>
                <a:lnTo>
                  <a:pt x="709930" y="1954657"/>
                </a:lnTo>
                <a:lnTo>
                  <a:pt x="705477" y="1942452"/>
                </a:lnTo>
                <a:close/>
              </a:path>
              <a:path w="754379" h="2011045">
                <a:moveTo>
                  <a:pt x="729856" y="1933548"/>
                </a:moveTo>
                <a:lnTo>
                  <a:pt x="705477" y="1942452"/>
                </a:lnTo>
                <a:lnTo>
                  <a:pt x="709930" y="1954657"/>
                </a:lnTo>
                <a:lnTo>
                  <a:pt x="734313" y="1945767"/>
                </a:lnTo>
                <a:lnTo>
                  <a:pt x="729856" y="1933548"/>
                </a:lnTo>
                <a:close/>
              </a:path>
              <a:path w="754379" h="2011045">
                <a:moveTo>
                  <a:pt x="754126" y="1924685"/>
                </a:moveTo>
                <a:lnTo>
                  <a:pt x="729856" y="1933548"/>
                </a:lnTo>
                <a:lnTo>
                  <a:pt x="734313" y="1945767"/>
                </a:lnTo>
                <a:lnTo>
                  <a:pt x="709930" y="1954657"/>
                </a:lnTo>
                <a:lnTo>
                  <a:pt x="750732" y="1954657"/>
                </a:lnTo>
                <a:lnTo>
                  <a:pt x="754126" y="1924685"/>
                </a:lnTo>
                <a:close/>
              </a:path>
              <a:path w="754379" h="2011045">
                <a:moveTo>
                  <a:pt x="24384" y="0"/>
                </a:moveTo>
                <a:lnTo>
                  <a:pt x="0" y="8889"/>
                </a:lnTo>
                <a:lnTo>
                  <a:pt x="705477" y="1942452"/>
                </a:lnTo>
                <a:lnTo>
                  <a:pt x="729856" y="1933548"/>
                </a:lnTo>
                <a:lnTo>
                  <a:pt x="24384" y="0"/>
                </a:lnTo>
                <a:close/>
              </a:path>
            </a:pathLst>
          </a:custGeom>
          <a:solidFill>
            <a:srgbClr val="000000"/>
          </a:solidFill>
        </p:spPr>
        <p:txBody>
          <a:bodyPr wrap="square" lIns="0" tIns="0" rIns="0" bIns="0" rtlCol="0"/>
          <a:lstStyle/>
          <a:p>
            <a:endParaRPr/>
          </a:p>
        </p:txBody>
      </p:sp>
      <p:sp>
        <p:nvSpPr>
          <p:cNvPr id="83" name="object 83">
            <a:extLst>
              <a:ext uri="{FF2B5EF4-FFF2-40B4-BE49-F238E27FC236}">
                <a16:creationId xmlns:a16="http://schemas.microsoft.com/office/drawing/2014/main" id="{FCDF67DB-F560-2B82-507C-B2CD82029282}"/>
              </a:ext>
            </a:extLst>
          </p:cNvPr>
          <p:cNvSpPr/>
          <p:nvPr/>
        </p:nvSpPr>
        <p:spPr>
          <a:xfrm>
            <a:off x="6837646" y="3573305"/>
            <a:ext cx="741045" cy="1235075"/>
          </a:xfrm>
          <a:custGeom>
            <a:avLst/>
            <a:gdLst/>
            <a:ahLst/>
            <a:cxnLst/>
            <a:rect l="l" t="t" r="r" b="b"/>
            <a:pathLst>
              <a:path w="741045" h="1235075">
                <a:moveTo>
                  <a:pt x="690138" y="1174466"/>
                </a:moveTo>
                <a:lnTo>
                  <a:pt x="667893" y="1187703"/>
                </a:lnTo>
                <a:lnTo>
                  <a:pt x="740918" y="1234566"/>
                </a:lnTo>
                <a:lnTo>
                  <a:pt x="737395" y="1185545"/>
                </a:lnTo>
                <a:lnTo>
                  <a:pt x="696722" y="1185545"/>
                </a:lnTo>
                <a:lnTo>
                  <a:pt x="690138" y="1174466"/>
                </a:lnTo>
                <a:close/>
              </a:path>
              <a:path w="741045" h="1235075">
                <a:moveTo>
                  <a:pt x="712356" y="1161245"/>
                </a:moveTo>
                <a:lnTo>
                  <a:pt x="690138" y="1174466"/>
                </a:lnTo>
                <a:lnTo>
                  <a:pt x="696722" y="1185545"/>
                </a:lnTo>
                <a:lnTo>
                  <a:pt x="718947" y="1172336"/>
                </a:lnTo>
                <a:lnTo>
                  <a:pt x="712356" y="1161245"/>
                </a:lnTo>
                <a:close/>
              </a:path>
              <a:path w="741045" h="1235075">
                <a:moveTo>
                  <a:pt x="734695" y="1147952"/>
                </a:moveTo>
                <a:lnTo>
                  <a:pt x="712356" y="1161245"/>
                </a:lnTo>
                <a:lnTo>
                  <a:pt x="718947" y="1172336"/>
                </a:lnTo>
                <a:lnTo>
                  <a:pt x="696722" y="1185545"/>
                </a:lnTo>
                <a:lnTo>
                  <a:pt x="737395" y="1185545"/>
                </a:lnTo>
                <a:lnTo>
                  <a:pt x="734695" y="1147952"/>
                </a:lnTo>
                <a:close/>
              </a:path>
              <a:path w="741045" h="1235075">
                <a:moveTo>
                  <a:pt x="22351" y="0"/>
                </a:moveTo>
                <a:lnTo>
                  <a:pt x="0" y="13207"/>
                </a:lnTo>
                <a:lnTo>
                  <a:pt x="690138" y="1174466"/>
                </a:lnTo>
                <a:lnTo>
                  <a:pt x="712356" y="1161245"/>
                </a:lnTo>
                <a:lnTo>
                  <a:pt x="22351" y="0"/>
                </a:lnTo>
                <a:close/>
              </a:path>
            </a:pathLst>
          </a:custGeom>
          <a:solidFill>
            <a:srgbClr val="000000"/>
          </a:solidFill>
        </p:spPr>
        <p:txBody>
          <a:bodyPr wrap="square" lIns="0" tIns="0" rIns="0" bIns="0" rtlCol="0"/>
          <a:lstStyle/>
          <a:p>
            <a:endParaRPr/>
          </a:p>
        </p:txBody>
      </p:sp>
      <p:sp>
        <p:nvSpPr>
          <p:cNvPr id="84" name="object 84">
            <a:extLst>
              <a:ext uri="{FF2B5EF4-FFF2-40B4-BE49-F238E27FC236}">
                <a16:creationId xmlns:a16="http://schemas.microsoft.com/office/drawing/2014/main" id="{26F7FFCF-B8DC-8B46-7A42-875B45940165}"/>
              </a:ext>
            </a:extLst>
          </p:cNvPr>
          <p:cNvSpPr/>
          <p:nvPr/>
        </p:nvSpPr>
        <p:spPr>
          <a:xfrm>
            <a:off x="6824439" y="2801144"/>
            <a:ext cx="772160" cy="2011680"/>
          </a:xfrm>
          <a:custGeom>
            <a:avLst/>
            <a:gdLst/>
            <a:ahLst/>
            <a:cxnLst/>
            <a:rect l="l" t="t" r="r" b="b"/>
            <a:pathLst>
              <a:path w="772160" h="2011679">
                <a:moveTo>
                  <a:pt x="723555" y="68255"/>
                </a:moveTo>
                <a:lnTo>
                  <a:pt x="0" y="2002027"/>
                </a:lnTo>
                <a:lnTo>
                  <a:pt x="24383" y="2011171"/>
                </a:lnTo>
                <a:lnTo>
                  <a:pt x="747799" y="77309"/>
                </a:lnTo>
                <a:lnTo>
                  <a:pt x="723555" y="68255"/>
                </a:lnTo>
                <a:close/>
              </a:path>
              <a:path w="772160" h="2011679">
                <a:moveTo>
                  <a:pt x="768832" y="56134"/>
                </a:moveTo>
                <a:lnTo>
                  <a:pt x="728090" y="56134"/>
                </a:lnTo>
                <a:lnTo>
                  <a:pt x="752347" y="65150"/>
                </a:lnTo>
                <a:lnTo>
                  <a:pt x="747799" y="77309"/>
                </a:lnTo>
                <a:lnTo>
                  <a:pt x="772032" y="86360"/>
                </a:lnTo>
                <a:lnTo>
                  <a:pt x="768832" y="56134"/>
                </a:lnTo>
                <a:close/>
              </a:path>
              <a:path w="772160" h="2011679">
                <a:moveTo>
                  <a:pt x="728090" y="56134"/>
                </a:moveTo>
                <a:lnTo>
                  <a:pt x="723555" y="68255"/>
                </a:lnTo>
                <a:lnTo>
                  <a:pt x="747799" y="77309"/>
                </a:lnTo>
                <a:lnTo>
                  <a:pt x="752347" y="65150"/>
                </a:lnTo>
                <a:lnTo>
                  <a:pt x="728090" y="56134"/>
                </a:lnTo>
                <a:close/>
              </a:path>
              <a:path w="772160" h="2011679">
                <a:moveTo>
                  <a:pt x="762888" y="0"/>
                </a:moveTo>
                <a:lnTo>
                  <a:pt x="699262" y="59181"/>
                </a:lnTo>
                <a:lnTo>
                  <a:pt x="723555" y="68255"/>
                </a:lnTo>
                <a:lnTo>
                  <a:pt x="728090" y="56134"/>
                </a:lnTo>
                <a:lnTo>
                  <a:pt x="768832" y="56134"/>
                </a:lnTo>
                <a:lnTo>
                  <a:pt x="762888" y="0"/>
                </a:lnTo>
                <a:close/>
              </a:path>
            </a:pathLst>
          </a:custGeom>
          <a:solidFill>
            <a:srgbClr val="000000"/>
          </a:solidFill>
        </p:spPr>
        <p:txBody>
          <a:bodyPr wrap="square" lIns="0" tIns="0" rIns="0" bIns="0" rtlCol="0"/>
          <a:lstStyle/>
          <a:p>
            <a:endParaRPr/>
          </a:p>
        </p:txBody>
      </p:sp>
      <p:sp>
        <p:nvSpPr>
          <p:cNvPr id="85" name="object 85">
            <a:extLst>
              <a:ext uri="{FF2B5EF4-FFF2-40B4-BE49-F238E27FC236}">
                <a16:creationId xmlns:a16="http://schemas.microsoft.com/office/drawing/2014/main" id="{8D641ED2-C69E-5A24-75D8-B1594A2676CD}"/>
              </a:ext>
            </a:extLst>
          </p:cNvPr>
          <p:cNvSpPr/>
          <p:nvPr/>
        </p:nvSpPr>
        <p:spPr>
          <a:xfrm>
            <a:off x="6825582" y="3579909"/>
            <a:ext cx="764540" cy="1235075"/>
          </a:xfrm>
          <a:custGeom>
            <a:avLst/>
            <a:gdLst/>
            <a:ahLst/>
            <a:cxnLst/>
            <a:rect l="l" t="t" r="r" b="b"/>
            <a:pathLst>
              <a:path w="764539" h="1235075">
                <a:moveTo>
                  <a:pt x="712388" y="59496"/>
                </a:moveTo>
                <a:lnTo>
                  <a:pt x="0" y="1221232"/>
                </a:lnTo>
                <a:lnTo>
                  <a:pt x="22098" y="1234820"/>
                </a:lnTo>
                <a:lnTo>
                  <a:pt x="734493" y="73073"/>
                </a:lnTo>
                <a:lnTo>
                  <a:pt x="712388" y="59496"/>
                </a:lnTo>
                <a:close/>
              </a:path>
              <a:path w="764539" h="1235075">
                <a:moveTo>
                  <a:pt x="759846" y="48387"/>
                </a:moveTo>
                <a:lnTo>
                  <a:pt x="719201" y="48387"/>
                </a:lnTo>
                <a:lnTo>
                  <a:pt x="741299" y="61975"/>
                </a:lnTo>
                <a:lnTo>
                  <a:pt x="734493" y="73073"/>
                </a:lnTo>
                <a:lnTo>
                  <a:pt x="756538" y="86613"/>
                </a:lnTo>
                <a:lnTo>
                  <a:pt x="759846" y="48387"/>
                </a:lnTo>
                <a:close/>
              </a:path>
              <a:path w="764539" h="1235075">
                <a:moveTo>
                  <a:pt x="719201" y="48387"/>
                </a:moveTo>
                <a:lnTo>
                  <a:pt x="712388" y="59496"/>
                </a:lnTo>
                <a:lnTo>
                  <a:pt x="734493" y="73073"/>
                </a:lnTo>
                <a:lnTo>
                  <a:pt x="741299" y="61975"/>
                </a:lnTo>
                <a:lnTo>
                  <a:pt x="719201" y="48387"/>
                </a:lnTo>
                <a:close/>
              </a:path>
              <a:path w="764539" h="1235075">
                <a:moveTo>
                  <a:pt x="764032" y="0"/>
                </a:moveTo>
                <a:lnTo>
                  <a:pt x="690372" y="45974"/>
                </a:lnTo>
                <a:lnTo>
                  <a:pt x="712388" y="59496"/>
                </a:lnTo>
                <a:lnTo>
                  <a:pt x="719201" y="48387"/>
                </a:lnTo>
                <a:lnTo>
                  <a:pt x="759846" y="48387"/>
                </a:lnTo>
                <a:lnTo>
                  <a:pt x="764032" y="0"/>
                </a:lnTo>
                <a:close/>
              </a:path>
            </a:pathLst>
          </a:custGeom>
          <a:solidFill>
            <a:srgbClr val="000000"/>
          </a:solidFill>
        </p:spPr>
        <p:txBody>
          <a:bodyPr wrap="square" lIns="0" tIns="0" rIns="0" bIns="0" rtlCol="0"/>
          <a:lstStyle/>
          <a:p>
            <a:endParaRPr/>
          </a:p>
        </p:txBody>
      </p:sp>
      <p:sp>
        <p:nvSpPr>
          <p:cNvPr id="86" name="object 86">
            <a:extLst>
              <a:ext uri="{FF2B5EF4-FFF2-40B4-BE49-F238E27FC236}">
                <a16:creationId xmlns:a16="http://schemas.microsoft.com/office/drawing/2014/main" id="{A65D4BED-1057-E94A-FDB7-05FE7A1DA45D}"/>
              </a:ext>
            </a:extLst>
          </p:cNvPr>
          <p:cNvSpPr/>
          <p:nvPr/>
        </p:nvSpPr>
        <p:spPr>
          <a:xfrm>
            <a:off x="6404577" y="1410495"/>
            <a:ext cx="1299972" cy="579120"/>
          </a:xfrm>
          <a:prstGeom prst="rect">
            <a:avLst/>
          </a:prstGeom>
          <a:blipFill>
            <a:blip r:embed="rId16" cstate="print"/>
            <a:stretch>
              <a:fillRect/>
            </a:stretch>
          </a:blipFill>
        </p:spPr>
        <p:txBody>
          <a:bodyPr wrap="square" lIns="0" tIns="0" rIns="0" bIns="0" rtlCol="0"/>
          <a:lstStyle/>
          <a:p>
            <a:endParaRPr/>
          </a:p>
        </p:txBody>
      </p:sp>
      <p:sp>
        <p:nvSpPr>
          <p:cNvPr id="87" name="object 87">
            <a:extLst>
              <a:ext uri="{FF2B5EF4-FFF2-40B4-BE49-F238E27FC236}">
                <a16:creationId xmlns:a16="http://schemas.microsoft.com/office/drawing/2014/main" id="{7FC52ECB-2F0E-F06B-CC44-0B744D0DC2EB}"/>
              </a:ext>
            </a:extLst>
          </p:cNvPr>
          <p:cNvSpPr/>
          <p:nvPr/>
        </p:nvSpPr>
        <p:spPr>
          <a:xfrm>
            <a:off x="6364952" y="1363250"/>
            <a:ext cx="1379220" cy="758951"/>
          </a:xfrm>
          <a:prstGeom prst="rect">
            <a:avLst/>
          </a:prstGeom>
          <a:blipFill>
            <a:blip r:embed="rId17" cstate="print"/>
            <a:stretch>
              <a:fillRect/>
            </a:stretch>
          </a:blipFill>
        </p:spPr>
        <p:txBody>
          <a:bodyPr wrap="square" lIns="0" tIns="0" rIns="0" bIns="0" rtlCol="0"/>
          <a:lstStyle/>
          <a:p>
            <a:endParaRPr/>
          </a:p>
        </p:txBody>
      </p:sp>
      <p:sp>
        <p:nvSpPr>
          <p:cNvPr id="88" name="object 88">
            <a:extLst>
              <a:ext uri="{FF2B5EF4-FFF2-40B4-BE49-F238E27FC236}">
                <a16:creationId xmlns:a16="http://schemas.microsoft.com/office/drawing/2014/main" id="{33C43ACF-C5DB-A098-5328-F184C058DFE6}"/>
              </a:ext>
            </a:extLst>
          </p:cNvPr>
          <p:cNvSpPr/>
          <p:nvPr/>
        </p:nvSpPr>
        <p:spPr>
          <a:xfrm>
            <a:off x="6464013" y="1450119"/>
            <a:ext cx="1181100" cy="461772"/>
          </a:xfrm>
          <a:prstGeom prst="rect">
            <a:avLst/>
          </a:prstGeom>
          <a:blipFill>
            <a:blip r:embed="rId18" cstate="print"/>
            <a:stretch>
              <a:fillRect/>
            </a:stretch>
          </a:blipFill>
        </p:spPr>
        <p:txBody>
          <a:bodyPr wrap="square" lIns="0" tIns="0" rIns="0" bIns="0" rtlCol="0"/>
          <a:lstStyle/>
          <a:p>
            <a:endParaRPr/>
          </a:p>
        </p:txBody>
      </p:sp>
      <p:sp>
        <p:nvSpPr>
          <p:cNvPr id="89" name="object 89">
            <a:extLst>
              <a:ext uri="{FF2B5EF4-FFF2-40B4-BE49-F238E27FC236}">
                <a16:creationId xmlns:a16="http://schemas.microsoft.com/office/drawing/2014/main" id="{3F3E17AD-F56F-B731-938D-F0D5CA1243D7}"/>
              </a:ext>
            </a:extLst>
          </p:cNvPr>
          <p:cNvSpPr txBox="1"/>
          <p:nvPr/>
        </p:nvSpPr>
        <p:spPr>
          <a:xfrm>
            <a:off x="6464013" y="1463275"/>
            <a:ext cx="1181100" cy="382156"/>
          </a:xfrm>
          <a:prstGeom prst="rect">
            <a:avLst/>
          </a:prstGeom>
        </p:spPr>
        <p:txBody>
          <a:bodyPr vert="horz" wrap="square" lIns="0" tIns="12700" rIns="0" bIns="0" rtlCol="0">
            <a:spAutoFit/>
          </a:bodyPr>
          <a:lstStyle/>
          <a:p>
            <a:pPr marL="143510">
              <a:lnSpc>
                <a:spcPct val="100000"/>
              </a:lnSpc>
              <a:spcBef>
                <a:spcPts val="100"/>
              </a:spcBef>
            </a:pPr>
            <a:r>
              <a:rPr lang="zh-CN" altLang="en-US" sz="2400" spc="-10" dirty="0">
                <a:solidFill>
                  <a:srgbClr val="FFFFFF"/>
                </a:solidFill>
                <a:latin typeface="Calibri"/>
                <a:cs typeface="Calibri"/>
              </a:rPr>
              <a:t>神经元</a:t>
            </a:r>
            <a:endParaRPr sz="2400" dirty="0">
              <a:latin typeface="Calibri"/>
              <a:cs typeface="Calibri"/>
            </a:endParaRPr>
          </a:p>
        </p:txBody>
      </p:sp>
      <p:sp>
        <p:nvSpPr>
          <p:cNvPr id="90" name="object 90">
            <a:extLst>
              <a:ext uri="{FF2B5EF4-FFF2-40B4-BE49-F238E27FC236}">
                <a16:creationId xmlns:a16="http://schemas.microsoft.com/office/drawing/2014/main" id="{4E7F5DEA-2E0D-5F91-BD83-2FAE6B57B647}"/>
              </a:ext>
            </a:extLst>
          </p:cNvPr>
          <p:cNvSpPr/>
          <p:nvPr/>
        </p:nvSpPr>
        <p:spPr>
          <a:xfrm>
            <a:off x="5628226" y="1912653"/>
            <a:ext cx="1426845" cy="960119"/>
          </a:xfrm>
          <a:custGeom>
            <a:avLst/>
            <a:gdLst/>
            <a:ahLst/>
            <a:cxnLst/>
            <a:rect l="l" t="t" r="r" b="b"/>
            <a:pathLst>
              <a:path w="1426845" h="960119">
                <a:moveTo>
                  <a:pt x="1320750" y="47572"/>
                </a:moveTo>
                <a:lnTo>
                  <a:pt x="0" y="927988"/>
                </a:lnTo>
                <a:lnTo>
                  <a:pt x="21081" y="959611"/>
                </a:lnTo>
                <a:lnTo>
                  <a:pt x="1341910" y="79269"/>
                </a:lnTo>
                <a:lnTo>
                  <a:pt x="1320750" y="47572"/>
                </a:lnTo>
                <a:close/>
              </a:path>
              <a:path w="1426845" h="960119">
                <a:moveTo>
                  <a:pt x="1405363" y="36956"/>
                </a:moveTo>
                <a:lnTo>
                  <a:pt x="1336675" y="36956"/>
                </a:lnTo>
                <a:lnTo>
                  <a:pt x="1357756" y="68706"/>
                </a:lnTo>
                <a:lnTo>
                  <a:pt x="1341910" y="79269"/>
                </a:lnTo>
                <a:lnTo>
                  <a:pt x="1363090" y="110997"/>
                </a:lnTo>
                <a:lnTo>
                  <a:pt x="1405363" y="36956"/>
                </a:lnTo>
                <a:close/>
              </a:path>
              <a:path w="1426845" h="960119">
                <a:moveTo>
                  <a:pt x="1336675" y="36956"/>
                </a:moveTo>
                <a:lnTo>
                  <a:pt x="1320750" y="47572"/>
                </a:lnTo>
                <a:lnTo>
                  <a:pt x="1341910" y="79269"/>
                </a:lnTo>
                <a:lnTo>
                  <a:pt x="1357756" y="68706"/>
                </a:lnTo>
                <a:lnTo>
                  <a:pt x="1336675" y="36956"/>
                </a:lnTo>
                <a:close/>
              </a:path>
              <a:path w="1426845" h="960119">
                <a:moveTo>
                  <a:pt x="1426464" y="0"/>
                </a:moveTo>
                <a:lnTo>
                  <a:pt x="1299590" y="15875"/>
                </a:lnTo>
                <a:lnTo>
                  <a:pt x="1320750" y="47572"/>
                </a:lnTo>
                <a:lnTo>
                  <a:pt x="1336675" y="36956"/>
                </a:lnTo>
                <a:lnTo>
                  <a:pt x="1405363" y="36956"/>
                </a:lnTo>
                <a:lnTo>
                  <a:pt x="1426464" y="0"/>
                </a:lnTo>
                <a:close/>
              </a:path>
            </a:pathLst>
          </a:custGeom>
          <a:solidFill>
            <a:srgbClr val="0000FF"/>
          </a:solidFill>
        </p:spPr>
        <p:txBody>
          <a:bodyPr wrap="square" lIns="0" tIns="0" rIns="0" bIns="0" rtlCol="0"/>
          <a:lstStyle/>
          <a:p>
            <a:endParaRPr/>
          </a:p>
        </p:txBody>
      </p:sp>
      <p:grpSp>
        <p:nvGrpSpPr>
          <p:cNvPr id="2" name="组合 1">
            <a:extLst>
              <a:ext uri="{FF2B5EF4-FFF2-40B4-BE49-F238E27FC236}">
                <a16:creationId xmlns:a16="http://schemas.microsoft.com/office/drawing/2014/main" id="{52D17E2D-72AF-DC7C-D89C-0D8EC4751D7F}"/>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ABBC6C5C-271A-C2D5-934A-520995BDBD5C}"/>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1" name="组合 90">
              <a:extLst>
                <a:ext uri="{FF2B5EF4-FFF2-40B4-BE49-F238E27FC236}">
                  <a16:creationId xmlns:a16="http://schemas.microsoft.com/office/drawing/2014/main" id="{FC3516EC-F05A-08F3-6BDD-EA1A05C934C3}"/>
                </a:ext>
              </a:extLst>
            </p:cNvPr>
            <p:cNvGrpSpPr/>
            <p:nvPr/>
          </p:nvGrpSpPr>
          <p:grpSpPr>
            <a:xfrm>
              <a:off x="695400" y="260648"/>
              <a:ext cx="3672271" cy="1058822"/>
              <a:chOff x="623392" y="310880"/>
              <a:chExt cx="3672271" cy="1058822"/>
            </a:xfrm>
          </p:grpSpPr>
          <p:sp>
            <p:nvSpPr>
              <p:cNvPr id="92" name="文本框 91">
                <a:extLst>
                  <a:ext uri="{FF2B5EF4-FFF2-40B4-BE49-F238E27FC236}">
                    <a16:creationId xmlns:a16="http://schemas.microsoft.com/office/drawing/2014/main" id="{0669E7DA-F70B-A831-B414-6EDD97F2D9E7}"/>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前馈网络的层</a:t>
                </a:r>
              </a:p>
            </p:txBody>
          </p:sp>
          <p:cxnSp>
            <p:nvCxnSpPr>
              <p:cNvPr id="93" name="直接连接符 92">
                <a:extLst>
                  <a:ext uri="{FF2B5EF4-FFF2-40B4-BE49-F238E27FC236}">
                    <a16:creationId xmlns:a16="http://schemas.microsoft.com/office/drawing/2014/main" id="{4236C0B8-944A-D221-311F-0D9FB828B30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4" name="文本框 93">
                <a:extLst>
                  <a:ext uri="{FF2B5EF4-FFF2-40B4-BE49-F238E27FC236}">
                    <a16:creationId xmlns:a16="http://schemas.microsoft.com/office/drawing/2014/main" id="{6AAE004B-A511-D8D2-F133-F966D68E2B5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126573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5287B32F-16AB-80FE-6115-A466B195366D}"/>
              </a:ext>
            </a:extLst>
          </p:cNvPr>
          <p:cNvSpPr txBox="1"/>
          <p:nvPr/>
        </p:nvSpPr>
        <p:spPr>
          <a:xfrm>
            <a:off x="2826718" y="1422183"/>
            <a:ext cx="5022850" cy="812402"/>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sz="2800" spc="-10" dirty="0" err="1">
                <a:latin typeface="Calibri"/>
                <a:cs typeface="Calibri"/>
              </a:rPr>
              <a:t>Softmax</a:t>
            </a:r>
            <a:r>
              <a:rPr lang="en-US" sz="2800" spc="-10" dirty="0">
                <a:latin typeface="Calibri"/>
                <a:cs typeface="Calibri"/>
              </a:rPr>
              <a:t> </a:t>
            </a:r>
            <a:r>
              <a:rPr sz="2800" spc="-10" dirty="0">
                <a:latin typeface="Calibri"/>
                <a:cs typeface="Calibri"/>
              </a:rPr>
              <a:t> </a:t>
            </a:r>
            <a:r>
              <a:rPr lang="zh-CN" altLang="en-US" sz="2800" spc="-25" dirty="0">
                <a:latin typeface="Calibri"/>
                <a:cs typeface="Calibri"/>
              </a:rPr>
              <a:t>层作为输出层</a:t>
            </a:r>
            <a:endParaRPr sz="2600" dirty="0">
              <a:latin typeface="Times New Roman"/>
              <a:cs typeface="Times New Roman"/>
            </a:endParaRPr>
          </a:p>
          <a:p>
            <a:pPr marL="266700">
              <a:lnSpc>
                <a:spcPct val="100000"/>
              </a:lnSpc>
            </a:pPr>
            <a:r>
              <a:rPr lang="zh-CN" altLang="en-US" sz="2400" b="1" i="1" u="sng" spc="-5" dirty="0">
                <a:uFill>
                  <a:solidFill>
                    <a:srgbClr val="000000"/>
                  </a:solidFill>
                </a:uFill>
                <a:latin typeface="Calibri"/>
                <a:cs typeface="Calibri"/>
              </a:rPr>
              <a:t>普通层</a:t>
            </a:r>
            <a:endParaRPr sz="2400" dirty="0">
              <a:latin typeface="Calibri"/>
              <a:cs typeface="Calibri"/>
            </a:endParaRPr>
          </a:p>
        </p:txBody>
      </p:sp>
      <p:sp>
        <p:nvSpPr>
          <p:cNvPr id="6" name="object 4">
            <a:extLst>
              <a:ext uri="{FF2B5EF4-FFF2-40B4-BE49-F238E27FC236}">
                <a16:creationId xmlns:a16="http://schemas.microsoft.com/office/drawing/2014/main" id="{A7C4D6E6-1DBA-052F-EBD7-F45CFE2B6F99}"/>
              </a:ext>
            </a:extLst>
          </p:cNvPr>
          <p:cNvSpPr/>
          <p:nvPr/>
        </p:nvSpPr>
        <p:spPr>
          <a:xfrm>
            <a:off x="3758071" y="3810890"/>
            <a:ext cx="1219200" cy="173990"/>
          </a:xfrm>
          <a:custGeom>
            <a:avLst/>
            <a:gdLst/>
            <a:ahLst/>
            <a:cxnLst/>
            <a:rect l="l" t="t" r="r" b="b"/>
            <a:pathLst>
              <a:path w="1219200" h="173989">
                <a:moveTo>
                  <a:pt x="1045463" y="0"/>
                </a:moveTo>
                <a:lnTo>
                  <a:pt x="1045463" y="173736"/>
                </a:lnTo>
                <a:lnTo>
                  <a:pt x="1161288" y="115824"/>
                </a:lnTo>
                <a:lnTo>
                  <a:pt x="1074420" y="115824"/>
                </a:lnTo>
                <a:lnTo>
                  <a:pt x="1074420" y="57912"/>
                </a:lnTo>
                <a:lnTo>
                  <a:pt x="1161288" y="57912"/>
                </a:lnTo>
                <a:lnTo>
                  <a:pt x="1045463" y="0"/>
                </a:lnTo>
                <a:close/>
              </a:path>
              <a:path w="1219200" h="173989">
                <a:moveTo>
                  <a:pt x="1045463" y="57912"/>
                </a:moveTo>
                <a:lnTo>
                  <a:pt x="0" y="57912"/>
                </a:lnTo>
                <a:lnTo>
                  <a:pt x="0" y="115824"/>
                </a:lnTo>
                <a:lnTo>
                  <a:pt x="1045463" y="115824"/>
                </a:lnTo>
                <a:lnTo>
                  <a:pt x="1045463" y="57912"/>
                </a:lnTo>
                <a:close/>
              </a:path>
              <a:path w="1219200" h="173989">
                <a:moveTo>
                  <a:pt x="1161288" y="57912"/>
                </a:moveTo>
                <a:lnTo>
                  <a:pt x="1074420" y="57912"/>
                </a:lnTo>
                <a:lnTo>
                  <a:pt x="1074420" y="115824"/>
                </a:lnTo>
                <a:lnTo>
                  <a:pt x="1161288" y="115824"/>
                </a:lnTo>
                <a:lnTo>
                  <a:pt x="1219200" y="86868"/>
                </a:lnTo>
                <a:lnTo>
                  <a:pt x="1161288" y="57912"/>
                </a:lnTo>
                <a:close/>
              </a:path>
            </a:pathLst>
          </a:custGeom>
          <a:solidFill>
            <a:srgbClr val="000000"/>
          </a:solidFill>
        </p:spPr>
        <p:txBody>
          <a:bodyPr wrap="square" lIns="0" tIns="0" rIns="0" bIns="0" rtlCol="0"/>
          <a:lstStyle/>
          <a:p>
            <a:endParaRPr/>
          </a:p>
        </p:txBody>
      </p:sp>
      <p:sp>
        <p:nvSpPr>
          <p:cNvPr id="7" name="object 5">
            <a:extLst>
              <a:ext uri="{FF2B5EF4-FFF2-40B4-BE49-F238E27FC236}">
                <a16:creationId xmlns:a16="http://schemas.microsoft.com/office/drawing/2014/main" id="{DBA58AF1-1BA3-36EB-9DB5-ABDE9E1B0318}"/>
              </a:ext>
            </a:extLst>
          </p:cNvPr>
          <p:cNvSpPr/>
          <p:nvPr/>
        </p:nvSpPr>
        <p:spPr>
          <a:xfrm>
            <a:off x="3758071" y="4696334"/>
            <a:ext cx="1219200" cy="173990"/>
          </a:xfrm>
          <a:custGeom>
            <a:avLst/>
            <a:gdLst/>
            <a:ahLst/>
            <a:cxnLst/>
            <a:rect l="l" t="t" r="r" b="b"/>
            <a:pathLst>
              <a:path w="1219200" h="173989">
                <a:moveTo>
                  <a:pt x="1045463" y="0"/>
                </a:moveTo>
                <a:lnTo>
                  <a:pt x="1045463" y="173736"/>
                </a:lnTo>
                <a:lnTo>
                  <a:pt x="1161288" y="115824"/>
                </a:lnTo>
                <a:lnTo>
                  <a:pt x="1074420" y="115824"/>
                </a:lnTo>
                <a:lnTo>
                  <a:pt x="1074420" y="57912"/>
                </a:lnTo>
                <a:lnTo>
                  <a:pt x="1161288" y="57912"/>
                </a:lnTo>
                <a:lnTo>
                  <a:pt x="1045463" y="0"/>
                </a:lnTo>
                <a:close/>
              </a:path>
              <a:path w="1219200" h="173989">
                <a:moveTo>
                  <a:pt x="1045463" y="57912"/>
                </a:moveTo>
                <a:lnTo>
                  <a:pt x="0" y="57912"/>
                </a:lnTo>
                <a:lnTo>
                  <a:pt x="0" y="115824"/>
                </a:lnTo>
                <a:lnTo>
                  <a:pt x="1045463" y="115824"/>
                </a:lnTo>
                <a:lnTo>
                  <a:pt x="1045463" y="57912"/>
                </a:lnTo>
                <a:close/>
              </a:path>
              <a:path w="1219200" h="173989">
                <a:moveTo>
                  <a:pt x="1161288" y="57912"/>
                </a:moveTo>
                <a:lnTo>
                  <a:pt x="1074420" y="57912"/>
                </a:lnTo>
                <a:lnTo>
                  <a:pt x="1074420" y="115824"/>
                </a:lnTo>
                <a:lnTo>
                  <a:pt x="1161288" y="115824"/>
                </a:lnTo>
                <a:lnTo>
                  <a:pt x="1219200" y="86868"/>
                </a:lnTo>
                <a:lnTo>
                  <a:pt x="1161288" y="57912"/>
                </a:lnTo>
                <a:close/>
              </a:path>
            </a:pathLst>
          </a:custGeom>
          <a:solidFill>
            <a:srgbClr val="000000"/>
          </a:solidFill>
        </p:spPr>
        <p:txBody>
          <a:bodyPr wrap="square" lIns="0" tIns="0" rIns="0" bIns="0" rtlCol="0"/>
          <a:lstStyle/>
          <a:p>
            <a:endParaRPr/>
          </a:p>
        </p:txBody>
      </p:sp>
      <p:sp>
        <p:nvSpPr>
          <p:cNvPr id="8" name="object 6">
            <a:extLst>
              <a:ext uri="{FF2B5EF4-FFF2-40B4-BE49-F238E27FC236}">
                <a16:creationId xmlns:a16="http://schemas.microsoft.com/office/drawing/2014/main" id="{C6821CD5-AD03-1CC0-E567-C21F9C87957F}"/>
              </a:ext>
            </a:extLst>
          </p:cNvPr>
          <p:cNvSpPr/>
          <p:nvPr/>
        </p:nvSpPr>
        <p:spPr>
          <a:xfrm>
            <a:off x="3758071" y="2922397"/>
            <a:ext cx="1219200" cy="173990"/>
          </a:xfrm>
          <a:custGeom>
            <a:avLst/>
            <a:gdLst/>
            <a:ahLst/>
            <a:cxnLst/>
            <a:rect l="l" t="t" r="r" b="b"/>
            <a:pathLst>
              <a:path w="1219200" h="173989">
                <a:moveTo>
                  <a:pt x="1045463" y="0"/>
                </a:moveTo>
                <a:lnTo>
                  <a:pt x="1045463" y="173736"/>
                </a:lnTo>
                <a:lnTo>
                  <a:pt x="1161287" y="115824"/>
                </a:lnTo>
                <a:lnTo>
                  <a:pt x="1074420" y="115824"/>
                </a:lnTo>
                <a:lnTo>
                  <a:pt x="1074420" y="57912"/>
                </a:lnTo>
                <a:lnTo>
                  <a:pt x="1161288" y="57912"/>
                </a:lnTo>
                <a:lnTo>
                  <a:pt x="1045463" y="0"/>
                </a:lnTo>
                <a:close/>
              </a:path>
              <a:path w="1219200" h="173989">
                <a:moveTo>
                  <a:pt x="1045463" y="57912"/>
                </a:moveTo>
                <a:lnTo>
                  <a:pt x="0" y="57912"/>
                </a:lnTo>
                <a:lnTo>
                  <a:pt x="0" y="115824"/>
                </a:lnTo>
                <a:lnTo>
                  <a:pt x="1045463" y="115824"/>
                </a:lnTo>
                <a:lnTo>
                  <a:pt x="1045463" y="57912"/>
                </a:lnTo>
                <a:close/>
              </a:path>
              <a:path w="1219200" h="173989">
                <a:moveTo>
                  <a:pt x="1161288" y="57912"/>
                </a:moveTo>
                <a:lnTo>
                  <a:pt x="1074420" y="57912"/>
                </a:lnTo>
                <a:lnTo>
                  <a:pt x="1074420" y="115824"/>
                </a:lnTo>
                <a:lnTo>
                  <a:pt x="1161287" y="115824"/>
                </a:lnTo>
                <a:lnTo>
                  <a:pt x="1219200" y="86867"/>
                </a:lnTo>
                <a:lnTo>
                  <a:pt x="1161288" y="57912"/>
                </a:lnTo>
                <a:close/>
              </a:path>
            </a:pathLst>
          </a:custGeom>
          <a:solidFill>
            <a:srgbClr val="000000"/>
          </a:solidFill>
        </p:spPr>
        <p:txBody>
          <a:bodyPr wrap="square" lIns="0" tIns="0" rIns="0" bIns="0" rtlCol="0"/>
          <a:lstStyle/>
          <a:p>
            <a:endParaRPr/>
          </a:p>
        </p:txBody>
      </p:sp>
      <p:sp>
        <p:nvSpPr>
          <p:cNvPr id="9" name="object 7">
            <a:extLst>
              <a:ext uri="{FF2B5EF4-FFF2-40B4-BE49-F238E27FC236}">
                <a16:creationId xmlns:a16="http://schemas.microsoft.com/office/drawing/2014/main" id="{1DD2DC8F-9EEC-8D46-CEE5-A2C6892891DE}"/>
              </a:ext>
            </a:extLst>
          </p:cNvPr>
          <p:cNvSpPr txBox="1"/>
          <p:nvPr/>
        </p:nvSpPr>
        <p:spPr>
          <a:xfrm>
            <a:off x="5144768" y="2530213"/>
            <a:ext cx="1317625" cy="673261"/>
          </a:xfrm>
          <a:prstGeom prst="rect">
            <a:avLst/>
          </a:prstGeom>
        </p:spPr>
        <p:txBody>
          <a:bodyPr vert="horz" wrap="square" lIns="0" tIns="17145" rIns="0" bIns="0" rtlCol="0">
            <a:spAutoFit/>
          </a:bodyPr>
          <a:lstStyle/>
          <a:p>
            <a:pPr algn="ctr">
              <a:lnSpc>
                <a:spcPts val="4050"/>
              </a:lnSpc>
              <a:spcBef>
                <a:spcPts val="135"/>
              </a:spcBef>
              <a:tabLst>
                <a:tab pos="318135" algn="l"/>
                <a:tab pos="1184275" algn="l"/>
              </a:tabLst>
            </a:pPr>
            <a:r>
              <a:rPr sz="2550" i="1" spc="0" dirty="0">
                <a:latin typeface="Times New Roman"/>
                <a:cs typeface="Times New Roman"/>
              </a:rPr>
              <a:t>y	</a:t>
            </a:r>
            <a:r>
              <a:rPr sz="2550" spc="200" dirty="0">
                <a:latin typeface="Symbol"/>
                <a:cs typeface="Symbol"/>
              </a:rPr>
              <a:t></a:t>
            </a:r>
            <a:r>
              <a:rPr sz="2700" i="1" spc="-525" dirty="0">
                <a:latin typeface="Symbol"/>
                <a:cs typeface="Symbol"/>
              </a:rPr>
              <a:t></a:t>
            </a:r>
            <a:r>
              <a:rPr lang="en-US" sz="2700" i="1" spc="-525" dirty="0">
                <a:latin typeface="Symbol"/>
                <a:cs typeface="Symbol"/>
              </a:rPr>
              <a:t>    </a:t>
            </a:r>
            <a:r>
              <a:rPr sz="4050" spc="-535" dirty="0">
                <a:latin typeface="Symbol"/>
                <a:cs typeface="Symbol"/>
              </a:rPr>
              <a:t></a:t>
            </a:r>
            <a:r>
              <a:rPr lang="en-US" sz="4050" spc="-535" dirty="0">
                <a:latin typeface="Symbol"/>
                <a:cs typeface="Symbol"/>
              </a:rPr>
              <a:t> </a:t>
            </a:r>
            <a:r>
              <a:rPr sz="2550" i="1" spc="0" dirty="0">
                <a:latin typeface="Times New Roman"/>
                <a:cs typeface="Times New Roman"/>
              </a:rPr>
              <a:t>z</a:t>
            </a:r>
            <a:r>
              <a:rPr sz="2550" i="1" dirty="0">
                <a:latin typeface="Times New Roman"/>
                <a:cs typeface="Times New Roman"/>
              </a:rPr>
              <a:t>	</a:t>
            </a:r>
            <a:r>
              <a:rPr sz="4050" spc="-509" dirty="0">
                <a:latin typeface="Symbol"/>
                <a:cs typeface="Symbol"/>
              </a:rPr>
              <a:t></a:t>
            </a:r>
            <a:endParaRPr sz="4050" dirty="0">
              <a:latin typeface="Symbol"/>
              <a:cs typeface="Symbol"/>
            </a:endParaRPr>
          </a:p>
          <a:p>
            <a:pPr marR="43180" algn="ctr">
              <a:lnSpc>
                <a:spcPts val="930"/>
              </a:lnSpc>
              <a:tabLst>
                <a:tab pos="884555" algn="l"/>
              </a:tabLst>
            </a:pPr>
            <a:r>
              <a:rPr sz="1450" spc="15" dirty="0">
                <a:latin typeface="Times New Roman"/>
                <a:cs typeface="Times New Roman"/>
              </a:rPr>
              <a:t>1	1</a:t>
            </a:r>
            <a:endParaRPr sz="1450" dirty="0">
              <a:latin typeface="Times New Roman"/>
              <a:cs typeface="Times New Roman"/>
            </a:endParaRPr>
          </a:p>
        </p:txBody>
      </p:sp>
      <p:sp>
        <p:nvSpPr>
          <p:cNvPr id="10" name="object 8">
            <a:extLst>
              <a:ext uri="{FF2B5EF4-FFF2-40B4-BE49-F238E27FC236}">
                <a16:creationId xmlns:a16="http://schemas.microsoft.com/office/drawing/2014/main" id="{4C63E947-5E87-FC3B-766B-E95B9969D115}"/>
              </a:ext>
            </a:extLst>
          </p:cNvPr>
          <p:cNvSpPr txBox="1"/>
          <p:nvPr/>
        </p:nvSpPr>
        <p:spPr>
          <a:xfrm>
            <a:off x="5128054" y="3465432"/>
            <a:ext cx="1353820" cy="665480"/>
          </a:xfrm>
          <a:prstGeom prst="rect">
            <a:avLst/>
          </a:prstGeom>
        </p:spPr>
        <p:txBody>
          <a:bodyPr vert="horz" wrap="square" lIns="0" tIns="12700" rIns="0" bIns="0" rtlCol="0">
            <a:spAutoFit/>
          </a:bodyPr>
          <a:lstStyle/>
          <a:p>
            <a:pPr algn="ctr">
              <a:lnSpc>
                <a:spcPts val="4079"/>
              </a:lnSpc>
              <a:spcBef>
                <a:spcPts val="100"/>
              </a:spcBef>
              <a:tabLst>
                <a:tab pos="353695" algn="l"/>
                <a:tab pos="1221105" algn="l"/>
              </a:tabLst>
            </a:pPr>
            <a:r>
              <a:rPr sz="2550" i="1" spc="0" dirty="0">
                <a:latin typeface="Times New Roman"/>
                <a:cs typeface="Times New Roman"/>
              </a:rPr>
              <a:t>y	</a:t>
            </a:r>
            <a:r>
              <a:rPr sz="2550" spc="204" dirty="0">
                <a:latin typeface="Symbol"/>
                <a:cs typeface="Symbol"/>
              </a:rPr>
              <a:t></a:t>
            </a:r>
            <a:r>
              <a:rPr sz="2700" i="1" spc="-525" dirty="0">
                <a:latin typeface="Symbol"/>
                <a:cs typeface="Symbol"/>
              </a:rPr>
              <a:t></a:t>
            </a:r>
            <a:r>
              <a:rPr lang="en-US" sz="2700" i="1" spc="-525" dirty="0">
                <a:latin typeface="Symbol"/>
                <a:cs typeface="Symbol"/>
              </a:rPr>
              <a:t>    </a:t>
            </a:r>
            <a:r>
              <a:rPr sz="4100" spc="-550" dirty="0">
                <a:latin typeface="Symbol"/>
                <a:cs typeface="Symbol"/>
              </a:rPr>
              <a:t></a:t>
            </a:r>
            <a:r>
              <a:rPr sz="2550" i="1" spc="0" dirty="0">
                <a:latin typeface="Times New Roman"/>
                <a:cs typeface="Times New Roman"/>
              </a:rPr>
              <a:t>z</a:t>
            </a:r>
            <a:r>
              <a:rPr sz="2550" i="1" dirty="0">
                <a:latin typeface="Times New Roman"/>
                <a:cs typeface="Times New Roman"/>
              </a:rPr>
              <a:t>	</a:t>
            </a:r>
            <a:r>
              <a:rPr sz="4100" spc="-525" dirty="0">
                <a:latin typeface="Symbol"/>
                <a:cs typeface="Symbol"/>
              </a:rPr>
              <a:t></a:t>
            </a:r>
            <a:endParaRPr sz="4100" dirty="0">
              <a:latin typeface="Symbol"/>
              <a:cs typeface="Symbol"/>
            </a:endParaRPr>
          </a:p>
          <a:p>
            <a:pPr marR="635" algn="ctr">
              <a:lnSpc>
                <a:spcPts val="960"/>
              </a:lnSpc>
              <a:tabLst>
                <a:tab pos="920750" algn="l"/>
              </a:tabLst>
            </a:pPr>
            <a:r>
              <a:rPr sz="1500" spc="-5" dirty="0">
                <a:latin typeface="Times New Roman"/>
                <a:cs typeface="Times New Roman"/>
              </a:rPr>
              <a:t>2	2</a:t>
            </a:r>
            <a:endParaRPr sz="1500" dirty="0">
              <a:latin typeface="Times New Roman"/>
              <a:cs typeface="Times New Roman"/>
            </a:endParaRPr>
          </a:p>
        </p:txBody>
      </p:sp>
      <p:sp>
        <p:nvSpPr>
          <p:cNvPr id="11" name="object 9">
            <a:extLst>
              <a:ext uri="{FF2B5EF4-FFF2-40B4-BE49-F238E27FC236}">
                <a16:creationId xmlns:a16="http://schemas.microsoft.com/office/drawing/2014/main" id="{FEDAC3E0-82D2-D273-A0D9-1B768D53A9E1}"/>
              </a:ext>
            </a:extLst>
          </p:cNvPr>
          <p:cNvSpPr txBox="1"/>
          <p:nvPr/>
        </p:nvSpPr>
        <p:spPr>
          <a:xfrm>
            <a:off x="5143286" y="4333060"/>
            <a:ext cx="1341755" cy="663575"/>
          </a:xfrm>
          <a:prstGeom prst="rect">
            <a:avLst/>
          </a:prstGeom>
        </p:spPr>
        <p:txBody>
          <a:bodyPr vert="horz" wrap="square" lIns="0" tIns="17145" rIns="0" bIns="0" rtlCol="0">
            <a:spAutoFit/>
          </a:bodyPr>
          <a:lstStyle/>
          <a:p>
            <a:pPr algn="ctr">
              <a:lnSpc>
                <a:spcPts val="4050"/>
              </a:lnSpc>
              <a:spcBef>
                <a:spcPts val="135"/>
              </a:spcBef>
              <a:tabLst>
                <a:tab pos="342265" algn="l"/>
                <a:tab pos="1209040" algn="l"/>
              </a:tabLst>
            </a:pPr>
            <a:r>
              <a:rPr sz="2550" i="1" spc="0" dirty="0">
                <a:latin typeface="Times New Roman"/>
                <a:cs typeface="Times New Roman"/>
              </a:rPr>
              <a:t>y	</a:t>
            </a:r>
            <a:r>
              <a:rPr sz="2550" spc="204" dirty="0">
                <a:latin typeface="Symbol"/>
                <a:cs typeface="Symbol"/>
              </a:rPr>
              <a:t></a:t>
            </a:r>
            <a:r>
              <a:rPr sz="2700" i="1" spc="-525" dirty="0">
                <a:latin typeface="Symbol"/>
                <a:cs typeface="Symbol"/>
              </a:rPr>
              <a:t></a:t>
            </a:r>
            <a:r>
              <a:rPr lang="en-US" sz="2700" i="1" spc="-525" dirty="0">
                <a:latin typeface="Symbol"/>
                <a:cs typeface="Symbol"/>
              </a:rPr>
              <a:t>    </a:t>
            </a:r>
            <a:r>
              <a:rPr sz="4050" spc="-535" dirty="0">
                <a:latin typeface="Symbol"/>
                <a:cs typeface="Symbol"/>
              </a:rPr>
              <a:t></a:t>
            </a:r>
            <a:r>
              <a:rPr sz="2550" i="1" dirty="0">
                <a:latin typeface="Times New Roman"/>
                <a:cs typeface="Times New Roman"/>
              </a:rPr>
              <a:t>z	</a:t>
            </a:r>
            <a:r>
              <a:rPr sz="4050" spc="-509" dirty="0">
                <a:latin typeface="Symbol"/>
                <a:cs typeface="Symbol"/>
              </a:rPr>
              <a:t></a:t>
            </a:r>
            <a:endParaRPr sz="4050" dirty="0">
              <a:latin typeface="Symbol"/>
              <a:cs typeface="Symbol"/>
            </a:endParaRPr>
          </a:p>
          <a:p>
            <a:pPr marR="12065" algn="ctr">
              <a:lnSpc>
                <a:spcPts val="930"/>
              </a:lnSpc>
              <a:tabLst>
                <a:tab pos="908685" algn="l"/>
              </a:tabLst>
            </a:pPr>
            <a:r>
              <a:rPr sz="1450" spc="15" dirty="0">
                <a:latin typeface="Times New Roman"/>
                <a:cs typeface="Times New Roman"/>
              </a:rPr>
              <a:t>3	3</a:t>
            </a:r>
            <a:endParaRPr sz="1450" dirty="0">
              <a:latin typeface="Times New Roman"/>
              <a:cs typeface="Times New Roman"/>
            </a:endParaRPr>
          </a:p>
        </p:txBody>
      </p:sp>
      <p:sp>
        <p:nvSpPr>
          <p:cNvPr id="12" name="object 10">
            <a:extLst>
              <a:ext uri="{FF2B5EF4-FFF2-40B4-BE49-F238E27FC236}">
                <a16:creationId xmlns:a16="http://schemas.microsoft.com/office/drawing/2014/main" id="{A43A8D58-78F7-1E25-EEAF-EDF2553C7EBF}"/>
              </a:ext>
            </a:extLst>
          </p:cNvPr>
          <p:cNvSpPr/>
          <p:nvPr/>
        </p:nvSpPr>
        <p:spPr>
          <a:xfrm>
            <a:off x="2534299" y="3816985"/>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13" name="object 11">
            <a:extLst>
              <a:ext uri="{FF2B5EF4-FFF2-40B4-BE49-F238E27FC236}">
                <a16:creationId xmlns:a16="http://schemas.microsoft.com/office/drawing/2014/main" id="{CB0C50D2-5242-AA3D-8A5C-C0AC65CDF9F7}"/>
              </a:ext>
            </a:extLst>
          </p:cNvPr>
          <p:cNvSpPr/>
          <p:nvPr/>
        </p:nvSpPr>
        <p:spPr>
          <a:xfrm>
            <a:off x="2534299" y="4703953"/>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14" name="object 12">
            <a:extLst>
              <a:ext uri="{FF2B5EF4-FFF2-40B4-BE49-F238E27FC236}">
                <a16:creationId xmlns:a16="http://schemas.microsoft.com/office/drawing/2014/main" id="{9966B638-309B-7B20-351B-556BE5F300A5}"/>
              </a:ext>
            </a:extLst>
          </p:cNvPr>
          <p:cNvSpPr/>
          <p:nvPr/>
        </p:nvSpPr>
        <p:spPr>
          <a:xfrm>
            <a:off x="2534299" y="2930017"/>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15" name="object 13">
            <a:extLst>
              <a:ext uri="{FF2B5EF4-FFF2-40B4-BE49-F238E27FC236}">
                <a16:creationId xmlns:a16="http://schemas.microsoft.com/office/drawing/2014/main" id="{AE734771-E0E9-E4DF-4200-C10DCFBAB4EF}"/>
              </a:ext>
            </a:extLst>
          </p:cNvPr>
          <p:cNvSpPr/>
          <p:nvPr/>
        </p:nvSpPr>
        <p:spPr>
          <a:xfrm>
            <a:off x="3168283" y="2718182"/>
            <a:ext cx="594360" cy="595883"/>
          </a:xfrm>
          <a:prstGeom prst="rect">
            <a:avLst/>
          </a:prstGeom>
          <a:blipFill>
            <a:blip r:embed="rId2"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1C1D2494-3628-FAA6-CB1B-734C59ECE6CB}"/>
              </a:ext>
            </a:extLst>
          </p:cNvPr>
          <p:cNvSpPr/>
          <p:nvPr/>
        </p:nvSpPr>
        <p:spPr>
          <a:xfrm>
            <a:off x="3168283" y="2718182"/>
            <a:ext cx="594360" cy="596265"/>
          </a:xfrm>
          <a:custGeom>
            <a:avLst/>
            <a:gdLst/>
            <a:ahLst/>
            <a:cxnLst/>
            <a:rect l="l" t="t" r="r" b="b"/>
            <a:pathLst>
              <a:path w="594360" h="596264">
                <a:moveTo>
                  <a:pt x="0" y="297941"/>
                </a:moveTo>
                <a:lnTo>
                  <a:pt x="3890" y="249603"/>
                </a:lnTo>
                <a:lnTo>
                  <a:pt x="15154" y="203752"/>
                </a:lnTo>
                <a:lnTo>
                  <a:pt x="33179" y="161001"/>
                </a:lnTo>
                <a:lnTo>
                  <a:pt x="57351" y="121962"/>
                </a:lnTo>
                <a:lnTo>
                  <a:pt x="87058" y="87249"/>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8"/>
                </a:lnTo>
                <a:lnTo>
                  <a:pt x="537008" y="121962"/>
                </a:lnTo>
                <a:lnTo>
                  <a:pt x="561180" y="161001"/>
                </a:lnTo>
                <a:lnTo>
                  <a:pt x="579205" y="203752"/>
                </a:lnTo>
                <a:lnTo>
                  <a:pt x="590469" y="249603"/>
                </a:lnTo>
                <a:lnTo>
                  <a:pt x="594360" y="297941"/>
                </a:lnTo>
                <a:lnTo>
                  <a:pt x="590469" y="346280"/>
                </a:lnTo>
                <a:lnTo>
                  <a:pt x="579205" y="392131"/>
                </a:lnTo>
                <a:lnTo>
                  <a:pt x="561180" y="434882"/>
                </a:lnTo>
                <a:lnTo>
                  <a:pt x="537008" y="473921"/>
                </a:lnTo>
                <a:lnTo>
                  <a:pt x="507301" y="508634"/>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1"/>
                </a:lnTo>
                <a:close/>
              </a:path>
            </a:pathLst>
          </a:custGeom>
          <a:ln w="6096">
            <a:solidFill>
              <a:srgbClr val="6FAC46"/>
            </a:solidFill>
          </a:ln>
        </p:spPr>
        <p:txBody>
          <a:bodyPr wrap="square" lIns="0" tIns="0" rIns="0" bIns="0" rtlCol="0"/>
          <a:lstStyle/>
          <a:p>
            <a:endParaRPr/>
          </a:p>
        </p:txBody>
      </p:sp>
      <p:sp>
        <p:nvSpPr>
          <p:cNvPr id="17" name="object 15">
            <a:extLst>
              <a:ext uri="{FF2B5EF4-FFF2-40B4-BE49-F238E27FC236}">
                <a16:creationId xmlns:a16="http://schemas.microsoft.com/office/drawing/2014/main" id="{280CBC1E-71AA-8704-50D8-4EBDC7282065}"/>
              </a:ext>
            </a:extLst>
          </p:cNvPr>
          <p:cNvSpPr/>
          <p:nvPr/>
        </p:nvSpPr>
        <p:spPr>
          <a:xfrm>
            <a:off x="3168283" y="3606673"/>
            <a:ext cx="594360" cy="595883"/>
          </a:xfrm>
          <a:prstGeom prst="rect">
            <a:avLst/>
          </a:prstGeom>
          <a:blipFill>
            <a:blip r:embed="rId3" cstate="print"/>
            <a:stretch>
              <a:fillRect/>
            </a:stretch>
          </a:blipFill>
        </p:spPr>
        <p:txBody>
          <a:bodyPr wrap="square" lIns="0" tIns="0" rIns="0" bIns="0" rtlCol="0"/>
          <a:lstStyle/>
          <a:p>
            <a:endParaRPr/>
          </a:p>
        </p:txBody>
      </p:sp>
      <p:sp>
        <p:nvSpPr>
          <p:cNvPr id="18" name="object 16">
            <a:extLst>
              <a:ext uri="{FF2B5EF4-FFF2-40B4-BE49-F238E27FC236}">
                <a16:creationId xmlns:a16="http://schemas.microsoft.com/office/drawing/2014/main" id="{7D3CD74F-E76F-8276-7734-370C5475A289}"/>
              </a:ext>
            </a:extLst>
          </p:cNvPr>
          <p:cNvSpPr/>
          <p:nvPr/>
        </p:nvSpPr>
        <p:spPr>
          <a:xfrm>
            <a:off x="3168283" y="3606673"/>
            <a:ext cx="594360" cy="596265"/>
          </a:xfrm>
          <a:custGeom>
            <a:avLst/>
            <a:gdLst/>
            <a:ahLst/>
            <a:cxnLst/>
            <a:rect l="l" t="t" r="r" b="b"/>
            <a:pathLst>
              <a:path w="594360" h="596264">
                <a:moveTo>
                  <a:pt x="0" y="297942"/>
                </a:moveTo>
                <a:lnTo>
                  <a:pt x="3890" y="249603"/>
                </a:lnTo>
                <a:lnTo>
                  <a:pt x="15154" y="203752"/>
                </a:lnTo>
                <a:lnTo>
                  <a:pt x="33179" y="161001"/>
                </a:lnTo>
                <a:lnTo>
                  <a:pt x="57351" y="121962"/>
                </a:lnTo>
                <a:lnTo>
                  <a:pt x="87058" y="87248"/>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9"/>
                </a:lnTo>
                <a:lnTo>
                  <a:pt x="537008" y="121962"/>
                </a:lnTo>
                <a:lnTo>
                  <a:pt x="561180" y="161001"/>
                </a:lnTo>
                <a:lnTo>
                  <a:pt x="579205" y="203752"/>
                </a:lnTo>
                <a:lnTo>
                  <a:pt x="590469" y="249603"/>
                </a:lnTo>
                <a:lnTo>
                  <a:pt x="594360" y="297942"/>
                </a:lnTo>
                <a:lnTo>
                  <a:pt x="590469" y="346280"/>
                </a:lnTo>
                <a:lnTo>
                  <a:pt x="579205" y="392131"/>
                </a:lnTo>
                <a:lnTo>
                  <a:pt x="561180" y="434882"/>
                </a:lnTo>
                <a:lnTo>
                  <a:pt x="537008" y="473921"/>
                </a:lnTo>
                <a:lnTo>
                  <a:pt x="507301" y="508635"/>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2"/>
                </a:lnTo>
                <a:close/>
              </a:path>
            </a:pathLst>
          </a:custGeom>
          <a:ln w="6096">
            <a:solidFill>
              <a:srgbClr val="6FAC46"/>
            </a:solidFill>
          </a:ln>
        </p:spPr>
        <p:txBody>
          <a:bodyPr wrap="square" lIns="0" tIns="0" rIns="0" bIns="0" rtlCol="0"/>
          <a:lstStyle/>
          <a:p>
            <a:endParaRPr/>
          </a:p>
        </p:txBody>
      </p:sp>
      <p:sp>
        <p:nvSpPr>
          <p:cNvPr id="19" name="object 17">
            <a:extLst>
              <a:ext uri="{FF2B5EF4-FFF2-40B4-BE49-F238E27FC236}">
                <a16:creationId xmlns:a16="http://schemas.microsoft.com/office/drawing/2014/main" id="{35E5DDDC-3FE2-279C-9241-A8CD502B2566}"/>
              </a:ext>
            </a:extLst>
          </p:cNvPr>
          <p:cNvSpPr/>
          <p:nvPr/>
        </p:nvSpPr>
        <p:spPr>
          <a:xfrm>
            <a:off x="3168283" y="4492117"/>
            <a:ext cx="594360" cy="595884"/>
          </a:xfrm>
          <a:prstGeom prst="rect">
            <a:avLst/>
          </a:prstGeom>
          <a:blipFill>
            <a:blip r:embed="rId2" cstate="print"/>
            <a:stretch>
              <a:fillRect/>
            </a:stretch>
          </a:blipFill>
        </p:spPr>
        <p:txBody>
          <a:bodyPr wrap="square" lIns="0" tIns="0" rIns="0" bIns="0" rtlCol="0"/>
          <a:lstStyle/>
          <a:p>
            <a:endParaRPr/>
          </a:p>
        </p:txBody>
      </p:sp>
      <p:sp>
        <p:nvSpPr>
          <p:cNvPr id="20" name="object 18">
            <a:extLst>
              <a:ext uri="{FF2B5EF4-FFF2-40B4-BE49-F238E27FC236}">
                <a16:creationId xmlns:a16="http://schemas.microsoft.com/office/drawing/2014/main" id="{E475AD06-EF68-8D87-8960-18F224D579AB}"/>
              </a:ext>
            </a:extLst>
          </p:cNvPr>
          <p:cNvSpPr/>
          <p:nvPr/>
        </p:nvSpPr>
        <p:spPr>
          <a:xfrm>
            <a:off x="3168283" y="4492117"/>
            <a:ext cx="594360" cy="596265"/>
          </a:xfrm>
          <a:custGeom>
            <a:avLst/>
            <a:gdLst/>
            <a:ahLst/>
            <a:cxnLst/>
            <a:rect l="l" t="t" r="r" b="b"/>
            <a:pathLst>
              <a:path w="594360" h="596264">
                <a:moveTo>
                  <a:pt x="0" y="297941"/>
                </a:moveTo>
                <a:lnTo>
                  <a:pt x="3890" y="249603"/>
                </a:lnTo>
                <a:lnTo>
                  <a:pt x="15154" y="203752"/>
                </a:lnTo>
                <a:lnTo>
                  <a:pt x="33179" y="161001"/>
                </a:lnTo>
                <a:lnTo>
                  <a:pt x="57351" y="121962"/>
                </a:lnTo>
                <a:lnTo>
                  <a:pt x="87058" y="87248"/>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8"/>
                </a:lnTo>
                <a:lnTo>
                  <a:pt x="537008" y="121962"/>
                </a:lnTo>
                <a:lnTo>
                  <a:pt x="561180" y="161001"/>
                </a:lnTo>
                <a:lnTo>
                  <a:pt x="579205" y="203752"/>
                </a:lnTo>
                <a:lnTo>
                  <a:pt x="590469" y="249603"/>
                </a:lnTo>
                <a:lnTo>
                  <a:pt x="594360" y="297941"/>
                </a:lnTo>
                <a:lnTo>
                  <a:pt x="590469" y="346280"/>
                </a:lnTo>
                <a:lnTo>
                  <a:pt x="579205" y="392131"/>
                </a:lnTo>
                <a:lnTo>
                  <a:pt x="561180" y="434882"/>
                </a:lnTo>
                <a:lnTo>
                  <a:pt x="537008" y="473921"/>
                </a:lnTo>
                <a:lnTo>
                  <a:pt x="507301" y="508634"/>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1"/>
                </a:lnTo>
                <a:close/>
              </a:path>
            </a:pathLst>
          </a:custGeom>
          <a:ln w="6096">
            <a:solidFill>
              <a:srgbClr val="6FAC46"/>
            </a:solidFill>
          </a:ln>
        </p:spPr>
        <p:txBody>
          <a:bodyPr wrap="square" lIns="0" tIns="0" rIns="0" bIns="0" rtlCol="0"/>
          <a:lstStyle/>
          <a:p>
            <a:endParaRPr/>
          </a:p>
        </p:txBody>
      </p:sp>
      <p:sp>
        <p:nvSpPr>
          <p:cNvPr id="21" name="object 19">
            <a:extLst>
              <a:ext uri="{FF2B5EF4-FFF2-40B4-BE49-F238E27FC236}">
                <a16:creationId xmlns:a16="http://schemas.microsoft.com/office/drawing/2014/main" id="{A6DA4CAD-5556-6C5F-3426-0D45093DCA2A}"/>
              </a:ext>
            </a:extLst>
          </p:cNvPr>
          <p:cNvSpPr txBox="1"/>
          <p:nvPr/>
        </p:nvSpPr>
        <p:spPr>
          <a:xfrm>
            <a:off x="2377096" y="2989315"/>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1</a:t>
            </a:r>
            <a:endParaRPr sz="1500">
              <a:latin typeface="Times New Roman"/>
              <a:cs typeface="Times New Roman"/>
            </a:endParaRPr>
          </a:p>
        </p:txBody>
      </p:sp>
      <p:sp>
        <p:nvSpPr>
          <p:cNvPr id="22" name="object 20">
            <a:extLst>
              <a:ext uri="{FF2B5EF4-FFF2-40B4-BE49-F238E27FC236}">
                <a16:creationId xmlns:a16="http://schemas.microsoft.com/office/drawing/2014/main" id="{4409D40D-B1A2-3914-E65B-9FD70F2D9F03}"/>
              </a:ext>
            </a:extLst>
          </p:cNvPr>
          <p:cNvSpPr txBox="1"/>
          <p:nvPr/>
        </p:nvSpPr>
        <p:spPr>
          <a:xfrm>
            <a:off x="2261240" y="2772507"/>
            <a:ext cx="152400"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z</a:t>
            </a:r>
            <a:endParaRPr sz="2550">
              <a:latin typeface="Times New Roman"/>
              <a:cs typeface="Times New Roman"/>
            </a:endParaRPr>
          </a:p>
        </p:txBody>
      </p:sp>
      <p:sp>
        <p:nvSpPr>
          <p:cNvPr id="23" name="object 21">
            <a:extLst>
              <a:ext uri="{FF2B5EF4-FFF2-40B4-BE49-F238E27FC236}">
                <a16:creationId xmlns:a16="http://schemas.microsoft.com/office/drawing/2014/main" id="{213F4CF6-B464-2927-8846-E6A9A0FB426D}"/>
              </a:ext>
            </a:extLst>
          </p:cNvPr>
          <p:cNvSpPr txBox="1"/>
          <p:nvPr/>
        </p:nvSpPr>
        <p:spPr>
          <a:xfrm>
            <a:off x="2363161" y="3876283"/>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2</a:t>
            </a:r>
            <a:endParaRPr sz="1500">
              <a:latin typeface="Times New Roman"/>
              <a:cs typeface="Times New Roman"/>
            </a:endParaRPr>
          </a:p>
        </p:txBody>
      </p:sp>
      <p:sp>
        <p:nvSpPr>
          <p:cNvPr id="24" name="object 22">
            <a:extLst>
              <a:ext uri="{FF2B5EF4-FFF2-40B4-BE49-F238E27FC236}">
                <a16:creationId xmlns:a16="http://schemas.microsoft.com/office/drawing/2014/main" id="{38529F71-649B-94AF-FBEA-1228DD7F00C9}"/>
              </a:ext>
            </a:extLst>
          </p:cNvPr>
          <p:cNvSpPr txBox="1"/>
          <p:nvPr/>
        </p:nvSpPr>
        <p:spPr>
          <a:xfrm>
            <a:off x="2226188" y="3659475"/>
            <a:ext cx="152400"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z</a:t>
            </a:r>
            <a:endParaRPr sz="2550">
              <a:latin typeface="Times New Roman"/>
              <a:cs typeface="Times New Roman"/>
            </a:endParaRPr>
          </a:p>
        </p:txBody>
      </p:sp>
      <p:sp>
        <p:nvSpPr>
          <p:cNvPr id="25" name="object 23">
            <a:extLst>
              <a:ext uri="{FF2B5EF4-FFF2-40B4-BE49-F238E27FC236}">
                <a16:creationId xmlns:a16="http://schemas.microsoft.com/office/drawing/2014/main" id="{E22732A6-2338-65DC-7E09-5D1211E0F036}"/>
              </a:ext>
            </a:extLst>
          </p:cNvPr>
          <p:cNvSpPr txBox="1"/>
          <p:nvPr/>
        </p:nvSpPr>
        <p:spPr>
          <a:xfrm>
            <a:off x="2259716" y="4506810"/>
            <a:ext cx="251460" cy="415925"/>
          </a:xfrm>
          <a:prstGeom prst="rect">
            <a:avLst/>
          </a:prstGeom>
        </p:spPr>
        <p:txBody>
          <a:bodyPr vert="horz" wrap="square" lIns="0" tIns="13970" rIns="0" bIns="0" rtlCol="0">
            <a:spAutoFit/>
          </a:bodyPr>
          <a:lstStyle/>
          <a:p>
            <a:pPr marL="12700">
              <a:lnSpc>
                <a:spcPct val="100000"/>
              </a:lnSpc>
              <a:spcBef>
                <a:spcPts val="110"/>
              </a:spcBef>
            </a:pPr>
            <a:r>
              <a:rPr sz="2550" i="1" spc="30" dirty="0">
                <a:latin typeface="Times New Roman"/>
                <a:cs typeface="Times New Roman"/>
              </a:rPr>
              <a:t>z</a:t>
            </a:r>
            <a:r>
              <a:rPr sz="2250" spc="-7" baseline="-24074" dirty="0">
                <a:latin typeface="Times New Roman"/>
                <a:cs typeface="Times New Roman"/>
              </a:rPr>
              <a:t>3</a:t>
            </a:r>
            <a:endParaRPr sz="2250" baseline="-24074">
              <a:latin typeface="Times New Roman"/>
              <a:cs typeface="Times New Roman"/>
            </a:endParaRPr>
          </a:p>
        </p:txBody>
      </p:sp>
      <p:sp>
        <p:nvSpPr>
          <p:cNvPr id="26" name="object 24">
            <a:extLst>
              <a:ext uri="{FF2B5EF4-FFF2-40B4-BE49-F238E27FC236}">
                <a16:creationId xmlns:a16="http://schemas.microsoft.com/office/drawing/2014/main" id="{B4348A03-B7C7-A5B8-D7C6-239F4E0C331A}"/>
              </a:ext>
            </a:extLst>
          </p:cNvPr>
          <p:cNvSpPr txBox="1"/>
          <p:nvPr/>
        </p:nvSpPr>
        <p:spPr>
          <a:xfrm>
            <a:off x="3301840" y="2747646"/>
            <a:ext cx="351790" cy="436880"/>
          </a:xfrm>
          <a:prstGeom prst="rect">
            <a:avLst/>
          </a:prstGeom>
        </p:spPr>
        <p:txBody>
          <a:bodyPr vert="horz" wrap="square" lIns="0" tIns="12065" rIns="0" bIns="0" rtlCol="0">
            <a:spAutoFit/>
          </a:bodyPr>
          <a:lstStyle/>
          <a:p>
            <a:pPr marL="12700">
              <a:lnSpc>
                <a:spcPct val="100000"/>
              </a:lnSpc>
              <a:spcBef>
                <a:spcPts val="95"/>
              </a:spcBef>
            </a:pPr>
            <a:r>
              <a:rPr sz="2700" i="1" spc="-100" dirty="0">
                <a:latin typeface="Symbol"/>
                <a:cs typeface="Symbol"/>
              </a:rPr>
              <a:t></a:t>
            </a:r>
            <a:endParaRPr sz="2700">
              <a:latin typeface="Symbol"/>
              <a:cs typeface="Symbol"/>
            </a:endParaRPr>
          </a:p>
        </p:txBody>
      </p:sp>
      <p:sp>
        <p:nvSpPr>
          <p:cNvPr id="27" name="object 25">
            <a:extLst>
              <a:ext uri="{FF2B5EF4-FFF2-40B4-BE49-F238E27FC236}">
                <a16:creationId xmlns:a16="http://schemas.microsoft.com/office/drawing/2014/main" id="{2FF22FB2-6116-B3CE-E2A4-78BA2AD4B280}"/>
              </a:ext>
            </a:extLst>
          </p:cNvPr>
          <p:cNvSpPr txBox="1"/>
          <p:nvPr/>
        </p:nvSpPr>
        <p:spPr>
          <a:xfrm>
            <a:off x="3289648" y="3639337"/>
            <a:ext cx="354965" cy="434975"/>
          </a:xfrm>
          <a:prstGeom prst="rect">
            <a:avLst/>
          </a:prstGeom>
        </p:spPr>
        <p:txBody>
          <a:bodyPr vert="horz" wrap="square" lIns="0" tIns="17145" rIns="0" bIns="0" rtlCol="0">
            <a:spAutoFit/>
          </a:bodyPr>
          <a:lstStyle/>
          <a:p>
            <a:pPr marL="12700">
              <a:lnSpc>
                <a:spcPct val="100000"/>
              </a:lnSpc>
              <a:spcBef>
                <a:spcPts val="135"/>
              </a:spcBef>
            </a:pPr>
            <a:r>
              <a:rPr sz="2650" i="1" spc="-55" dirty="0">
                <a:latin typeface="Symbol"/>
                <a:cs typeface="Symbol"/>
              </a:rPr>
              <a:t></a:t>
            </a:r>
            <a:endParaRPr sz="2650">
              <a:latin typeface="Symbol"/>
              <a:cs typeface="Symbol"/>
            </a:endParaRPr>
          </a:p>
        </p:txBody>
      </p:sp>
      <p:sp>
        <p:nvSpPr>
          <p:cNvPr id="28" name="object 26">
            <a:extLst>
              <a:ext uri="{FF2B5EF4-FFF2-40B4-BE49-F238E27FC236}">
                <a16:creationId xmlns:a16="http://schemas.microsoft.com/office/drawing/2014/main" id="{4113919C-0043-E479-0591-C958F518DC95}"/>
              </a:ext>
            </a:extLst>
          </p:cNvPr>
          <p:cNvSpPr txBox="1"/>
          <p:nvPr/>
        </p:nvSpPr>
        <p:spPr>
          <a:xfrm>
            <a:off x="3321652" y="4510434"/>
            <a:ext cx="356235" cy="437515"/>
          </a:xfrm>
          <a:prstGeom prst="rect">
            <a:avLst/>
          </a:prstGeom>
        </p:spPr>
        <p:txBody>
          <a:bodyPr vert="horz" wrap="square" lIns="0" tIns="12700" rIns="0" bIns="0" rtlCol="0">
            <a:spAutoFit/>
          </a:bodyPr>
          <a:lstStyle/>
          <a:p>
            <a:pPr marL="12700">
              <a:lnSpc>
                <a:spcPct val="100000"/>
              </a:lnSpc>
              <a:spcBef>
                <a:spcPts val="100"/>
              </a:spcBef>
            </a:pPr>
            <a:r>
              <a:rPr sz="2700" i="1" spc="-80" dirty="0">
                <a:latin typeface="Symbol"/>
                <a:cs typeface="Symbol"/>
              </a:rPr>
              <a:t></a:t>
            </a:r>
            <a:endParaRPr sz="2700">
              <a:latin typeface="Symbol"/>
              <a:cs typeface="Symbol"/>
            </a:endParaRPr>
          </a:p>
        </p:txBody>
      </p:sp>
      <p:sp>
        <p:nvSpPr>
          <p:cNvPr id="29" name="object 27">
            <a:extLst>
              <a:ext uri="{FF2B5EF4-FFF2-40B4-BE49-F238E27FC236}">
                <a16:creationId xmlns:a16="http://schemas.microsoft.com/office/drawing/2014/main" id="{8C06D1FF-365F-1E2F-8A15-7526E264A5E4}"/>
              </a:ext>
            </a:extLst>
          </p:cNvPr>
          <p:cNvSpPr txBox="1"/>
          <p:nvPr/>
        </p:nvSpPr>
        <p:spPr>
          <a:xfrm>
            <a:off x="7058547" y="3106040"/>
            <a:ext cx="3251835" cy="751488"/>
          </a:xfrm>
          <a:prstGeom prst="rect">
            <a:avLst/>
          </a:prstGeom>
        </p:spPr>
        <p:txBody>
          <a:bodyPr vert="horz" wrap="square" lIns="0" tIns="12700" rIns="0" bIns="0" rtlCol="0">
            <a:spAutoFit/>
          </a:bodyPr>
          <a:lstStyle/>
          <a:p>
            <a:pPr marL="12700" marR="5080">
              <a:lnSpc>
                <a:spcPct val="100000"/>
              </a:lnSpc>
              <a:spcBef>
                <a:spcPts val="100"/>
              </a:spcBef>
            </a:pPr>
            <a:r>
              <a:rPr lang="zh-CN" altLang="en-US" sz="2400" spc="-10" dirty="0">
                <a:latin typeface="Calibri"/>
                <a:cs typeface="Calibri"/>
              </a:rPr>
              <a:t>一般来说，网络的输出可以是任何值</a:t>
            </a:r>
            <a:r>
              <a:rPr sz="2400" spc="-10" dirty="0">
                <a:latin typeface="Calibri"/>
                <a:cs typeface="Calibri"/>
              </a:rPr>
              <a:t>.</a:t>
            </a:r>
            <a:endParaRPr sz="2400" dirty="0">
              <a:latin typeface="Calibri"/>
              <a:cs typeface="Calibri"/>
            </a:endParaRPr>
          </a:p>
        </p:txBody>
      </p:sp>
      <p:sp>
        <p:nvSpPr>
          <p:cNvPr id="30" name="object 28">
            <a:extLst>
              <a:ext uri="{FF2B5EF4-FFF2-40B4-BE49-F238E27FC236}">
                <a16:creationId xmlns:a16="http://schemas.microsoft.com/office/drawing/2014/main" id="{BF379717-5EDA-3305-0A03-A79AEA092636}"/>
              </a:ext>
            </a:extLst>
          </p:cNvPr>
          <p:cNvSpPr txBox="1"/>
          <p:nvPr/>
        </p:nvSpPr>
        <p:spPr>
          <a:xfrm>
            <a:off x="7058547" y="4216401"/>
            <a:ext cx="3550920"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dirty="0">
                <a:latin typeface="Calibri"/>
                <a:cs typeface="Calibri"/>
              </a:rPr>
              <a:t>可能不容易解释</a:t>
            </a:r>
            <a:endParaRPr sz="2400" dirty="0">
              <a:latin typeface="Calibri"/>
              <a:cs typeface="Calibri"/>
            </a:endParaRPr>
          </a:p>
        </p:txBody>
      </p:sp>
      <p:sp>
        <p:nvSpPr>
          <p:cNvPr id="4" name="文本框 3">
            <a:extLst>
              <a:ext uri="{FF2B5EF4-FFF2-40B4-BE49-F238E27FC236}">
                <a16:creationId xmlns:a16="http://schemas.microsoft.com/office/drawing/2014/main" id="{08F9A013-0869-03DD-8A80-A04974CAF56C}"/>
              </a:ext>
            </a:extLst>
          </p:cNvPr>
          <p:cNvSpPr txBox="1"/>
          <p:nvPr/>
        </p:nvSpPr>
        <p:spPr>
          <a:xfrm>
            <a:off x="355599" y="5490031"/>
            <a:ext cx="11260667" cy="646331"/>
          </a:xfrm>
          <a:prstGeom prst="rect">
            <a:avLst/>
          </a:prstGeom>
          <a:noFill/>
        </p:spPr>
        <p:txBody>
          <a:bodyPr wrap="square">
            <a:spAutoFit/>
          </a:bodyPr>
          <a:lstStyle/>
          <a:p>
            <a:r>
              <a:rPr lang="en-US" altLang="zh-CN" b="0" i="0" dirty="0" err="1">
                <a:solidFill>
                  <a:srgbClr val="1F1F1F"/>
                </a:solidFill>
                <a:effectLst/>
                <a:latin typeface="Times New Roman" panose="02020603050405020304" pitchFamily="18" charset="0"/>
                <a:ea typeface="黑体" panose="02010609060101010101" pitchFamily="49" charset="-122"/>
                <a:cs typeface="Times New Roman" panose="02020603050405020304" pitchFamily="18" charset="0"/>
              </a:rPr>
              <a:t>softmax</a:t>
            </a:r>
            <a:r>
              <a:rPr lang="zh-CN" altLang="en-US" b="0" i="0" dirty="0">
                <a:solidFill>
                  <a:srgbClr val="1F1F1F"/>
                </a:solidFill>
                <a:effectLst/>
                <a:latin typeface="Times New Roman" panose="02020603050405020304" pitchFamily="18" charset="0"/>
                <a:ea typeface="黑体" panose="02010609060101010101" pitchFamily="49" charset="-122"/>
                <a:cs typeface="Times New Roman" panose="02020603050405020304" pitchFamily="18" charset="0"/>
              </a:rPr>
              <a:t>函数将一个固定大小的实数向量“压缩”成另一个实数向量，</a:t>
            </a:r>
            <a:r>
              <a:rPr lang="zh-CN" altLang="en-US" b="0" i="0" dirty="0">
                <a:solidFill>
                  <a:srgbClr val="474747"/>
                </a:solidFill>
                <a:effectLst/>
                <a:latin typeface="Times New Roman" panose="02020603050405020304" pitchFamily="18" charset="0"/>
                <a:ea typeface="黑体" panose="02010609060101010101" pitchFamily="49" charset="-122"/>
                <a:cs typeface="Times New Roman" panose="02020603050405020304" pitchFamily="18" charset="0"/>
              </a:rPr>
              <a:t>这个新向量的元素值在</a:t>
            </a:r>
            <a:r>
              <a:rPr lang="en-US" altLang="zh-CN" b="0" i="0" dirty="0">
                <a:solidFill>
                  <a:srgbClr val="474747"/>
                </a:solidFill>
                <a:effectLst/>
                <a:latin typeface="Times New Roman" panose="02020603050405020304" pitchFamily="18" charset="0"/>
                <a:ea typeface="黑体" panose="02010609060101010101" pitchFamily="49" charset="-122"/>
                <a:cs typeface="Times New Roman" panose="02020603050405020304" pitchFamily="18" charset="0"/>
              </a:rPr>
              <a:t>0</a:t>
            </a:r>
            <a:r>
              <a:rPr lang="zh-CN" altLang="en-US" b="0" i="0" dirty="0">
                <a:solidFill>
                  <a:srgbClr val="474747"/>
                </a:solidFill>
                <a:effectLst/>
                <a:latin typeface="Times New Roman" panose="02020603050405020304" pitchFamily="18" charset="0"/>
                <a:ea typeface="黑体" panose="02010609060101010101" pitchFamily="49" charset="-122"/>
                <a:cs typeface="Times New Roman" panose="02020603050405020304" pitchFamily="18" charset="0"/>
              </a:rPr>
              <a:t>到</a:t>
            </a:r>
            <a:r>
              <a:rPr lang="en-US" altLang="zh-CN" b="0" i="0" dirty="0">
                <a:solidFill>
                  <a:srgbClr val="474747"/>
                </a:solidFill>
                <a:effectLst/>
                <a:latin typeface="Times New Roman" panose="02020603050405020304" pitchFamily="18" charset="0"/>
                <a:ea typeface="黑体" panose="02010609060101010101" pitchFamily="49" charset="-122"/>
                <a:cs typeface="Times New Roman" panose="02020603050405020304" pitchFamily="18" charset="0"/>
              </a:rPr>
              <a:t>1</a:t>
            </a:r>
            <a:r>
              <a:rPr lang="zh-CN" altLang="en-US" b="0" i="0" dirty="0">
                <a:solidFill>
                  <a:srgbClr val="474747"/>
                </a:solidFill>
                <a:effectLst/>
                <a:latin typeface="Times New Roman" panose="02020603050405020304" pitchFamily="18" charset="0"/>
                <a:ea typeface="黑体" panose="02010609060101010101" pitchFamily="49" charset="-122"/>
                <a:cs typeface="Times New Roman" panose="02020603050405020304" pitchFamily="18" charset="0"/>
              </a:rPr>
              <a:t>之间，因此</a:t>
            </a:r>
            <a:r>
              <a:rPr lang="zh-CN" altLang="en-US" b="0" i="0" dirty="0">
                <a:solidFill>
                  <a:srgbClr val="1F1F1F"/>
                </a:solidFill>
                <a:effectLst/>
                <a:latin typeface="Times New Roman" panose="02020603050405020304" pitchFamily="18" charset="0"/>
                <a:ea typeface="黑体" panose="02010609060101010101" pitchFamily="49" charset="-122"/>
                <a:cs typeface="Times New Roman" panose="02020603050405020304" pitchFamily="18" charset="0"/>
              </a:rPr>
              <a:t>这个向量可以被看作是概率分布。</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1" name="组合 30">
            <a:extLst>
              <a:ext uri="{FF2B5EF4-FFF2-40B4-BE49-F238E27FC236}">
                <a16:creationId xmlns:a16="http://schemas.microsoft.com/office/drawing/2014/main" id="{61A2C38F-0623-6192-CDF2-5ED333763B47}"/>
              </a:ext>
            </a:extLst>
          </p:cNvPr>
          <p:cNvGrpSpPr/>
          <p:nvPr/>
        </p:nvGrpSpPr>
        <p:grpSpPr>
          <a:xfrm>
            <a:off x="0" y="67733"/>
            <a:ext cx="4367671" cy="1058822"/>
            <a:chOff x="0" y="260648"/>
            <a:chExt cx="4367671" cy="1058822"/>
          </a:xfrm>
        </p:grpSpPr>
        <p:sp>
          <p:nvSpPr>
            <p:cNvPr id="32" name="矩形 31">
              <a:extLst>
                <a:ext uri="{FF2B5EF4-FFF2-40B4-BE49-F238E27FC236}">
                  <a16:creationId xmlns:a16="http://schemas.microsoft.com/office/drawing/2014/main" id="{1DF18EFF-5B35-1034-8DF1-6135A51F4A9C}"/>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3" name="组合 32">
              <a:extLst>
                <a:ext uri="{FF2B5EF4-FFF2-40B4-BE49-F238E27FC236}">
                  <a16:creationId xmlns:a16="http://schemas.microsoft.com/office/drawing/2014/main" id="{AC0EF6A8-48A2-FE39-4A4D-18B8D5FE6249}"/>
                </a:ext>
              </a:extLst>
            </p:cNvPr>
            <p:cNvGrpSpPr/>
            <p:nvPr/>
          </p:nvGrpSpPr>
          <p:grpSpPr>
            <a:xfrm>
              <a:off x="695400" y="260648"/>
              <a:ext cx="3672271" cy="1058822"/>
              <a:chOff x="623392" y="310880"/>
              <a:chExt cx="3672271" cy="1058822"/>
            </a:xfrm>
          </p:grpSpPr>
          <p:sp>
            <p:nvSpPr>
              <p:cNvPr id="34" name="文本框 33">
                <a:extLst>
                  <a:ext uri="{FF2B5EF4-FFF2-40B4-BE49-F238E27FC236}">
                    <a16:creationId xmlns:a16="http://schemas.microsoft.com/office/drawing/2014/main" id="{F017CE57-8945-6036-4AC6-9264457CDFC4}"/>
                  </a:ext>
                </a:extLst>
              </p:cNvPr>
              <p:cNvSpPr txBox="1"/>
              <p:nvPr/>
            </p:nvSpPr>
            <p:spPr>
              <a:xfrm>
                <a:off x="623392" y="310880"/>
                <a:ext cx="3480440" cy="584775"/>
              </a:xfrm>
              <a:prstGeom prst="rect">
                <a:avLst/>
              </a:prstGeom>
              <a:noFill/>
            </p:spPr>
            <p:txBody>
              <a:bodyPr wrap="none" rtlCol="0">
                <a:spAutoFit/>
              </a:bodyPr>
              <a:lstStyle/>
              <a:p>
                <a:pPr>
                  <a:defRPr/>
                </a:pPr>
                <a:r>
                  <a:rPr lang="zh-CN" altLang="en-US" sz="3200" b="1" kern="0" dirty="0">
                    <a:solidFill>
                      <a:srgbClr val="8C1515"/>
                    </a:solidFill>
                    <a:latin typeface="黑体" panose="02010609060101010101" pitchFamily="49" charset="-122"/>
                    <a:ea typeface="黑体" panose="02010609060101010101" pitchFamily="49" charset="-122"/>
                  </a:rPr>
                  <a:t>前馈网络的输出层</a:t>
                </a:r>
              </a:p>
            </p:txBody>
          </p:sp>
          <p:cxnSp>
            <p:nvCxnSpPr>
              <p:cNvPr id="35" name="直接连接符 34">
                <a:extLst>
                  <a:ext uri="{FF2B5EF4-FFF2-40B4-BE49-F238E27FC236}">
                    <a16:creationId xmlns:a16="http://schemas.microsoft.com/office/drawing/2014/main" id="{5C75FD89-EDB8-766E-1A29-96F2D159DFA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6" name="文本框 35">
                <a:extLst>
                  <a:ext uri="{FF2B5EF4-FFF2-40B4-BE49-F238E27FC236}">
                    <a16:creationId xmlns:a16="http://schemas.microsoft.com/office/drawing/2014/main" id="{1D871BA1-9118-23AA-D171-3AE2E8AB2B0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574749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05DB7732-1E7F-B925-2677-3765015D5572}"/>
              </a:ext>
            </a:extLst>
          </p:cNvPr>
          <p:cNvSpPr/>
          <p:nvPr/>
        </p:nvSpPr>
        <p:spPr>
          <a:xfrm>
            <a:off x="2698275" y="2914683"/>
            <a:ext cx="5556885" cy="3523615"/>
          </a:xfrm>
          <a:custGeom>
            <a:avLst/>
            <a:gdLst/>
            <a:ahLst/>
            <a:cxnLst/>
            <a:rect l="l" t="t" r="r" b="b"/>
            <a:pathLst>
              <a:path w="5556884" h="3523615">
                <a:moveTo>
                  <a:pt x="0" y="3523488"/>
                </a:moveTo>
                <a:lnTo>
                  <a:pt x="5556504" y="3523488"/>
                </a:lnTo>
                <a:lnTo>
                  <a:pt x="5556504" y="0"/>
                </a:lnTo>
                <a:lnTo>
                  <a:pt x="0" y="0"/>
                </a:lnTo>
                <a:lnTo>
                  <a:pt x="0" y="3523488"/>
                </a:lnTo>
                <a:close/>
              </a:path>
            </a:pathLst>
          </a:custGeom>
          <a:solidFill>
            <a:srgbClr val="9DC3E6"/>
          </a:solidFill>
        </p:spPr>
        <p:txBody>
          <a:bodyPr wrap="square" lIns="0" tIns="0" rIns="0" bIns="0" rtlCol="0"/>
          <a:lstStyle/>
          <a:p>
            <a:endParaRPr/>
          </a:p>
        </p:txBody>
      </p:sp>
      <p:sp>
        <p:nvSpPr>
          <p:cNvPr id="5" name="object 3">
            <a:extLst>
              <a:ext uri="{FF2B5EF4-FFF2-40B4-BE49-F238E27FC236}">
                <a16:creationId xmlns:a16="http://schemas.microsoft.com/office/drawing/2014/main" id="{751669CC-95BF-23C3-0A13-1F27BC20753B}"/>
              </a:ext>
            </a:extLst>
          </p:cNvPr>
          <p:cNvSpPr/>
          <p:nvPr/>
        </p:nvSpPr>
        <p:spPr>
          <a:xfrm>
            <a:off x="2698275" y="2914683"/>
            <a:ext cx="5556885" cy="3523615"/>
          </a:xfrm>
          <a:custGeom>
            <a:avLst/>
            <a:gdLst/>
            <a:ahLst/>
            <a:cxnLst/>
            <a:rect l="l" t="t" r="r" b="b"/>
            <a:pathLst>
              <a:path w="5556884" h="3523615">
                <a:moveTo>
                  <a:pt x="0" y="3523488"/>
                </a:moveTo>
                <a:lnTo>
                  <a:pt x="5556504" y="3523488"/>
                </a:lnTo>
                <a:lnTo>
                  <a:pt x="5556504" y="0"/>
                </a:lnTo>
                <a:lnTo>
                  <a:pt x="0" y="0"/>
                </a:lnTo>
                <a:lnTo>
                  <a:pt x="0" y="3523488"/>
                </a:lnTo>
                <a:close/>
              </a:path>
            </a:pathLst>
          </a:custGeom>
          <a:ln w="12192">
            <a:solidFill>
              <a:srgbClr val="41709C"/>
            </a:solidFill>
          </a:ln>
        </p:spPr>
        <p:txBody>
          <a:bodyPr wrap="square" lIns="0" tIns="0" rIns="0" bIns="0" rtlCol="0"/>
          <a:lstStyle/>
          <a:p>
            <a:endParaRPr/>
          </a:p>
        </p:txBody>
      </p:sp>
      <p:sp>
        <p:nvSpPr>
          <p:cNvPr id="6" name="object 4">
            <a:extLst>
              <a:ext uri="{FF2B5EF4-FFF2-40B4-BE49-F238E27FC236}">
                <a16:creationId xmlns:a16="http://schemas.microsoft.com/office/drawing/2014/main" id="{1CD0C8B0-02F2-5BF2-7637-6C2DB939177D}"/>
              </a:ext>
            </a:extLst>
          </p:cNvPr>
          <p:cNvSpPr/>
          <p:nvPr/>
        </p:nvSpPr>
        <p:spPr>
          <a:xfrm>
            <a:off x="2390427" y="4199414"/>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7" name="object 5">
            <a:extLst>
              <a:ext uri="{FF2B5EF4-FFF2-40B4-BE49-F238E27FC236}">
                <a16:creationId xmlns:a16="http://schemas.microsoft.com/office/drawing/2014/main" id="{2F6E62B7-8284-54A3-48E5-9576AA539073}"/>
              </a:ext>
            </a:extLst>
          </p:cNvPr>
          <p:cNvSpPr/>
          <p:nvPr/>
        </p:nvSpPr>
        <p:spPr>
          <a:xfrm>
            <a:off x="2390427" y="5086382"/>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8" name="object 6">
            <a:extLst>
              <a:ext uri="{FF2B5EF4-FFF2-40B4-BE49-F238E27FC236}">
                <a16:creationId xmlns:a16="http://schemas.microsoft.com/office/drawing/2014/main" id="{78551787-09E7-5150-3704-8E869CDC7D17}"/>
              </a:ext>
            </a:extLst>
          </p:cNvPr>
          <p:cNvSpPr/>
          <p:nvPr/>
        </p:nvSpPr>
        <p:spPr>
          <a:xfrm>
            <a:off x="2390427" y="3312446"/>
            <a:ext cx="630555" cy="173990"/>
          </a:xfrm>
          <a:custGeom>
            <a:avLst/>
            <a:gdLst/>
            <a:ahLst/>
            <a:cxnLst/>
            <a:rect l="l" t="t" r="r" b="b"/>
            <a:pathLst>
              <a:path w="630555" h="173989">
                <a:moveTo>
                  <a:pt x="456260" y="0"/>
                </a:moveTo>
                <a:lnTo>
                  <a:pt x="456260" y="173736"/>
                </a:lnTo>
                <a:lnTo>
                  <a:pt x="572118" y="115824"/>
                </a:lnTo>
                <a:lnTo>
                  <a:pt x="485216" y="115824"/>
                </a:lnTo>
                <a:lnTo>
                  <a:pt x="485216" y="57912"/>
                </a:lnTo>
                <a:lnTo>
                  <a:pt x="572118" y="57912"/>
                </a:lnTo>
                <a:lnTo>
                  <a:pt x="456260" y="0"/>
                </a:lnTo>
                <a:close/>
              </a:path>
              <a:path w="630555" h="173989">
                <a:moveTo>
                  <a:pt x="456260" y="57912"/>
                </a:moveTo>
                <a:lnTo>
                  <a:pt x="0" y="57912"/>
                </a:lnTo>
                <a:lnTo>
                  <a:pt x="0" y="115824"/>
                </a:lnTo>
                <a:lnTo>
                  <a:pt x="456260" y="115824"/>
                </a:lnTo>
                <a:lnTo>
                  <a:pt x="456260" y="57912"/>
                </a:lnTo>
                <a:close/>
              </a:path>
              <a:path w="630555" h="173989">
                <a:moveTo>
                  <a:pt x="572118" y="57912"/>
                </a:moveTo>
                <a:lnTo>
                  <a:pt x="485216" y="57912"/>
                </a:lnTo>
                <a:lnTo>
                  <a:pt x="485216" y="115824"/>
                </a:lnTo>
                <a:lnTo>
                  <a:pt x="572118" y="115824"/>
                </a:lnTo>
                <a:lnTo>
                  <a:pt x="630046" y="86868"/>
                </a:lnTo>
                <a:lnTo>
                  <a:pt x="572118" y="57912"/>
                </a:lnTo>
                <a:close/>
              </a:path>
            </a:pathLst>
          </a:custGeom>
          <a:solidFill>
            <a:srgbClr val="000000"/>
          </a:solidFill>
        </p:spPr>
        <p:txBody>
          <a:bodyPr wrap="square" lIns="0" tIns="0" rIns="0" bIns="0" rtlCol="0"/>
          <a:lstStyle/>
          <a:p>
            <a:endParaRPr/>
          </a:p>
        </p:txBody>
      </p:sp>
      <p:sp>
        <p:nvSpPr>
          <p:cNvPr id="9" name="object 8">
            <a:extLst>
              <a:ext uri="{FF2B5EF4-FFF2-40B4-BE49-F238E27FC236}">
                <a16:creationId xmlns:a16="http://schemas.microsoft.com/office/drawing/2014/main" id="{821F0F4B-806D-7021-385C-70B210C8BBE3}"/>
              </a:ext>
            </a:extLst>
          </p:cNvPr>
          <p:cNvSpPr/>
          <p:nvPr/>
        </p:nvSpPr>
        <p:spPr>
          <a:xfrm>
            <a:off x="3024411" y="3100611"/>
            <a:ext cx="594360" cy="596265"/>
          </a:xfrm>
          <a:custGeom>
            <a:avLst/>
            <a:gdLst/>
            <a:ahLst/>
            <a:cxnLst/>
            <a:rect l="l" t="t" r="r" b="b"/>
            <a:pathLst>
              <a:path w="594360" h="596264">
                <a:moveTo>
                  <a:pt x="297180" y="0"/>
                </a:moveTo>
                <a:lnTo>
                  <a:pt x="248986" y="3898"/>
                </a:lnTo>
                <a:lnTo>
                  <a:pt x="203265" y="15185"/>
                </a:lnTo>
                <a:lnTo>
                  <a:pt x="160628" y="33247"/>
                </a:lnTo>
                <a:lnTo>
                  <a:pt x="121688" y="57473"/>
                </a:lnTo>
                <a:lnTo>
                  <a:pt x="87058" y="87249"/>
                </a:lnTo>
                <a:lnTo>
                  <a:pt x="57351" y="121962"/>
                </a:lnTo>
                <a:lnTo>
                  <a:pt x="33179" y="161001"/>
                </a:lnTo>
                <a:lnTo>
                  <a:pt x="15154" y="203752"/>
                </a:lnTo>
                <a:lnTo>
                  <a:pt x="3890" y="249603"/>
                </a:lnTo>
                <a:lnTo>
                  <a:pt x="0" y="297941"/>
                </a:lnTo>
                <a:lnTo>
                  <a:pt x="3890" y="346280"/>
                </a:lnTo>
                <a:lnTo>
                  <a:pt x="15154" y="392131"/>
                </a:lnTo>
                <a:lnTo>
                  <a:pt x="33179" y="434882"/>
                </a:lnTo>
                <a:lnTo>
                  <a:pt x="57351" y="473921"/>
                </a:lnTo>
                <a:lnTo>
                  <a:pt x="87058" y="508634"/>
                </a:lnTo>
                <a:lnTo>
                  <a:pt x="121688" y="538410"/>
                </a:lnTo>
                <a:lnTo>
                  <a:pt x="160628" y="562636"/>
                </a:lnTo>
                <a:lnTo>
                  <a:pt x="203265" y="580698"/>
                </a:lnTo>
                <a:lnTo>
                  <a:pt x="248986" y="591985"/>
                </a:lnTo>
                <a:lnTo>
                  <a:pt x="297180" y="595883"/>
                </a:lnTo>
                <a:lnTo>
                  <a:pt x="345373" y="591985"/>
                </a:lnTo>
                <a:lnTo>
                  <a:pt x="391094" y="580698"/>
                </a:lnTo>
                <a:lnTo>
                  <a:pt x="433731" y="562636"/>
                </a:lnTo>
                <a:lnTo>
                  <a:pt x="472671" y="538410"/>
                </a:lnTo>
                <a:lnTo>
                  <a:pt x="507301" y="508634"/>
                </a:lnTo>
                <a:lnTo>
                  <a:pt x="537008" y="473921"/>
                </a:lnTo>
                <a:lnTo>
                  <a:pt x="561180" y="434882"/>
                </a:lnTo>
                <a:lnTo>
                  <a:pt x="579205" y="392131"/>
                </a:lnTo>
                <a:lnTo>
                  <a:pt x="590469" y="346280"/>
                </a:lnTo>
                <a:lnTo>
                  <a:pt x="594360" y="297941"/>
                </a:lnTo>
                <a:lnTo>
                  <a:pt x="590469" y="249603"/>
                </a:lnTo>
                <a:lnTo>
                  <a:pt x="579205" y="203752"/>
                </a:lnTo>
                <a:lnTo>
                  <a:pt x="561180" y="161001"/>
                </a:lnTo>
                <a:lnTo>
                  <a:pt x="537008" y="121962"/>
                </a:lnTo>
                <a:lnTo>
                  <a:pt x="507301" y="87249"/>
                </a:lnTo>
                <a:lnTo>
                  <a:pt x="472671" y="57473"/>
                </a:lnTo>
                <a:lnTo>
                  <a:pt x="433731" y="33247"/>
                </a:lnTo>
                <a:lnTo>
                  <a:pt x="391094" y="15185"/>
                </a:lnTo>
                <a:lnTo>
                  <a:pt x="345373" y="3898"/>
                </a:lnTo>
                <a:lnTo>
                  <a:pt x="297180" y="0"/>
                </a:lnTo>
                <a:close/>
              </a:path>
            </a:pathLst>
          </a:custGeom>
          <a:solidFill>
            <a:srgbClr val="FFC000"/>
          </a:solidFill>
        </p:spPr>
        <p:txBody>
          <a:bodyPr wrap="square" lIns="0" tIns="0" rIns="0" bIns="0" rtlCol="0"/>
          <a:lstStyle/>
          <a:p>
            <a:endParaRPr/>
          </a:p>
        </p:txBody>
      </p:sp>
      <p:sp>
        <p:nvSpPr>
          <p:cNvPr id="10" name="object 9">
            <a:extLst>
              <a:ext uri="{FF2B5EF4-FFF2-40B4-BE49-F238E27FC236}">
                <a16:creationId xmlns:a16="http://schemas.microsoft.com/office/drawing/2014/main" id="{39A44425-FDC3-AC28-4E9A-CAEEECA2FE05}"/>
              </a:ext>
            </a:extLst>
          </p:cNvPr>
          <p:cNvSpPr/>
          <p:nvPr/>
        </p:nvSpPr>
        <p:spPr>
          <a:xfrm>
            <a:off x="3024411" y="3100611"/>
            <a:ext cx="594360" cy="596265"/>
          </a:xfrm>
          <a:custGeom>
            <a:avLst/>
            <a:gdLst/>
            <a:ahLst/>
            <a:cxnLst/>
            <a:rect l="l" t="t" r="r" b="b"/>
            <a:pathLst>
              <a:path w="594360" h="596264">
                <a:moveTo>
                  <a:pt x="0" y="297941"/>
                </a:moveTo>
                <a:lnTo>
                  <a:pt x="3890" y="249603"/>
                </a:lnTo>
                <a:lnTo>
                  <a:pt x="15154" y="203752"/>
                </a:lnTo>
                <a:lnTo>
                  <a:pt x="33179" y="161001"/>
                </a:lnTo>
                <a:lnTo>
                  <a:pt x="57351" y="121962"/>
                </a:lnTo>
                <a:lnTo>
                  <a:pt x="87058" y="87249"/>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8"/>
                </a:lnTo>
                <a:lnTo>
                  <a:pt x="537008" y="121962"/>
                </a:lnTo>
                <a:lnTo>
                  <a:pt x="561180" y="161001"/>
                </a:lnTo>
                <a:lnTo>
                  <a:pt x="579205" y="203752"/>
                </a:lnTo>
                <a:lnTo>
                  <a:pt x="590469" y="249603"/>
                </a:lnTo>
                <a:lnTo>
                  <a:pt x="594360" y="297941"/>
                </a:lnTo>
                <a:lnTo>
                  <a:pt x="590469" y="346280"/>
                </a:lnTo>
                <a:lnTo>
                  <a:pt x="579205" y="392131"/>
                </a:lnTo>
                <a:lnTo>
                  <a:pt x="561180" y="434882"/>
                </a:lnTo>
                <a:lnTo>
                  <a:pt x="537008" y="473921"/>
                </a:lnTo>
                <a:lnTo>
                  <a:pt x="507301" y="508634"/>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1"/>
                </a:lnTo>
                <a:close/>
              </a:path>
            </a:pathLst>
          </a:custGeom>
          <a:ln w="12192">
            <a:solidFill>
              <a:srgbClr val="BB8B00"/>
            </a:solidFill>
          </a:ln>
        </p:spPr>
        <p:txBody>
          <a:bodyPr wrap="square" lIns="0" tIns="0" rIns="0" bIns="0" rtlCol="0"/>
          <a:lstStyle/>
          <a:p>
            <a:endParaRPr/>
          </a:p>
        </p:txBody>
      </p:sp>
      <p:sp>
        <p:nvSpPr>
          <p:cNvPr id="11" name="object 10">
            <a:extLst>
              <a:ext uri="{FF2B5EF4-FFF2-40B4-BE49-F238E27FC236}">
                <a16:creationId xmlns:a16="http://schemas.microsoft.com/office/drawing/2014/main" id="{D9001B0C-5592-AE94-601D-A9FB6D746874}"/>
              </a:ext>
            </a:extLst>
          </p:cNvPr>
          <p:cNvSpPr/>
          <p:nvPr/>
        </p:nvSpPr>
        <p:spPr>
          <a:xfrm>
            <a:off x="3024411" y="3989102"/>
            <a:ext cx="594360" cy="596265"/>
          </a:xfrm>
          <a:custGeom>
            <a:avLst/>
            <a:gdLst/>
            <a:ahLst/>
            <a:cxnLst/>
            <a:rect l="l" t="t" r="r" b="b"/>
            <a:pathLst>
              <a:path w="594360" h="596264">
                <a:moveTo>
                  <a:pt x="297180" y="0"/>
                </a:moveTo>
                <a:lnTo>
                  <a:pt x="248986" y="3898"/>
                </a:lnTo>
                <a:lnTo>
                  <a:pt x="203265" y="15185"/>
                </a:lnTo>
                <a:lnTo>
                  <a:pt x="160628" y="33247"/>
                </a:lnTo>
                <a:lnTo>
                  <a:pt x="121688" y="57473"/>
                </a:lnTo>
                <a:lnTo>
                  <a:pt x="87058" y="87249"/>
                </a:lnTo>
                <a:lnTo>
                  <a:pt x="57351" y="121962"/>
                </a:lnTo>
                <a:lnTo>
                  <a:pt x="33179" y="161001"/>
                </a:lnTo>
                <a:lnTo>
                  <a:pt x="15154" y="203752"/>
                </a:lnTo>
                <a:lnTo>
                  <a:pt x="3890" y="249603"/>
                </a:lnTo>
                <a:lnTo>
                  <a:pt x="0" y="297942"/>
                </a:lnTo>
                <a:lnTo>
                  <a:pt x="3890" y="346280"/>
                </a:lnTo>
                <a:lnTo>
                  <a:pt x="15154" y="392131"/>
                </a:lnTo>
                <a:lnTo>
                  <a:pt x="33179" y="434882"/>
                </a:lnTo>
                <a:lnTo>
                  <a:pt x="57351" y="473921"/>
                </a:lnTo>
                <a:lnTo>
                  <a:pt x="87058" y="508635"/>
                </a:lnTo>
                <a:lnTo>
                  <a:pt x="121688" y="538410"/>
                </a:lnTo>
                <a:lnTo>
                  <a:pt x="160628" y="562636"/>
                </a:lnTo>
                <a:lnTo>
                  <a:pt x="203265" y="580698"/>
                </a:lnTo>
                <a:lnTo>
                  <a:pt x="248986" y="591985"/>
                </a:lnTo>
                <a:lnTo>
                  <a:pt x="297180" y="595883"/>
                </a:lnTo>
                <a:lnTo>
                  <a:pt x="345373" y="591985"/>
                </a:lnTo>
                <a:lnTo>
                  <a:pt x="391094" y="580698"/>
                </a:lnTo>
                <a:lnTo>
                  <a:pt x="433731" y="562636"/>
                </a:lnTo>
                <a:lnTo>
                  <a:pt x="472671" y="538410"/>
                </a:lnTo>
                <a:lnTo>
                  <a:pt x="507301" y="508635"/>
                </a:lnTo>
                <a:lnTo>
                  <a:pt x="537008" y="473921"/>
                </a:lnTo>
                <a:lnTo>
                  <a:pt x="561180" y="434882"/>
                </a:lnTo>
                <a:lnTo>
                  <a:pt x="579205" y="392131"/>
                </a:lnTo>
                <a:lnTo>
                  <a:pt x="590469" y="346280"/>
                </a:lnTo>
                <a:lnTo>
                  <a:pt x="594360" y="297942"/>
                </a:lnTo>
                <a:lnTo>
                  <a:pt x="590469" y="249603"/>
                </a:lnTo>
                <a:lnTo>
                  <a:pt x="579205" y="203752"/>
                </a:lnTo>
                <a:lnTo>
                  <a:pt x="561180" y="161001"/>
                </a:lnTo>
                <a:lnTo>
                  <a:pt x="537008" y="121962"/>
                </a:lnTo>
                <a:lnTo>
                  <a:pt x="507301" y="87249"/>
                </a:lnTo>
                <a:lnTo>
                  <a:pt x="472671" y="57473"/>
                </a:lnTo>
                <a:lnTo>
                  <a:pt x="433731" y="33247"/>
                </a:lnTo>
                <a:lnTo>
                  <a:pt x="391094" y="15185"/>
                </a:lnTo>
                <a:lnTo>
                  <a:pt x="345373" y="3898"/>
                </a:lnTo>
                <a:lnTo>
                  <a:pt x="297180" y="0"/>
                </a:lnTo>
                <a:close/>
              </a:path>
            </a:pathLst>
          </a:custGeom>
          <a:solidFill>
            <a:srgbClr val="FFC000"/>
          </a:solidFill>
        </p:spPr>
        <p:txBody>
          <a:bodyPr wrap="square" lIns="0" tIns="0" rIns="0" bIns="0" rtlCol="0"/>
          <a:lstStyle/>
          <a:p>
            <a:endParaRPr/>
          </a:p>
        </p:txBody>
      </p:sp>
      <p:sp>
        <p:nvSpPr>
          <p:cNvPr id="12" name="object 11">
            <a:extLst>
              <a:ext uri="{FF2B5EF4-FFF2-40B4-BE49-F238E27FC236}">
                <a16:creationId xmlns:a16="http://schemas.microsoft.com/office/drawing/2014/main" id="{1BC57ADC-F3DC-3280-E9D1-0118E90A3DF5}"/>
              </a:ext>
            </a:extLst>
          </p:cNvPr>
          <p:cNvSpPr/>
          <p:nvPr/>
        </p:nvSpPr>
        <p:spPr>
          <a:xfrm>
            <a:off x="3024411" y="3989102"/>
            <a:ext cx="594360" cy="596265"/>
          </a:xfrm>
          <a:custGeom>
            <a:avLst/>
            <a:gdLst/>
            <a:ahLst/>
            <a:cxnLst/>
            <a:rect l="l" t="t" r="r" b="b"/>
            <a:pathLst>
              <a:path w="594360" h="596264">
                <a:moveTo>
                  <a:pt x="0" y="297942"/>
                </a:moveTo>
                <a:lnTo>
                  <a:pt x="3890" y="249603"/>
                </a:lnTo>
                <a:lnTo>
                  <a:pt x="15154" y="203752"/>
                </a:lnTo>
                <a:lnTo>
                  <a:pt x="33179" y="161001"/>
                </a:lnTo>
                <a:lnTo>
                  <a:pt x="57351" y="121962"/>
                </a:lnTo>
                <a:lnTo>
                  <a:pt x="87058" y="87248"/>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9"/>
                </a:lnTo>
                <a:lnTo>
                  <a:pt x="537008" y="121962"/>
                </a:lnTo>
                <a:lnTo>
                  <a:pt x="561180" y="161001"/>
                </a:lnTo>
                <a:lnTo>
                  <a:pt x="579205" y="203752"/>
                </a:lnTo>
                <a:lnTo>
                  <a:pt x="590469" y="249603"/>
                </a:lnTo>
                <a:lnTo>
                  <a:pt x="594360" y="297942"/>
                </a:lnTo>
                <a:lnTo>
                  <a:pt x="590469" y="346280"/>
                </a:lnTo>
                <a:lnTo>
                  <a:pt x="579205" y="392131"/>
                </a:lnTo>
                <a:lnTo>
                  <a:pt x="561180" y="434882"/>
                </a:lnTo>
                <a:lnTo>
                  <a:pt x="537008" y="473921"/>
                </a:lnTo>
                <a:lnTo>
                  <a:pt x="507301" y="508635"/>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2"/>
                </a:lnTo>
                <a:close/>
              </a:path>
            </a:pathLst>
          </a:custGeom>
          <a:ln w="12192">
            <a:solidFill>
              <a:srgbClr val="BB8B00"/>
            </a:solidFill>
          </a:ln>
        </p:spPr>
        <p:txBody>
          <a:bodyPr wrap="square" lIns="0" tIns="0" rIns="0" bIns="0" rtlCol="0"/>
          <a:lstStyle/>
          <a:p>
            <a:endParaRPr/>
          </a:p>
        </p:txBody>
      </p:sp>
      <p:sp>
        <p:nvSpPr>
          <p:cNvPr id="13" name="object 12">
            <a:extLst>
              <a:ext uri="{FF2B5EF4-FFF2-40B4-BE49-F238E27FC236}">
                <a16:creationId xmlns:a16="http://schemas.microsoft.com/office/drawing/2014/main" id="{CBF5AB84-9A1D-381A-7C54-DF4D615A9F91}"/>
              </a:ext>
            </a:extLst>
          </p:cNvPr>
          <p:cNvSpPr/>
          <p:nvPr/>
        </p:nvSpPr>
        <p:spPr>
          <a:xfrm>
            <a:off x="3024411" y="4874546"/>
            <a:ext cx="594360" cy="596265"/>
          </a:xfrm>
          <a:custGeom>
            <a:avLst/>
            <a:gdLst/>
            <a:ahLst/>
            <a:cxnLst/>
            <a:rect l="l" t="t" r="r" b="b"/>
            <a:pathLst>
              <a:path w="594360" h="596264">
                <a:moveTo>
                  <a:pt x="297180" y="0"/>
                </a:moveTo>
                <a:lnTo>
                  <a:pt x="248986" y="3898"/>
                </a:lnTo>
                <a:lnTo>
                  <a:pt x="203265" y="15185"/>
                </a:lnTo>
                <a:lnTo>
                  <a:pt x="160628" y="33247"/>
                </a:lnTo>
                <a:lnTo>
                  <a:pt x="121688" y="57473"/>
                </a:lnTo>
                <a:lnTo>
                  <a:pt x="87058" y="87248"/>
                </a:lnTo>
                <a:lnTo>
                  <a:pt x="57351" y="121962"/>
                </a:lnTo>
                <a:lnTo>
                  <a:pt x="33179" y="161001"/>
                </a:lnTo>
                <a:lnTo>
                  <a:pt x="15154" y="203752"/>
                </a:lnTo>
                <a:lnTo>
                  <a:pt x="3890" y="249603"/>
                </a:lnTo>
                <a:lnTo>
                  <a:pt x="0" y="297941"/>
                </a:lnTo>
                <a:lnTo>
                  <a:pt x="3890" y="346280"/>
                </a:lnTo>
                <a:lnTo>
                  <a:pt x="15154" y="392131"/>
                </a:lnTo>
                <a:lnTo>
                  <a:pt x="33179" y="434882"/>
                </a:lnTo>
                <a:lnTo>
                  <a:pt x="57351" y="473921"/>
                </a:lnTo>
                <a:lnTo>
                  <a:pt x="87058" y="508634"/>
                </a:lnTo>
                <a:lnTo>
                  <a:pt x="121688" y="538410"/>
                </a:lnTo>
                <a:lnTo>
                  <a:pt x="160628" y="562636"/>
                </a:lnTo>
                <a:lnTo>
                  <a:pt x="203265" y="580698"/>
                </a:lnTo>
                <a:lnTo>
                  <a:pt x="248986" y="591985"/>
                </a:lnTo>
                <a:lnTo>
                  <a:pt x="297180" y="595883"/>
                </a:lnTo>
                <a:lnTo>
                  <a:pt x="345373" y="591985"/>
                </a:lnTo>
                <a:lnTo>
                  <a:pt x="391094" y="580698"/>
                </a:lnTo>
                <a:lnTo>
                  <a:pt x="433731" y="562636"/>
                </a:lnTo>
                <a:lnTo>
                  <a:pt x="472671" y="538410"/>
                </a:lnTo>
                <a:lnTo>
                  <a:pt x="507301" y="508634"/>
                </a:lnTo>
                <a:lnTo>
                  <a:pt x="537008" y="473921"/>
                </a:lnTo>
                <a:lnTo>
                  <a:pt x="561180" y="434882"/>
                </a:lnTo>
                <a:lnTo>
                  <a:pt x="579205" y="392131"/>
                </a:lnTo>
                <a:lnTo>
                  <a:pt x="590469" y="346280"/>
                </a:lnTo>
                <a:lnTo>
                  <a:pt x="594360" y="297941"/>
                </a:lnTo>
                <a:lnTo>
                  <a:pt x="590469" y="249603"/>
                </a:lnTo>
                <a:lnTo>
                  <a:pt x="579205" y="203752"/>
                </a:lnTo>
                <a:lnTo>
                  <a:pt x="561180" y="161001"/>
                </a:lnTo>
                <a:lnTo>
                  <a:pt x="537008" y="121962"/>
                </a:lnTo>
                <a:lnTo>
                  <a:pt x="507301" y="87248"/>
                </a:lnTo>
                <a:lnTo>
                  <a:pt x="472671" y="57473"/>
                </a:lnTo>
                <a:lnTo>
                  <a:pt x="433731" y="33247"/>
                </a:lnTo>
                <a:lnTo>
                  <a:pt x="391094" y="15185"/>
                </a:lnTo>
                <a:lnTo>
                  <a:pt x="345373" y="3898"/>
                </a:lnTo>
                <a:lnTo>
                  <a:pt x="297180" y="0"/>
                </a:lnTo>
                <a:close/>
              </a:path>
            </a:pathLst>
          </a:custGeom>
          <a:solidFill>
            <a:srgbClr val="FFC000"/>
          </a:solidFill>
        </p:spPr>
        <p:txBody>
          <a:bodyPr wrap="square" lIns="0" tIns="0" rIns="0" bIns="0" rtlCol="0"/>
          <a:lstStyle/>
          <a:p>
            <a:endParaRPr/>
          </a:p>
        </p:txBody>
      </p:sp>
      <p:sp>
        <p:nvSpPr>
          <p:cNvPr id="14" name="object 13">
            <a:extLst>
              <a:ext uri="{FF2B5EF4-FFF2-40B4-BE49-F238E27FC236}">
                <a16:creationId xmlns:a16="http://schemas.microsoft.com/office/drawing/2014/main" id="{B6105262-96D0-0D9A-5BB6-B3B090786E67}"/>
              </a:ext>
            </a:extLst>
          </p:cNvPr>
          <p:cNvSpPr/>
          <p:nvPr/>
        </p:nvSpPr>
        <p:spPr>
          <a:xfrm>
            <a:off x="3024411" y="4874546"/>
            <a:ext cx="594360" cy="596265"/>
          </a:xfrm>
          <a:custGeom>
            <a:avLst/>
            <a:gdLst/>
            <a:ahLst/>
            <a:cxnLst/>
            <a:rect l="l" t="t" r="r" b="b"/>
            <a:pathLst>
              <a:path w="594360" h="596264">
                <a:moveTo>
                  <a:pt x="0" y="297941"/>
                </a:moveTo>
                <a:lnTo>
                  <a:pt x="3890" y="249603"/>
                </a:lnTo>
                <a:lnTo>
                  <a:pt x="15154" y="203752"/>
                </a:lnTo>
                <a:lnTo>
                  <a:pt x="33179" y="161001"/>
                </a:lnTo>
                <a:lnTo>
                  <a:pt x="57351" y="121962"/>
                </a:lnTo>
                <a:lnTo>
                  <a:pt x="87058" y="87248"/>
                </a:lnTo>
                <a:lnTo>
                  <a:pt x="121688" y="57473"/>
                </a:lnTo>
                <a:lnTo>
                  <a:pt x="160628" y="33247"/>
                </a:lnTo>
                <a:lnTo>
                  <a:pt x="203265" y="15185"/>
                </a:lnTo>
                <a:lnTo>
                  <a:pt x="248986" y="3898"/>
                </a:lnTo>
                <a:lnTo>
                  <a:pt x="297180" y="0"/>
                </a:lnTo>
                <a:lnTo>
                  <a:pt x="345373" y="3898"/>
                </a:lnTo>
                <a:lnTo>
                  <a:pt x="391094" y="15185"/>
                </a:lnTo>
                <a:lnTo>
                  <a:pt x="433731" y="33247"/>
                </a:lnTo>
                <a:lnTo>
                  <a:pt x="472671" y="57473"/>
                </a:lnTo>
                <a:lnTo>
                  <a:pt x="507301" y="87248"/>
                </a:lnTo>
                <a:lnTo>
                  <a:pt x="537008" y="121962"/>
                </a:lnTo>
                <a:lnTo>
                  <a:pt x="561180" y="161001"/>
                </a:lnTo>
                <a:lnTo>
                  <a:pt x="579205" y="203752"/>
                </a:lnTo>
                <a:lnTo>
                  <a:pt x="590469" y="249603"/>
                </a:lnTo>
                <a:lnTo>
                  <a:pt x="594360" y="297941"/>
                </a:lnTo>
                <a:lnTo>
                  <a:pt x="590469" y="346280"/>
                </a:lnTo>
                <a:lnTo>
                  <a:pt x="579205" y="392131"/>
                </a:lnTo>
                <a:lnTo>
                  <a:pt x="561180" y="434882"/>
                </a:lnTo>
                <a:lnTo>
                  <a:pt x="537008" y="473921"/>
                </a:lnTo>
                <a:lnTo>
                  <a:pt x="507301" y="508634"/>
                </a:lnTo>
                <a:lnTo>
                  <a:pt x="472671" y="538410"/>
                </a:lnTo>
                <a:lnTo>
                  <a:pt x="433731" y="562636"/>
                </a:lnTo>
                <a:lnTo>
                  <a:pt x="391094" y="580698"/>
                </a:lnTo>
                <a:lnTo>
                  <a:pt x="345373" y="591985"/>
                </a:lnTo>
                <a:lnTo>
                  <a:pt x="297180" y="595883"/>
                </a:lnTo>
                <a:lnTo>
                  <a:pt x="248986" y="591985"/>
                </a:lnTo>
                <a:lnTo>
                  <a:pt x="203265" y="580698"/>
                </a:lnTo>
                <a:lnTo>
                  <a:pt x="160628" y="562636"/>
                </a:lnTo>
                <a:lnTo>
                  <a:pt x="121688" y="538410"/>
                </a:lnTo>
                <a:lnTo>
                  <a:pt x="87058" y="508634"/>
                </a:lnTo>
                <a:lnTo>
                  <a:pt x="57351" y="473921"/>
                </a:lnTo>
                <a:lnTo>
                  <a:pt x="33179" y="434882"/>
                </a:lnTo>
                <a:lnTo>
                  <a:pt x="15154" y="392131"/>
                </a:lnTo>
                <a:lnTo>
                  <a:pt x="3890" y="346280"/>
                </a:lnTo>
                <a:lnTo>
                  <a:pt x="0" y="297941"/>
                </a:lnTo>
                <a:close/>
              </a:path>
            </a:pathLst>
          </a:custGeom>
          <a:ln w="12192">
            <a:solidFill>
              <a:srgbClr val="BB8B00"/>
            </a:solidFill>
          </a:ln>
        </p:spPr>
        <p:txBody>
          <a:bodyPr wrap="square" lIns="0" tIns="0" rIns="0" bIns="0" rtlCol="0"/>
          <a:lstStyle/>
          <a:p>
            <a:endParaRPr/>
          </a:p>
        </p:txBody>
      </p:sp>
      <p:sp>
        <p:nvSpPr>
          <p:cNvPr id="15" name="object 14">
            <a:extLst>
              <a:ext uri="{FF2B5EF4-FFF2-40B4-BE49-F238E27FC236}">
                <a16:creationId xmlns:a16="http://schemas.microsoft.com/office/drawing/2014/main" id="{D9D5B7D2-9BFF-DED9-4796-414C448B7F38}"/>
              </a:ext>
            </a:extLst>
          </p:cNvPr>
          <p:cNvSpPr txBox="1"/>
          <p:nvPr/>
        </p:nvSpPr>
        <p:spPr>
          <a:xfrm>
            <a:off x="2233224" y="3371744"/>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1</a:t>
            </a:r>
            <a:endParaRPr sz="1500">
              <a:latin typeface="Times New Roman"/>
              <a:cs typeface="Times New Roman"/>
            </a:endParaRPr>
          </a:p>
        </p:txBody>
      </p:sp>
      <p:sp>
        <p:nvSpPr>
          <p:cNvPr id="16" name="object 15">
            <a:extLst>
              <a:ext uri="{FF2B5EF4-FFF2-40B4-BE49-F238E27FC236}">
                <a16:creationId xmlns:a16="http://schemas.microsoft.com/office/drawing/2014/main" id="{07B3AAFA-BE26-A027-59F3-B3942F6CB60E}"/>
              </a:ext>
            </a:extLst>
          </p:cNvPr>
          <p:cNvSpPr txBox="1"/>
          <p:nvPr/>
        </p:nvSpPr>
        <p:spPr>
          <a:xfrm>
            <a:off x="2117368" y="3154936"/>
            <a:ext cx="152400"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z</a:t>
            </a:r>
            <a:endParaRPr sz="2550">
              <a:latin typeface="Times New Roman"/>
              <a:cs typeface="Times New Roman"/>
            </a:endParaRPr>
          </a:p>
        </p:txBody>
      </p:sp>
      <p:sp>
        <p:nvSpPr>
          <p:cNvPr id="17" name="object 16">
            <a:extLst>
              <a:ext uri="{FF2B5EF4-FFF2-40B4-BE49-F238E27FC236}">
                <a16:creationId xmlns:a16="http://schemas.microsoft.com/office/drawing/2014/main" id="{C0ED38C6-0333-2A37-85D6-46A20836F8CD}"/>
              </a:ext>
            </a:extLst>
          </p:cNvPr>
          <p:cNvSpPr txBox="1"/>
          <p:nvPr/>
        </p:nvSpPr>
        <p:spPr>
          <a:xfrm>
            <a:off x="2219289" y="4258712"/>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2</a:t>
            </a:r>
            <a:endParaRPr sz="1500">
              <a:latin typeface="Times New Roman"/>
              <a:cs typeface="Times New Roman"/>
            </a:endParaRPr>
          </a:p>
        </p:txBody>
      </p:sp>
      <p:sp>
        <p:nvSpPr>
          <p:cNvPr id="18" name="object 17">
            <a:extLst>
              <a:ext uri="{FF2B5EF4-FFF2-40B4-BE49-F238E27FC236}">
                <a16:creationId xmlns:a16="http://schemas.microsoft.com/office/drawing/2014/main" id="{8BF58FD8-CCE5-19F0-FDB6-74C4FA99D884}"/>
              </a:ext>
            </a:extLst>
          </p:cNvPr>
          <p:cNvSpPr txBox="1"/>
          <p:nvPr/>
        </p:nvSpPr>
        <p:spPr>
          <a:xfrm>
            <a:off x="2082316" y="4041904"/>
            <a:ext cx="152400"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z</a:t>
            </a:r>
            <a:endParaRPr sz="2550">
              <a:latin typeface="Times New Roman"/>
              <a:cs typeface="Times New Roman"/>
            </a:endParaRPr>
          </a:p>
        </p:txBody>
      </p:sp>
      <p:sp>
        <p:nvSpPr>
          <p:cNvPr id="19" name="object 18">
            <a:extLst>
              <a:ext uri="{FF2B5EF4-FFF2-40B4-BE49-F238E27FC236}">
                <a16:creationId xmlns:a16="http://schemas.microsoft.com/office/drawing/2014/main" id="{6C9EBA32-23E3-58AC-FF47-B455ACF41768}"/>
              </a:ext>
            </a:extLst>
          </p:cNvPr>
          <p:cNvSpPr txBox="1"/>
          <p:nvPr/>
        </p:nvSpPr>
        <p:spPr>
          <a:xfrm>
            <a:off x="2246919" y="5106053"/>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3</a:t>
            </a:r>
            <a:endParaRPr sz="1500">
              <a:latin typeface="Times New Roman"/>
              <a:cs typeface="Times New Roman"/>
            </a:endParaRPr>
          </a:p>
        </p:txBody>
      </p:sp>
      <p:sp>
        <p:nvSpPr>
          <p:cNvPr id="20" name="object 19">
            <a:extLst>
              <a:ext uri="{FF2B5EF4-FFF2-40B4-BE49-F238E27FC236}">
                <a16:creationId xmlns:a16="http://schemas.microsoft.com/office/drawing/2014/main" id="{B62B6945-8EB8-9D4E-11DB-B0E8BFE61A58}"/>
              </a:ext>
            </a:extLst>
          </p:cNvPr>
          <p:cNvSpPr txBox="1"/>
          <p:nvPr/>
        </p:nvSpPr>
        <p:spPr>
          <a:xfrm>
            <a:off x="2115844" y="4889239"/>
            <a:ext cx="152400"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z</a:t>
            </a:r>
            <a:endParaRPr sz="2550">
              <a:latin typeface="Times New Roman"/>
              <a:cs typeface="Times New Roman"/>
            </a:endParaRPr>
          </a:p>
        </p:txBody>
      </p:sp>
      <p:sp>
        <p:nvSpPr>
          <p:cNvPr id="21" name="object 20">
            <a:extLst>
              <a:ext uri="{FF2B5EF4-FFF2-40B4-BE49-F238E27FC236}">
                <a16:creationId xmlns:a16="http://schemas.microsoft.com/office/drawing/2014/main" id="{A88AAD3A-DF0D-FDE0-6E6C-FCE65AC6E2D9}"/>
              </a:ext>
            </a:extLst>
          </p:cNvPr>
          <p:cNvSpPr txBox="1"/>
          <p:nvPr/>
        </p:nvSpPr>
        <p:spPr>
          <a:xfrm>
            <a:off x="2409121" y="1665968"/>
            <a:ext cx="5022850" cy="1067435"/>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sz="2800" spc="-10" dirty="0" err="1">
                <a:latin typeface="Calibri"/>
                <a:cs typeface="Calibri"/>
              </a:rPr>
              <a:t>Softmax</a:t>
            </a:r>
            <a:r>
              <a:rPr sz="2800" spc="-10" dirty="0">
                <a:latin typeface="Calibri"/>
                <a:cs typeface="Calibri"/>
              </a:rPr>
              <a:t> </a:t>
            </a:r>
            <a:r>
              <a:rPr lang="zh-CN" altLang="en-US" sz="2800" spc="-25" dirty="0">
                <a:latin typeface="Calibri"/>
                <a:cs typeface="Calibri"/>
              </a:rPr>
              <a:t>层作为一个输出层</a:t>
            </a:r>
            <a:endParaRPr sz="2800" dirty="0">
              <a:latin typeface="Calibri"/>
              <a:cs typeface="Calibri"/>
            </a:endParaRPr>
          </a:p>
          <a:p>
            <a:pPr marL="2279650">
              <a:lnSpc>
                <a:spcPct val="100000"/>
              </a:lnSpc>
              <a:spcBef>
                <a:spcPts val="1964"/>
              </a:spcBef>
            </a:pPr>
            <a:r>
              <a:rPr sz="2400" b="1" i="1" u="sng" spc="-5" dirty="0">
                <a:uFill>
                  <a:solidFill>
                    <a:srgbClr val="000000"/>
                  </a:solidFill>
                </a:uFill>
                <a:latin typeface="Calibri"/>
                <a:cs typeface="Calibri"/>
              </a:rPr>
              <a:t>Softmax</a:t>
            </a:r>
            <a:r>
              <a:rPr sz="2400" b="1" i="1" u="sng" spc="-15" dirty="0">
                <a:uFill>
                  <a:solidFill>
                    <a:srgbClr val="000000"/>
                  </a:solidFill>
                </a:uFill>
                <a:latin typeface="Calibri"/>
                <a:cs typeface="Calibri"/>
              </a:rPr>
              <a:t> </a:t>
            </a:r>
            <a:r>
              <a:rPr sz="2400" b="1" i="1" u="sng" spc="-5" dirty="0">
                <a:uFill>
                  <a:solidFill>
                    <a:srgbClr val="000000"/>
                  </a:solidFill>
                </a:uFill>
                <a:latin typeface="Calibri"/>
                <a:cs typeface="Calibri"/>
              </a:rPr>
              <a:t>Layer</a:t>
            </a:r>
            <a:endParaRPr sz="2400" dirty="0">
              <a:latin typeface="Calibri"/>
              <a:cs typeface="Calibri"/>
            </a:endParaRPr>
          </a:p>
        </p:txBody>
      </p:sp>
      <p:sp>
        <p:nvSpPr>
          <p:cNvPr id="22" name="object 21">
            <a:extLst>
              <a:ext uri="{FF2B5EF4-FFF2-40B4-BE49-F238E27FC236}">
                <a16:creationId xmlns:a16="http://schemas.microsoft.com/office/drawing/2014/main" id="{64941216-9BA0-AD14-0FB5-763C3400AA16}"/>
              </a:ext>
            </a:extLst>
          </p:cNvPr>
          <p:cNvSpPr txBox="1"/>
          <p:nvPr/>
        </p:nvSpPr>
        <p:spPr>
          <a:xfrm>
            <a:off x="3240131" y="3147347"/>
            <a:ext cx="169545"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e</a:t>
            </a:r>
            <a:endParaRPr sz="2550">
              <a:latin typeface="Times New Roman"/>
              <a:cs typeface="Times New Roman"/>
            </a:endParaRPr>
          </a:p>
        </p:txBody>
      </p:sp>
      <p:sp>
        <p:nvSpPr>
          <p:cNvPr id="23" name="object 22">
            <a:extLst>
              <a:ext uri="{FF2B5EF4-FFF2-40B4-BE49-F238E27FC236}">
                <a16:creationId xmlns:a16="http://schemas.microsoft.com/office/drawing/2014/main" id="{41B310FA-6397-8392-D42F-764CD8C386E5}"/>
              </a:ext>
            </a:extLst>
          </p:cNvPr>
          <p:cNvSpPr txBox="1"/>
          <p:nvPr/>
        </p:nvSpPr>
        <p:spPr>
          <a:xfrm>
            <a:off x="3231261" y="4039443"/>
            <a:ext cx="170180" cy="414020"/>
          </a:xfrm>
          <a:prstGeom prst="rect">
            <a:avLst/>
          </a:prstGeom>
        </p:spPr>
        <p:txBody>
          <a:bodyPr vert="horz" wrap="square" lIns="0" tIns="12065" rIns="0" bIns="0" rtlCol="0">
            <a:spAutoFit/>
          </a:bodyPr>
          <a:lstStyle/>
          <a:p>
            <a:pPr marL="12700">
              <a:lnSpc>
                <a:spcPct val="100000"/>
              </a:lnSpc>
              <a:spcBef>
                <a:spcPts val="95"/>
              </a:spcBef>
            </a:pPr>
            <a:r>
              <a:rPr sz="2550" i="1" spc="0" dirty="0">
                <a:latin typeface="Times New Roman"/>
                <a:cs typeface="Times New Roman"/>
              </a:rPr>
              <a:t>e</a:t>
            </a:r>
            <a:endParaRPr sz="2550">
              <a:latin typeface="Times New Roman"/>
              <a:cs typeface="Times New Roman"/>
            </a:endParaRPr>
          </a:p>
        </p:txBody>
      </p:sp>
      <p:sp>
        <p:nvSpPr>
          <p:cNvPr id="24" name="object 23">
            <a:extLst>
              <a:ext uri="{FF2B5EF4-FFF2-40B4-BE49-F238E27FC236}">
                <a16:creationId xmlns:a16="http://schemas.microsoft.com/office/drawing/2014/main" id="{8A84D6BE-12C5-2481-05ED-E07EC0858E8A}"/>
              </a:ext>
            </a:extLst>
          </p:cNvPr>
          <p:cNvSpPr txBox="1"/>
          <p:nvPr/>
        </p:nvSpPr>
        <p:spPr>
          <a:xfrm>
            <a:off x="3262991" y="4910615"/>
            <a:ext cx="169545" cy="415925"/>
          </a:xfrm>
          <a:prstGeom prst="rect">
            <a:avLst/>
          </a:prstGeom>
        </p:spPr>
        <p:txBody>
          <a:bodyPr vert="horz" wrap="square" lIns="0" tIns="13970" rIns="0" bIns="0" rtlCol="0">
            <a:spAutoFit/>
          </a:bodyPr>
          <a:lstStyle/>
          <a:p>
            <a:pPr marL="12700">
              <a:lnSpc>
                <a:spcPct val="100000"/>
              </a:lnSpc>
              <a:spcBef>
                <a:spcPts val="110"/>
              </a:spcBef>
            </a:pPr>
            <a:r>
              <a:rPr sz="2550" i="1" dirty="0">
                <a:latin typeface="Times New Roman"/>
                <a:cs typeface="Times New Roman"/>
              </a:rPr>
              <a:t>e</a:t>
            </a:r>
            <a:endParaRPr sz="2550">
              <a:latin typeface="Times New Roman"/>
              <a:cs typeface="Times New Roman"/>
            </a:endParaRPr>
          </a:p>
        </p:txBody>
      </p:sp>
      <p:sp>
        <p:nvSpPr>
          <p:cNvPr id="25" name="object 24">
            <a:extLst>
              <a:ext uri="{FF2B5EF4-FFF2-40B4-BE49-F238E27FC236}">
                <a16:creationId xmlns:a16="http://schemas.microsoft.com/office/drawing/2014/main" id="{DCF4C0FC-4239-4DCF-3620-032FD5C8151F}"/>
              </a:ext>
            </a:extLst>
          </p:cNvPr>
          <p:cNvSpPr/>
          <p:nvPr/>
        </p:nvSpPr>
        <p:spPr>
          <a:xfrm>
            <a:off x="3618771" y="4199414"/>
            <a:ext cx="1183005" cy="173990"/>
          </a:xfrm>
          <a:custGeom>
            <a:avLst/>
            <a:gdLst/>
            <a:ahLst/>
            <a:cxnLst/>
            <a:rect l="l" t="t" r="r" b="b"/>
            <a:pathLst>
              <a:path w="1183005" h="173989">
                <a:moveTo>
                  <a:pt x="1009141" y="0"/>
                </a:moveTo>
                <a:lnTo>
                  <a:pt x="1009141" y="173736"/>
                </a:lnTo>
                <a:lnTo>
                  <a:pt x="1124965" y="115824"/>
                </a:lnTo>
                <a:lnTo>
                  <a:pt x="1038097" y="115824"/>
                </a:lnTo>
                <a:lnTo>
                  <a:pt x="1038097" y="57912"/>
                </a:lnTo>
                <a:lnTo>
                  <a:pt x="1124965" y="57912"/>
                </a:lnTo>
                <a:lnTo>
                  <a:pt x="1009141" y="0"/>
                </a:lnTo>
                <a:close/>
              </a:path>
              <a:path w="1183005" h="173989">
                <a:moveTo>
                  <a:pt x="1009141" y="57912"/>
                </a:moveTo>
                <a:lnTo>
                  <a:pt x="0" y="57912"/>
                </a:lnTo>
                <a:lnTo>
                  <a:pt x="0" y="115824"/>
                </a:lnTo>
                <a:lnTo>
                  <a:pt x="1009141" y="115824"/>
                </a:lnTo>
                <a:lnTo>
                  <a:pt x="1009141" y="57912"/>
                </a:lnTo>
                <a:close/>
              </a:path>
              <a:path w="1183005" h="173989">
                <a:moveTo>
                  <a:pt x="1124965" y="57912"/>
                </a:moveTo>
                <a:lnTo>
                  <a:pt x="1038097" y="57912"/>
                </a:lnTo>
                <a:lnTo>
                  <a:pt x="1038097" y="115824"/>
                </a:lnTo>
                <a:lnTo>
                  <a:pt x="1124965" y="115824"/>
                </a:lnTo>
                <a:lnTo>
                  <a:pt x="1182877" y="86868"/>
                </a:lnTo>
                <a:lnTo>
                  <a:pt x="1124965" y="57912"/>
                </a:lnTo>
                <a:close/>
              </a:path>
            </a:pathLst>
          </a:custGeom>
          <a:solidFill>
            <a:srgbClr val="000000"/>
          </a:solidFill>
        </p:spPr>
        <p:txBody>
          <a:bodyPr wrap="square" lIns="0" tIns="0" rIns="0" bIns="0" rtlCol="0"/>
          <a:lstStyle/>
          <a:p>
            <a:endParaRPr/>
          </a:p>
        </p:txBody>
      </p:sp>
      <p:sp>
        <p:nvSpPr>
          <p:cNvPr id="26" name="object 25">
            <a:extLst>
              <a:ext uri="{FF2B5EF4-FFF2-40B4-BE49-F238E27FC236}">
                <a16:creationId xmlns:a16="http://schemas.microsoft.com/office/drawing/2014/main" id="{2949F8EF-8829-646D-605A-FF40CEC54421}"/>
              </a:ext>
            </a:extLst>
          </p:cNvPr>
          <p:cNvSpPr/>
          <p:nvPr/>
        </p:nvSpPr>
        <p:spPr>
          <a:xfrm>
            <a:off x="3618771" y="5086382"/>
            <a:ext cx="1735455" cy="173990"/>
          </a:xfrm>
          <a:custGeom>
            <a:avLst/>
            <a:gdLst/>
            <a:ahLst/>
            <a:cxnLst/>
            <a:rect l="l" t="t" r="r" b="b"/>
            <a:pathLst>
              <a:path w="1735454" h="173989">
                <a:moveTo>
                  <a:pt x="1561592" y="0"/>
                </a:moveTo>
                <a:lnTo>
                  <a:pt x="1561592" y="173736"/>
                </a:lnTo>
                <a:lnTo>
                  <a:pt x="1677416" y="115824"/>
                </a:lnTo>
                <a:lnTo>
                  <a:pt x="1590547" y="115824"/>
                </a:lnTo>
                <a:lnTo>
                  <a:pt x="1590547" y="57912"/>
                </a:lnTo>
                <a:lnTo>
                  <a:pt x="1677416" y="57912"/>
                </a:lnTo>
                <a:lnTo>
                  <a:pt x="1561592" y="0"/>
                </a:lnTo>
                <a:close/>
              </a:path>
              <a:path w="1735454" h="173989">
                <a:moveTo>
                  <a:pt x="1561592" y="57912"/>
                </a:moveTo>
                <a:lnTo>
                  <a:pt x="0" y="57912"/>
                </a:lnTo>
                <a:lnTo>
                  <a:pt x="0" y="115824"/>
                </a:lnTo>
                <a:lnTo>
                  <a:pt x="1561592" y="115824"/>
                </a:lnTo>
                <a:lnTo>
                  <a:pt x="1561592" y="57912"/>
                </a:lnTo>
                <a:close/>
              </a:path>
              <a:path w="1735454" h="173989">
                <a:moveTo>
                  <a:pt x="1677416" y="57912"/>
                </a:moveTo>
                <a:lnTo>
                  <a:pt x="1590547" y="57912"/>
                </a:lnTo>
                <a:lnTo>
                  <a:pt x="1590547" y="115824"/>
                </a:lnTo>
                <a:lnTo>
                  <a:pt x="1677416" y="115824"/>
                </a:lnTo>
                <a:lnTo>
                  <a:pt x="1735328" y="86868"/>
                </a:lnTo>
                <a:lnTo>
                  <a:pt x="1677416" y="57912"/>
                </a:lnTo>
                <a:close/>
              </a:path>
            </a:pathLst>
          </a:custGeom>
          <a:solidFill>
            <a:srgbClr val="000000"/>
          </a:solidFill>
        </p:spPr>
        <p:txBody>
          <a:bodyPr wrap="square" lIns="0" tIns="0" rIns="0" bIns="0" rtlCol="0"/>
          <a:lstStyle/>
          <a:p>
            <a:endParaRPr/>
          </a:p>
        </p:txBody>
      </p:sp>
      <p:sp>
        <p:nvSpPr>
          <p:cNvPr id="27" name="object 26">
            <a:extLst>
              <a:ext uri="{FF2B5EF4-FFF2-40B4-BE49-F238E27FC236}">
                <a16:creationId xmlns:a16="http://schemas.microsoft.com/office/drawing/2014/main" id="{061442A5-BFD6-BF8F-B5F8-F5A683DACF94}"/>
              </a:ext>
            </a:extLst>
          </p:cNvPr>
          <p:cNvSpPr/>
          <p:nvPr/>
        </p:nvSpPr>
        <p:spPr>
          <a:xfrm>
            <a:off x="3618771" y="3312446"/>
            <a:ext cx="504825" cy="173990"/>
          </a:xfrm>
          <a:custGeom>
            <a:avLst/>
            <a:gdLst/>
            <a:ahLst/>
            <a:cxnLst/>
            <a:rect l="l" t="t" r="r" b="b"/>
            <a:pathLst>
              <a:path w="504825" h="173989">
                <a:moveTo>
                  <a:pt x="330581" y="0"/>
                </a:moveTo>
                <a:lnTo>
                  <a:pt x="330581" y="173736"/>
                </a:lnTo>
                <a:lnTo>
                  <a:pt x="446405" y="115824"/>
                </a:lnTo>
                <a:lnTo>
                  <a:pt x="359537" y="115824"/>
                </a:lnTo>
                <a:lnTo>
                  <a:pt x="359537" y="57912"/>
                </a:lnTo>
                <a:lnTo>
                  <a:pt x="446404" y="57912"/>
                </a:lnTo>
                <a:lnTo>
                  <a:pt x="330581" y="0"/>
                </a:lnTo>
                <a:close/>
              </a:path>
              <a:path w="504825" h="173989">
                <a:moveTo>
                  <a:pt x="330581" y="57912"/>
                </a:moveTo>
                <a:lnTo>
                  <a:pt x="0" y="57912"/>
                </a:lnTo>
                <a:lnTo>
                  <a:pt x="0" y="115824"/>
                </a:lnTo>
                <a:lnTo>
                  <a:pt x="330581" y="115824"/>
                </a:lnTo>
                <a:lnTo>
                  <a:pt x="330581" y="57912"/>
                </a:lnTo>
                <a:close/>
              </a:path>
              <a:path w="504825" h="173989">
                <a:moveTo>
                  <a:pt x="446404" y="57912"/>
                </a:moveTo>
                <a:lnTo>
                  <a:pt x="359537" y="57912"/>
                </a:lnTo>
                <a:lnTo>
                  <a:pt x="359537" y="115824"/>
                </a:lnTo>
                <a:lnTo>
                  <a:pt x="446405" y="115824"/>
                </a:lnTo>
                <a:lnTo>
                  <a:pt x="504316" y="86868"/>
                </a:lnTo>
                <a:lnTo>
                  <a:pt x="446404" y="57912"/>
                </a:lnTo>
                <a:close/>
              </a:path>
            </a:pathLst>
          </a:custGeom>
          <a:solidFill>
            <a:srgbClr val="000000"/>
          </a:solidFill>
        </p:spPr>
        <p:txBody>
          <a:bodyPr wrap="square" lIns="0" tIns="0" rIns="0" bIns="0" rtlCol="0"/>
          <a:lstStyle/>
          <a:p>
            <a:endParaRPr/>
          </a:p>
        </p:txBody>
      </p:sp>
      <p:sp>
        <p:nvSpPr>
          <p:cNvPr id="28" name="object 27">
            <a:extLst>
              <a:ext uri="{FF2B5EF4-FFF2-40B4-BE49-F238E27FC236}">
                <a16:creationId xmlns:a16="http://schemas.microsoft.com/office/drawing/2014/main" id="{A1B7FF56-CD8E-C6E8-9BEB-92189D29F8E4}"/>
              </a:ext>
            </a:extLst>
          </p:cNvPr>
          <p:cNvSpPr txBox="1"/>
          <p:nvPr/>
        </p:nvSpPr>
        <p:spPr>
          <a:xfrm>
            <a:off x="4455782" y="3215831"/>
            <a:ext cx="93980" cy="187960"/>
          </a:xfrm>
          <a:prstGeom prst="rect">
            <a:avLst/>
          </a:prstGeom>
        </p:spPr>
        <p:txBody>
          <a:bodyPr vert="horz" wrap="square" lIns="0" tIns="13970" rIns="0" bIns="0" rtlCol="0">
            <a:spAutoFit/>
          </a:bodyPr>
          <a:lstStyle/>
          <a:p>
            <a:pPr marL="12700">
              <a:lnSpc>
                <a:spcPct val="100000"/>
              </a:lnSpc>
              <a:spcBef>
                <a:spcPts val="110"/>
              </a:spcBef>
            </a:pPr>
            <a:r>
              <a:rPr sz="1050" spc="5" dirty="0">
                <a:latin typeface="Times New Roman"/>
                <a:cs typeface="Times New Roman"/>
              </a:rPr>
              <a:t>1</a:t>
            </a:r>
            <a:endParaRPr sz="1050">
              <a:latin typeface="Times New Roman"/>
              <a:cs typeface="Times New Roman"/>
            </a:endParaRPr>
          </a:p>
        </p:txBody>
      </p:sp>
      <p:sp>
        <p:nvSpPr>
          <p:cNvPr id="29" name="object 28">
            <a:extLst>
              <a:ext uri="{FF2B5EF4-FFF2-40B4-BE49-F238E27FC236}">
                <a16:creationId xmlns:a16="http://schemas.microsoft.com/office/drawing/2014/main" id="{DAD28142-2C94-C3D0-109F-3864AF0C3B7C}"/>
              </a:ext>
            </a:extLst>
          </p:cNvPr>
          <p:cNvSpPr txBox="1"/>
          <p:nvPr/>
        </p:nvSpPr>
        <p:spPr>
          <a:xfrm>
            <a:off x="4220135" y="2971027"/>
            <a:ext cx="268605" cy="414655"/>
          </a:xfrm>
          <a:prstGeom prst="rect">
            <a:avLst/>
          </a:prstGeom>
        </p:spPr>
        <p:txBody>
          <a:bodyPr vert="horz" wrap="square" lIns="0" tIns="12700" rIns="0" bIns="0" rtlCol="0">
            <a:spAutoFit/>
          </a:bodyPr>
          <a:lstStyle/>
          <a:p>
            <a:pPr marL="12700">
              <a:lnSpc>
                <a:spcPct val="100000"/>
              </a:lnSpc>
              <a:spcBef>
                <a:spcPts val="100"/>
              </a:spcBef>
            </a:pPr>
            <a:r>
              <a:rPr sz="3825" i="1" spc="277" baseline="-27233" dirty="0">
                <a:latin typeface="Times New Roman"/>
                <a:cs typeface="Times New Roman"/>
              </a:rPr>
              <a:t>e</a:t>
            </a:r>
            <a:r>
              <a:rPr sz="1450" i="1" spc="10" dirty="0">
                <a:latin typeface="Times New Roman"/>
                <a:cs typeface="Times New Roman"/>
              </a:rPr>
              <a:t>z</a:t>
            </a:r>
            <a:endParaRPr sz="1450">
              <a:latin typeface="Times New Roman"/>
              <a:cs typeface="Times New Roman"/>
            </a:endParaRPr>
          </a:p>
        </p:txBody>
      </p:sp>
      <p:sp>
        <p:nvSpPr>
          <p:cNvPr id="30" name="object 29">
            <a:extLst>
              <a:ext uri="{FF2B5EF4-FFF2-40B4-BE49-F238E27FC236}">
                <a16:creationId xmlns:a16="http://schemas.microsoft.com/office/drawing/2014/main" id="{F8128E43-7861-F53A-ED02-FF40FB2AD4C6}"/>
              </a:ext>
            </a:extLst>
          </p:cNvPr>
          <p:cNvSpPr txBox="1"/>
          <p:nvPr/>
        </p:nvSpPr>
        <p:spPr>
          <a:xfrm>
            <a:off x="5480483" y="4795080"/>
            <a:ext cx="340360" cy="414655"/>
          </a:xfrm>
          <a:prstGeom prst="rect">
            <a:avLst/>
          </a:prstGeom>
        </p:spPr>
        <p:txBody>
          <a:bodyPr vert="horz" wrap="square" lIns="0" tIns="12700" rIns="0" bIns="0" rtlCol="0">
            <a:spAutoFit/>
          </a:bodyPr>
          <a:lstStyle/>
          <a:p>
            <a:pPr marL="12700">
              <a:lnSpc>
                <a:spcPct val="100000"/>
              </a:lnSpc>
              <a:spcBef>
                <a:spcPts val="100"/>
              </a:spcBef>
            </a:pPr>
            <a:r>
              <a:rPr sz="3825" i="1" spc="277" baseline="-27233" dirty="0">
                <a:latin typeface="Times New Roman"/>
                <a:cs typeface="Times New Roman"/>
              </a:rPr>
              <a:t>e</a:t>
            </a:r>
            <a:r>
              <a:rPr sz="1450" i="1" spc="40" dirty="0">
                <a:latin typeface="Times New Roman"/>
                <a:cs typeface="Times New Roman"/>
              </a:rPr>
              <a:t>z</a:t>
            </a:r>
            <a:r>
              <a:rPr sz="1575" spc="7" baseline="-23809" dirty="0">
                <a:latin typeface="Times New Roman"/>
                <a:cs typeface="Times New Roman"/>
              </a:rPr>
              <a:t>3</a:t>
            </a:r>
            <a:endParaRPr sz="1575" baseline="-23809">
              <a:latin typeface="Times New Roman"/>
              <a:cs typeface="Times New Roman"/>
            </a:endParaRPr>
          </a:p>
        </p:txBody>
      </p:sp>
      <p:sp>
        <p:nvSpPr>
          <p:cNvPr id="31" name="object 30">
            <a:extLst>
              <a:ext uri="{FF2B5EF4-FFF2-40B4-BE49-F238E27FC236}">
                <a16:creationId xmlns:a16="http://schemas.microsoft.com/office/drawing/2014/main" id="{E18BEA1D-3034-452E-D8D1-B55CE4456E96}"/>
              </a:ext>
            </a:extLst>
          </p:cNvPr>
          <p:cNvSpPr/>
          <p:nvPr/>
        </p:nvSpPr>
        <p:spPr>
          <a:xfrm>
            <a:off x="4757199" y="5706650"/>
            <a:ext cx="521207" cy="519684"/>
          </a:xfrm>
          <a:prstGeom prst="rect">
            <a:avLst/>
          </a:prstGeom>
          <a:blipFill>
            <a:blip r:embed="rId2" cstate="print"/>
            <a:stretch>
              <a:fillRect/>
            </a:stretch>
          </a:blipFill>
        </p:spPr>
        <p:txBody>
          <a:bodyPr wrap="square" lIns="0" tIns="0" rIns="0" bIns="0" rtlCol="0" anchor="ctr"/>
          <a:lstStyle/>
          <a:p>
            <a:pPr algn="ctr"/>
            <a:r>
              <a:rPr lang="en-US" altLang="zh-CN" sz="4800" dirty="0"/>
              <a:t>+</a:t>
            </a:r>
            <a:endParaRPr sz="4800" dirty="0"/>
          </a:p>
        </p:txBody>
      </p:sp>
      <p:sp>
        <p:nvSpPr>
          <p:cNvPr id="32" name="object 31">
            <a:extLst>
              <a:ext uri="{FF2B5EF4-FFF2-40B4-BE49-F238E27FC236}">
                <a16:creationId xmlns:a16="http://schemas.microsoft.com/office/drawing/2014/main" id="{DE20A3BC-2E5A-F40E-3469-3BE513E2CDFF}"/>
              </a:ext>
            </a:extLst>
          </p:cNvPr>
          <p:cNvSpPr/>
          <p:nvPr/>
        </p:nvSpPr>
        <p:spPr>
          <a:xfrm>
            <a:off x="4757199" y="5706650"/>
            <a:ext cx="521334" cy="520065"/>
          </a:xfrm>
          <a:custGeom>
            <a:avLst/>
            <a:gdLst/>
            <a:ahLst/>
            <a:cxnLst/>
            <a:rect l="l" t="t" r="r" b="b"/>
            <a:pathLst>
              <a:path w="521335" h="520064">
                <a:moveTo>
                  <a:pt x="0" y="519683"/>
                </a:moveTo>
                <a:lnTo>
                  <a:pt x="521207" y="519683"/>
                </a:lnTo>
                <a:lnTo>
                  <a:pt x="521207" y="0"/>
                </a:lnTo>
                <a:lnTo>
                  <a:pt x="0" y="0"/>
                </a:lnTo>
                <a:lnTo>
                  <a:pt x="0" y="519683"/>
                </a:lnTo>
                <a:close/>
              </a:path>
            </a:pathLst>
          </a:custGeom>
          <a:ln w="6096">
            <a:solidFill>
              <a:srgbClr val="A4A4A4"/>
            </a:solidFill>
          </a:ln>
        </p:spPr>
        <p:txBody>
          <a:bodyPr wrap="square" lIns="0" tIns="0" rIns="0" bIns="0" rtlCol="0"/>
          <a:lstStyle/>
          <a:p>
            <a:endParaRPr/>
          </a:p>
        </p:txBody>
      </p:sp>
      <p:sp>
        <p:nvSpPr>
          <p:cNvPr id="33" name="object 32">
            <a:extLst>
              <a:ext uri="{FF2B5EF4-FFF2-40B4-BE49-F238E27FC236}">
                <a16:creationId xmlns:a16="http://schemas.microsoft.com/office/drawing/2014/main" id="{D8C442E1-AF27-85EE-F88F-7066106AA2D6}"/>
              </a:ext>
            </a:extLst>
          </p:cNvPr>
          <p:cNvSpPr/>
          <p:nvPr/>
        </p:nvSpPr>
        <p:spPr>
          <a:xfrm>
            <a:off x="9620112" y="3004389"/>
            <a:ext cx="266065" cy="827405"/>
          </a:xfrm>
          <a:custGeom>
            <a:avLst/>
            <a:gdLst/>
            <a:ahLst/>
            <a:cxnLst/>
            <a:rect l="l" t="t" r="r" b="b"/>
            <a:pathLst>
              <a:path w="266065" h="827404">
                <a:moveTo>
                  <a:pt x="265978" y="0"/>
                </a:moveTo>
                <a:lnTo>
                  <a:pt x="0" y="827081"/>
                </a:lnTo>
              </a:path>
            </a:pathLst>
          </a:custGeom>
          <a:ln w="13541">
            <a:solidFill>
              <a:srgbClr val="000000"/>
            </a:solidFill>
          </a:ln>
        </p:spPr>
        <p:txBody>
          <a:bodyPr wrap="square" lIns="0" tIns="0" rIns="0" bIns="0" rtlCol="0"/>
          <a:lstStyle/>
          <a:p>
            <a:endParaRPr/>
          </a:p>
        </p:txBody>
      </p:sp>
      <p:sp>
        <p:nvSpPr>
          <p:cNvPr id="34" name="object 33">
            <a:extLst>
              <a:ext uri="{FF2B5EF4-FFF2-40B4-BE49-F238E27FC236}">
                <a16:creationId xmlns:a16="http://schemas.microsoft.com/office/drawing/2014/main" id="{8DC5A040-BA74-B216-F795-FDE033AD9615}"/>
              </a:ext>
            </a:extLst>
          </p:cNvPr>
          <p:cNvSpPr txBox="1"/>
          <p:nvPr/>
        </p:nvSpPr>
        <p:spPr>
          <a:xfrm>
            <a:off x="8884962" y="3358406"/>
            <a:ext cx="120650" cy="253365"/>
          </a:xfrm>
          <a:prstGeom prst="rect">
            <a:avLst/>
          </a:prstGeom>
        </p:spPr>
        <p:txBody>
          <a:bodyPr vert="horz" wrap="square" lIns="0" tIns="11430" rIns="0" bIns="0" rtlCol="0">
            <a:spAutoFit/>
          </a:bodyPr>
          <a:lstStyle/>
          <a:p>
            <a:pPr marL="12700">
              <a:lnSpc>
                <a:spcPct val="100000"/>
              </a:lnSpc>
              <a:spcBef>
                <a:spcPts val="90"/>
              </a:spcBef>
            </a:pPr>
            <a:r>
              <a:rPr sz="1500" spc="-5" dirty="0">
                <a:latin typeface="Times New Roman"/>
                <a:cs typeface="Times New Roman"/>
              </a:rPr>
              <a:t>1</a:t>
            </a:r>
            <a:endParaRPr sz="1500">
              <a:latin typeface="Times New Roman"/>
              <a:cs typeface="Times New Roman"/>
            </a:endParaRPr>
          </a:p>
        </p:txBody>
      </p:sp>
      <p:sp>
        <p:nvSpPr>
          <p:cNvPr id="35" name="object 34">
            <a:extLst>
              <a:ext uri="{FF2B5EF4-FFF2-40B4-BE49-F238E27FC236}">
                <a16:creationId xmlns:a16="http://schemas.microsoft.com/office/drawing/2014/main" id="{9C82807B-936E-08CA-A160-C16D3D7998F2}"/>
              </a:ext>
            </a:extLst>
          </p:cNvPr>
          <p:cNvSpPr txBox="1"/>
          <p:nvPr/>
        </p:nvSpPr>
        <p:spPr>
          <a:xfrm>
            <a:off x="9557468" y="3229689"/>
            <a:ext cx="93345" cy="187960"/>
          </a:xfrm>
          <a:prstGeom prst="rect">
            <a:avLst/>
          </a:prstGeom>
        </p:spPr>
        <p:txBody>
          <a:bodyPr vert="horz" wrap="square" lIns="0" tIns="14604" rIns="0" bIns="0" rtlCol="0">
            <a:spAutoFit/>
          </a:bodyPr>
          <a:lstStyle/>
          <a:p>
            <a:pPr marL="12700">
              <a:lnSpc>
                <a:spcPct val="100000"/>
              </a:lnSpc>
              <a:spcBef>
                <a:spcPts val="114"/>
              </a:spcBef>
            </a:pPr>
            <a:r>
              <a:rPr sz="1050" spc="0" dirty="0">
                <a:latin typeface="Times New Roman"/>
                <a:cs typeface="Times New Roman"/>
              </a:rPr>
              <a:t>1</a:t>
            </a:r>
            <a:endParaRPr sz="1050">
              <a:latin typeface="Times New Roman"/>
              <a:cs typeface="Times New Roman"/>
            </a:endParaRPr>
          </a:p>
        </p:txBody>
      </p:sp>
      <p:sp>
        <p:nvSpPr>
          <p:cNvPr id="36" name="object 35">
            <a:extLst>
              <a:ext uri="{FF2B5EF4-FFF2-40B4-BE49-F238E27FC236}">
                <a16:creationId xmlns:a16="http://schemas.microsoft.com/office/drawing/2014/main" id="{4E90407A-BA4D-AC50-751A-8DD5B7D80816}"/>
              </a:ext>
            </a:extLst>
          </p:cNvPr>
          <p:cNvSpPr txBox="1"/>
          <p:nvPr/>
        </p:nvSpPr>
        <p:spPr>
          <a:xfrm>
            <a:off x="9897926" y="2946988"/>
            <a:ext cx="360680" cy="894080"/>
          </a:xfrm>
          <a:prstGeom prst="rect">
            <a:avLst/>
          </a:prstGeom>
        </p:spPr>
        <p:txBody>
          <a:bodyPr vert="horz" wrap="square" lIns="0" tIns="11430" rIns="0" bIns="0" rtlCol="0">
            <a:spAutoFit/>
          </a:bodyPr>
          <a:lstStyle/>
          <a:p>
            <a:pPr marL="13335" algn="ctr">
              <a:lnSpc>
                <a:spcPts val="1345"/>
              </a:lnSpc>
              <a:spcBef>
                <a:spcPts val="90"/>
              </a:spcBef>
            </a:pPr>
            <a:r>
              <a:rPr sz="1500" spc="-5" dirty="0">
                <a:latin typeface="Times New Roman"/>
                <a:cs typeface="Times New Roman"/>
              </a:rPr>
              <a:t>3</a:t>
            </a:r>
            <a:endParaRPr sz="1500">
              <a:latin typeface="Times New Roman"/>
              <a:cs typeface="Times New Roman"/>
            </a:endParaRPr>
          </a:p>
          <a:p>
            <a:pPr marL="12700">
              <a:lnSpc>
                <a:spcPts val="3904"/>
              </a:lnSpc>
            </a:pPr>
            <a:r>
              <a:rPr sz="3800" spc="-1710" dirty="0">
                <a:latin typeface="Symbol"/>
                <a:cs typeface="Symbol"/>
              </a:rPr>
              <a:t></a:t>
            </a:r>
            <a:endParaRPr sz="3800">
              <a:latin typeface="Symbol"/>
              <a:cs typeface="Symbol"/>
            </a:endParaRPr>
          </a:p>
          <a:p>
            <a:pPr marL="63500" algn="ctr">
              <a:lnSpc>
                <a:spcPts val="1595"/>
              </a:lnSpc>
            </a:pPr>
            <a:r>
              <a:rPr sz="1500" i="1" spc="-5" dirty="0">
                <a:latin typeface="Times New Roman"/>
                <a:cs typeface="Times New Roman"/>
              </a:rPr>
              <a:t>j</a:t>
            </a:r>
            <a:r>
              <a:rPr sz="1500" i="1" spc="-280" dirty="0">
                <a:latin typeface="Times New Roman"/>
                <a:cs typeface="Times New Roman"/>
              </a:rPr>
              <a:t> </a:t>
            </a:r>
            <a:r>
              <a:rPr sz="1500" spc="-45" dirty="0">
                <a:latin typeface="Symbol"/>
                <a:cs typeface="Symbol"/>
              </a:rPr>
              <a:t></a:t>
            </a:r>
            <a:r>
              <a:rPr sz="1500" spc="-45" dirty="0">
                <a:latin typeface="Times New Roman"/>
                <a:cs typeface="Times New Roman"/>
              </a:rPr>
              <a:t>1</a:t>
            </a:r>
            <a:endParaRPr sz="1500">
              <a:latin typeface="Times New Roman"/>
              <a:cs typeface="Times New Roman"/>
            </a:endParaRPr>
          </a:p>
        </p:txBody>
      </p:sp>
      <p:sp>
        <p:nvSpPr>
          <p:cNvPr id="37" name="object 36">
            <a:extLst>
              <a:ext uri="{FF2B5EF4-FFF2-40B4-BE49-F238E27FC236}">
                <a16:creationId xmlns:a16="http://schemas.microsoft.com/office/drawing/2014/main" id="{B60523AD-B751-0A58-66B5-21AB90104E98}"/>
              </a:ext>
            </a:extLst>
          </p:cNvPr>
          <p:cNvSpPr txBox="1"/>
          <p:nvPr/>
        </p:nvSpPr>
        <p:spPr>
          <a:xfrm>
            <a:off x="10559427" y="3200059"/>
            <a:ext cx="63500" cy="187960"/>
          </a:xfrm>
          <a:prstGeom prst="rect">
            <a:avLst/>
          </a:prstGeom>
        </p:spPr>
        <p:txBody>
          <a:bodyPr vert="horz" wrap="square" lIns="0" tIns="14604" rIns="0" bIns="0" rtlCol="0">
            <a:spAutoFit/>
          </a:bodyPr>
          <a:lstStyle/>
          <a:p>
            <a:pPr marL="12700">
              <a:lnSpc>
                <a:spcPct val="100000"/>
              </a:lnSpc>
              <a:spcBef>
                <a:spcPts val="114"/>
              </a:spcBef>
            </a:pPr>
            <a:r>
              <a:rPr sz="1050" i="1" dirty="0">
                <a:latin typeface="Times New Roman"/>
                <a:cs typeface="Times New Roman"/>
              </a:rPr>
              <a:t>j</a:t>
            </a:r>
            <a:endParaRPr sz="1050">
              <a:latin typeface="Times New Roman"/>
              <a:cs typeface="Times New Roman"/>
            </a:endParaRPr>
          </a:p>
        </p:txBody>
      </p:sp>
      <p:sp>
        <p:nvSpPr>
          <p:cNvPr id="38" name="object 37">
            <a:extLst>
              <a:ext uri="{FF2B5EF4-FFF2-40B4-BE49-F238E27FC236}">
                <a16:creationId xmlns:a16="http://schemas.microsoft.com/office/drawing/2014/main" id="{1FDB7F54-4347-6969-5326-C989DC330034}"/>
              </a:ext>
            </a:extLst>
          </p:cNvPr>
          <p:cNvSpPr txBox="1"/>
          <p:nvPr/>
        </p:nvSpPr>
        <p:spPr>
          <a:xfrm>
            <a:off x="10284163" y="2963175"/>
            <a:ext cx="267970" cy="415290"/>
          </a:xfrm>
          <a:prstGeom prst="rect">
            <a:avLst/>
          </a:prstGeom>
        </p:spPr>
        <p:txBody>
          <a:bodyPr vert="horz" wrap="square" lIns="0" tIns="13335" rIns="0" bIns="0" rtlCol="0">
            <a:spAutoFit/>
          </a:bodyPr>
          <a:lstStyle/>
          <a:p>
            <a:pPr marL="12700">
              <a:lnSpc>
                <a:spcPct val="100000"/>
              </a:lnSpc>
              <a:spcBef>
                <a:spcPts val="105"/>
              </a:spcBef>
            </a:pPr>
            <a:r>
              <a:rPr sz="3825" i="1" spc="284" baseline="-30501" dirty="0">
                <a:latin typeface="Times New Roman"/>
                <a:cs typeface="Times New Roman"/>
              </a:rPr>
              <a:t>e</a:t>
            </a:r>
            <a:r>
              <a:rPr sz="1500" i="1" spc="-5" dirty="0">
                <a:latin typeface="Times New Roman"/>
                <a:cs typeface="Times New Roman"/>
              </a:rPr>
              <a:t>z</a:t>
            </a:r>
            <a:endParaRPr sz="1500">
              <a:latin typeface="Times New Roman"/>
              <a:cs typeface="Times New Roman"/>
            </a:endParaRPr>
          </a:p>
        </p:txBody>
      </p:sp>
      <p:sp>
        <p:nvSpPr>
          <p:cNvPr id="39" name="object 38">
            <a:extLst>
              <a:ext uri="{FF2B5EF4-FFF2-40B4-BE49-F238E27FC236}">
                <a16:creationId xmlns:a16="http://schemas.microsoft.com/office/drawing/2014/main" id="{DB831FBA-3F90-D160-CFE7-9C35C1DB6ED1}"/>
              </a:ext>
            </a:extLst>
          </p:cNvPr>
          <p:cNvSpPr txBox="1"/>
          <p:nvPr/>
        </p:nvSpPr>
        <p:spPr>
          <a:xfrm>
            <a:off x="8754503" y="3141792"/>
            <a:ext cx="835660" cy="415290"/>
          </a:xfrm>
          <a:prstGeom prst="rect">
            <a:avLst/>
          </a:prstGeom>
        </p:spPr>
        <p:txBody>
          <a:bodyPr vert="horz" wrap="square" lIns="0" tIns="13335" rIns="0" bIns="0" rtlCol="0">
            <a:spAutoFit/>
          </a:bodyPr>
          <a:lstStyle/>
          <a:p>
            <a:pPr marL="12700">
              <a:lnSpc>
                <a:spcPct val="100000"/>
              </a:lnSpc>
              <a:spcBef>
                <a:spcPts val="105"/>
              </a:spcBef>
              <a:tabLst>
                <a:tab pos="330835" algn="l"/>
              </a:tabLst>
            </a:pPr>
            <a:r>
              <a:rPr sz="2550" i="1" spc="0" dirty="0">
                <a:latin typeface="Times New Roman"/>
                <a:cs typeface="Times New Roman"/>
              </a:rPr>
              <a:t>y	</a:t>
            </a:r>
            <a:r>
              <a:rPr sz="2550" spc="0" dirty="0">
                <a:latin typeface="Symbol"/>
                <a:cs typeface="Symbol"/>
              </a:rPr>
              <a:t></a:t>
            </a:r>
            <a:r>
              <a:rPr sz="2550" spc="-160" dirty="0">
                <a:latin typeface="Times New Roman"/>
                <a:cs typeface="Times New Roman"/>
              </a:rPr>
              <a:t> </a:t>
            </a:r>
            <a:r>
              <a:rPr sz="2550" i="1" spc="85" dirty="0">
                <a:latin typeface="Times New Roman"/>
                <a:cs typeface="Times New Roman"/>
              </a:rPr>
              <a:t>e</a:t>
            </a:r>
            <a:r>
              <a:rPr sz="2250" i="1" spc="127" baseline="46296" dirty="0">
                <a:latin typeface="Times New Roman"/>
                <a:cs typeface="Times New Roman"/>
              </a:rPr>
              <a:t>z</a:t>
            </a:r>
            <a:endParaRPr sz="2250" baseline="46296">
              <a:latin typeface="Times New Roman"/>
              <a:cs typeface="Times New Roman"/>
            </a:endParaRPr>
          </a:p>
        </p:txBody>
      </p:sp>
      <p:sp>
        <p:nvSpPr>
          <p:cNvPr id="40" name="object 39">
            <a:extLst>
              <a:ext uri="{FF2B5EF4-FFF2-40B4-BE49-F238E27FC236}">
                <a16:creationId xmlns:a16="http://schemas.microsoft.com/office/drawing/2014/main" id="{1D0C636D-8C68-21E9-3AF6-D5164FFB8584}"/>
              </a:ext>
            </a:extLst>
          </p:cNvPr>
          <p:cNvSpPr txBox="1"/>
          <p:nvPr/>
        </p:nvSpPr>
        <p:spPr>
          <a:xfrm>
            <a:off x="5499091" y="5507403"/>
            <a:ext cx="120650" cy="253365"/>
          </a:xfrm>
          <a:prstGeom prst="rect">
            <a:avLst/>
          </a:prstGeom>
        </p:spPr>
        <p:txBody>
          <a:bodyPr vert="horz" wrap="square" lIns="0" tIns="12065" rIns="0" bIns="0" rtlCol="0">
            <a:spAutoFit/>
          </a:bodyPr>
          <a:lstStyle/>
          <a:p>
            <a:pPr marL="12700">
              <a:lnSpc>
                <a:spcPct val="100000"/>
              </a:lnSpc>
              <a:spcBef>
                <a:spcPts val="95"/>
              </a:spcBef>
            </a:pPr>
            <a:r>
              <a:rPr sz="1500" spc="-5" dirty="0">
                <a:latin typeface="Times New Roman"/>
                <a:cs typeface="Times New Roman"/>
              </a:rPr>
              <a:t>3</a:t>
            </a:r>
            <a:endParaRPr sz="1500">
              <a:latin typeface="Times New Roman"/>
              <a:cs typeface="Times New Roman"/>
            </a:endParaRPr>
          </a:p>
        </p:txBody>
      </p:sp>
      <p:sp>
        <p:nvSpPr>
          <p:cNvPr id="41" name="object 40">
            <a:extLst>
              <a:ext uri="{FF2B5EF4-FFF2-40B4-BE49-F238E27FC236}">
                <a16:creationId xmlns:a16="http://schemas.microsoft.com/office/drawing/2014/main" id="{0AFFCFA0-2F1D-23E9-D0F0-31DA2517BB3E}"/>
              </a:ext>
            </a:extLst>
          </p:cNvPr>
          <p:cNvSpPr txBox="1"/>
          <p:nvPr/>
        </p:nvSpPr>
        <p:spPr>
          <a:xfrm>
            <a:off x="5441391" y="6149210"/>
            <a:ext cx="286385" cy="253365"/>
          </a:xfrm>
          <a:prstGeom prst="rect">
            <a:avLst/>
          </a:prstGeom>
        </p:spPr>
        <p:txBody>
          <a:bodyPr vert="horz" wrap="square" lIns="0" tIns="12065" rIns="0" bIns="0" rtlCol="0">
            <a:spAutoFit/>
          </a:bodyPr>
          <a:lstStyle/>
          <a:p>
            <a:pPr marL="12700">
              <a:lnSpc>
                <a:spcPct val="100000"/>
              </a:lnSpc>
              <a:spcBef>
                <a:spcPts val="95"/>
              </a:spcBef>
            </a:pPr>
            <a:r>
              <a:rPr sz="1500" i="1" spc="-5" dirty="0">
                <a:latin typeface="Times New Roman"/>
                <a:cs typeface="Times New Roman"/>
              </a:rPr>
              <a:t>j</a:t>
            </a:r>
            <a:r>
              <a:rPr sz="1500" i="1" spc="-285" dirty="0">
                <a:latin typeface="Times New Roman"/>
                <a:cs typeface="Times New Roman"/>
              </a:rPr>
              <a:t> </a:t>
            </a:r>
            <a:r>
              <a:rPr sz="1500" spc="-45" dirty="0">
                <a:latin typeface="Symbol"/>
                <a:cs typeface="Symbol"/>
              </a:rPr>
              <a:t></a:t>
            </a:r>
            <a:r>
              <a:rPr sz="1500" spc="-45" dirty="0">
                <a:latin typeface="Times New Roman"/>
                <a:cs typeface="Times New Roman"/>
              </a:rPr>
              <a:t>1</a:t>
            </a:r>
            <a:endParaRPr sz="1500">
              <a:latin typeface="Times New Roman"/>
              <a:cs typeface="Times New Roman"/>
            </a:endParaRPr>
          </a:p>
        </p:txBody>
      </p:sp>
      <p:sp>
        <p:nvSpPr>
          <p:cNvPr id="42" name="object 41">
            <a:extLst>
              <a:ext uri="{FF2B5EF4-FFF2-40B4-BE49-F238E27FC236}">
                <a16:creationId xmlns:a16="http://schemas.microsoft.com/office/drawing/2014/main" id="{7AE0A6B6-333D-1FA3-AB95-71FFFEF24167}"/>
              </a:ext>
            </a:extLst>
          </p:cNvPr>
          <p:cNvSpPr txBox="1"/>
          <p:nvPr/>
        </p:nvSpPr>
        <p:spPr>
          <a:xfrm>
            <a:off x="5037585" y="5392650"/>
            <a:ext cx="974677" cy="765594"/>
          </a:xfrm>
          <a:prstGeom prst="rect">
            <a:avLst/>
          </a:prstGeom>
        </p:spPr>
        <p:txBody>
          <a:bodyPr vert="horz" wrap="square" lIns="0" tIns="11430" rIns="0" bIns="0" rtlCol="0">
            <a:spAutoFit/>
          </a:bodyPr>
          <a:lstStyle/>
          <a:p>
            <a:pPr algn="ctr">
              <a:lnSpc>
                <a:spcPct val="100000"/>
              </a:lnSpc>
              <a:spcBef>
                <a:spcPts val="90"/>
              </a:spcBef>
              <a:buSzPct val="85714"/>
              <a:tabLst>
                <a:tab pos="483234" algn="l"/>
                <a:tab pos="483870" algn="l"/>
              </a:tabLst>
            </a:pPr>
            <a:r>
              <a:rPr lang="en-US" sz="5775" spc="442" baseline="-28860" dirty="0">
                <a:latin typeface="Symbol"/>
                <a:cs typeface="Symbol"/>
              </a:rPr>
              <a:t>  </a:t>
            </a:r>
            <a:r>
              <a:rPr sz="5775" spc="442" baseline="-28860" dirty="0">
                <a:latin typeface="Symbol"/>
                <a:cs typeface="Symbol"/>
              </a:rPr>
              <a:t></a:t>
            </a:r>
            <a:r>
              <a:rPr sz="3825" i="1" spc="284" baseline="-30501" dirty="0">
                <a:latin typeface="Times New Roman"/>
                <a:cs typeface="Times New Roman"/>
              </a:rPr>
              <a:t>e</a:t>
            </a:r>
            <a:r>
              <a:rPr sz="1500" i="1" spc="-5" dirty="0">
                <a:latin typeface="Times New Roman"/>
                <a:cs typeface="Times New Roman"/>
              </a:rPr>
              <a:t>z</a:t>
            </a:r>
            <a:r>
              <a:rPr sz="1500" i="1" spc="-114" dirty="0">
                <a:latin typeface="Times New Roman"/>
                <a:cs typeface="Times New Roman"/>
              </a:rPr>
              <a:t> </a:t>
            </a:r>
            <a:r>
              <a:rPr sz="1575" i="1" baseline="-18518" dirty="0">
                <a:latin typeface="Times New Roman"/>
                <a:cs typeface="Times New Roman"/>
              </a:rPr>
              <a:t>j</a:t>
            </a:r>
            <a:endParaRPr sz="1575" baseline="-18518" dirty="0">
              <a:latin typeface="Times New Roman"/>
              <a:cs typeface="Times New Roman"/>
            </a:endParaRPr>
          </a:p>
        </p:txBody>
      </p:sp>
      <p:sp>
        <p:nvSpPr>
          <p:cNvPr id="43" name="object 42">
            <a:extLst>
              <a:ext uri="{FF2B5EF4-FFF2-40B4-BE49-F238E27FC236}">
                <a16:creationId xmlns:a16="http://schemas.microsoft.com/office/drawing/2014/main" id="{89BD989D-5560-32CF-2FBE-20D3B8931F47}"/>
              </a:ext>
            </a:extLst>
          </p:cNvPr>
          <p:cNvSpPr/>
          <p:nvPr/>
        </p:nvSpPr>
        <p:spPr>
          <a:xfrm>
            <a:off x="6307107" y="3163094"/>
            <a:ext cx="519684" cy="521208"/>
          </a:xfrm>
          <a:prstGeom prst="rect">
            <a:avLst/>
          </a:prstGeom>
          <a:blipFill>
            <a:blip r:embed="rId3" cstate="print"/>
            <a:stretch>
              <a:fillRect/>
            </a:stretch>
          </a:blipFill>
        </p:spPr>
        <p:txBody>
          <a:bodyPr wrap="square" lIns="0" tIns="0" rIns="0" bIns="0" rtlCol="0"/>
          <a:lstStyle/>
          <a:p>
            <a:endParaRPr/>
          </a:p>
        </p:txBody>
      </p:sp>
      <p:sp>
        <p:nvSpPr>
          <p:cNvPr id="44" name="object 43">
            <a:extLst>
              <a:ext uri="{FF2B5EF4-FFF2-40B4-BE49-F238E27FC236}">
                <a16:creationId xmlns:a16="http://schemas.microsoft.com/office/drawing/2014/main" id="{0EA881F3-59C4-8FCF-57D0-5F1EBF9EDD5C}"/>
              </a:ext>
            </a:extLst>
          </p:cNvPr>
          <p:cNvSpPr/>
          <p:nvPr/>
        </p:nvSpPr>
        <p:spPr>
          <a:xfrm>
            <a:off x="6307107" y="3163094"/>
            <a:ext cx="520065" cy="521334"/>
          </a:xfrm>
          <a:custGeom>
            <a:avLst/>
            <a:gdLst/>
            <a:ahLst/>
            <a:cxnLst/>
            <a:rect l="l" t="t" r="r" b="b"/>
            <a:pathLst>
              <a:path w="520064" h="521335">
                <a:moveTo>
                  <a:pt x="0" y="521208"/>
                </a:moveTo>
                <a:lnTo>
                  <a:pt x="519684" y="521208"/>
                </a:lnTo>
                <a:lnTo>
                  <a:pt x="519684" y="0"/>
                </a:lnTo>
                <a:lnTo>
                  <a:pt x="0" y="0"/>
                </a:lnTo>
                <a:lnTo>
                  <a:pt x="0" y="521208"/>
                </a:lnTo>
                <a:close/>
              </a:path>
            </a:pathLst>
          </a:custGeom>
          <a:ln w="6096">
            <a:solidFill>
              <a:srgbClr val="A4A4A4"/>
            </a:solidFill>
          </a:ln>
        </p:spPr>
        <p:txBody>
          <a:bodyPr wrap="square" lIns="0" tIns="0" rIns="0" bIns="0" rtlCol="0"/>
          <a:lstStyle/>
          <a:p>
            <a:endParaRPr/>
          </a:p>
        </p:txBody>
      </p:sp>
      <p:sp>
        <p:nvSpPr>
          <p:cNvPr id="45" name="object 44">
            <a:extLst>
              <a:ext uri="{FF2B5EF4-FFF2-40B4-BE49-F238E27FC236}">
                <a16:creationId xmlns:a16="http://schemas.microsoft.com/office/drawing/2014/main" id="{C3859B22-952D-8176-4B59-F1A18DABD034}"/>
              </a:ext>
            </a:extLst>
          </p:cNvPr>
          <p:cNvSpPr txBox="1"/>
          <p:nvPr/>
        </p:nvSpPr>
        <p:spPr>
          <a:xfrm>
            <a:off x="6466367" y="3064209"/>
            <a:ext cx="257810" cy="534035"/>
          </a:xfrm>
          <a:prstGeom prst="rect">
            <a:avLst/>
          </a:prstGeom>
        </p:spPr>
        <p:txBody>
          <a:bodyPr vert="horz" wrap="square" lIns="0" tIns="17145" rIns="0" bIns="0" rtlCol="0">
            <a:spAutoFit/>
          </a:bodyPr>
          <a:lstStyle/>
          <a:p>
            <a:pPr marL="12700">
              <a:lnSpc>
                <a:spcPct val="100000"/>
              </a:lnSpc>
              <a:spcBef>
                <a:spcPts val="135"/>
              </a:spcBef>
            </a:pPr>
            <a:r>
              <a:rPr sz="3300" spc="5" dirty="0">
                <a:latin typeface="Symbol"/>
                <a:cs typeface="Symbol"/>
              </a:rPr>
              <a:t></a:t>
            </a:r>
            <a:endParaRPr sz="3300">
              <a:latin typeface="Symbol"/>
              <a:cs typeface="Symbol"/>
            </a:endParaRPr>
          </a:p>
        </p:txBody>
      </p:sp>
      <p:sp>
        <p:nvSpPr>
          <p:cNvPr id="46" name="object 45">
            <a:extLst>
              <a:ext uri="{FF2B5EF4-FFF2-40B4-BE49-F238E27FC236}">
                <a16:creationId xmlns:a16="http://schemas.microsoft.com/office/drawing/2014/main" id="{DA20EEBC-1793-046F-965C-456EA44DF0DB}"/>
              </a:ext>
            </a:extLst>
          </p:cNvPr>
          <p:cNvSpPr/>
          <p:nvPr/>
        </p:nvSpPr>
        <p:spPr>
          <a:xfrm>
            <a:off x="6954807" y="4065302"/>
            <a:ext cx="521208" cy="521207"/>
          </a:xfrm>
          <a:prstGeom prst="rect">
            <a:avLst/>
          </a:prstGeom>
          <a:blipFill>
            <a:blip r:embed="rId4" cstate="print"/>
            <a:stretch>
              <a:fillRect/>
            </a:stretch>
          </a:blipFill>
        </p:spPr>
        <p:txBody>
          <a:bodyPr wrap="square" lIns="0" tIns="0" rIns="0" bIns="0" rtlCol="0"/>
          <a:lstStyle/>
          <a:p>
            <a:endParaRPr/>
          </a:p>
        </p:txBody>
      </p:sp>
      <p:sp>
        <p:nvSpPr>
          <p:cNvPr id="47" name="object 46">
            <a:extLst>
              <a:ext uri="{FF2B5EF4-FFF2-40B4-BE49-F238E27FC236}">
                <a16:creationId xmlns:a16="http://schemas.microsoft.com/office/drawing/2014/main" id="{17FAF47B-B40E-6C0A-DD4B-019BBF950C87}"/>
              </a:ext>
            </a:extLst>
          </p:cNvPr>
          <p:cNvSpPr/>
          <p:nvPr/>
        </p:nvSpPr>
        <p:spPr>
          <a:xfrm>
            <a:off x="6954807" y="4065302"/>
            <a:ext cx="521334" cy="521334"/>
          </a:xfrm>
          <a:custGeom>
            <a:avLst/>
            <a:gdLst/>
            <a:ahLst/>
            <a:cxnLst/>
            <a:rect l="l" t="t" r="r" b="b"/>
            <a:pathLst>
              <a:path w="521335" h="521335">
                <a:moveTo>
                  <a:pt x="0" y="521207"/>
                </a:moveTo>
                <a:lnTo>
                  <a:pt x="521208" y="521207"/>
                </a:lnTo>
                <a:lnTo>
                  <a:pt x="521208" y="0"/>
                </a:lnTo>
                <a:lnTo>
                  <a:pt x="0" y="0"/>
                </a:lnTo>
                <a:lnTo>
                  <a:pt x="0" y="521207"/>
                </a:lnTo>
                <a:close/>
              </a:path>
            </a:pathLst>
          </a:custGeom>
          <a:ln w="6096">
            <a:solidFill>
              <a:srgbClr val="A4A4A4"/>
            </a:solidFill>
          </a:ln>
        </p:spPr>
        <p:txBody>
          <a:bodyPr wrap="square" lIns="0" tIns="0" rIns="0" bIns="0" rtlCol="0"/>
          <a:lstStyle/>
          <a:p>
            <a:endParaRPr/>
          </a:p>
        </p:txBody>
      </p:sp>
      <p:sp>
        <p:nvSpPr>
          <p:cNvPr id="48" name="object 47">
            <a:extLst>
              <a:ext uri="{FF2B5EF4-FFF2-40B4-BE49-F238E27FC236}">
                <a16:creationId xmlns:a16="http://schemas.microsoft.com/office/drawing/2014/main" id="{31DB82C6-4B43-78E7-B0B1-6A8D2381F376}"/>
              </a:ext>
            </a:extLst>
          </p:cNvPr>
          <p:cNvSpPr txBox="1"/>
          <p:nvPr/>
        </p:nvSpPr>
        <p:spPr>
          <a:xfrm>
            <a:off x="7116563" y="3967941"/>
            <a:ext cx="255270" cy="534035"/>
          </a:xfrm>
          <a:prstGeom prst="rect">
            <a:avLst/>
          </a:prstGeom>
        </p:spPr>
        <p:txBody>
          <a:bodyPr vert="horz" wrap="square" lIns="0" tIns="17145" rIns="0" bIns="0" rtlCol="0">
            <a:spAutoFit/>
          </a:bodyPr>
          <a:lstStyle/>
          <a:p>
            <a:pPr marL="12700">
              <a:lnSpc>
                <a:spcPct val="100000"/>
              </a:lnSpc>
              <a:spcBef>
                <a:spcPts val="135"/>
              </a:spcBef>
            </a:pPr>
            <a:r>
              <a:rPr sz="3300" spc="-5" dirty="0">
                <a:latin typeface="Symbol"/>
                <a:cs typeface="Symbol"/>
              </a:rPr>
              <a:t></a:t>
            </a:r>
            <a:endParaRPr sz="3300">
              <a:latin typeface="Symbol"/>
              <a:cs typeface="Symbol"/>
            </a:endParaRPr>
          </a:p>
        </p:txBody>
      </p:sp>
      <p:sp>
        <p:nvSpPr>
          <p:cNvPr id="49" name="object 48">
            <a:extLst>
              <a:ext uri="{FF2B5EF4-FFF2-40B4-BE49-F238E27FC236}">
                <a16:creationId xmlns:a16="http://schemas.microsoft.com/office/drawing/2014/main" id="{39FF0DE3-3F5D-B297-A36D-529570834CA0}"/>
              </a:ext>
            </a:extLst>
          </p:cNvPr>
          <p:cNvSpPr/>
          <p:nvPr/>
        </p:nvSpPr>
        <p:spPr>
          <a:xfrm>
            <a:off x="7611650" y="4969034"/>
            <a:ext cx="519684" cy="519684"/>
          </a:xfrm>
          <a:prstGeom prst="rect">
            <a:avLst/>
          </a:prstGeom>
          <a:blipFill>
            <a:blip r:embed="rId5" cstate="print"/>
            <a:stretch>
              <a:fillRect/>
            </a:stretch>
          </a:blipFill>
        </p:spPr>
        <p:txBody>
          <a:bodyPr wrap="square" lIns="0" tIns="0" rIns="0" bIns="0" rtlCol="0"/>
          <a:lstStyle/>
          <a:p>
            <a:endParaRPr/>
          </a:p>
        </p:txBody>
      </p:sp>
      <p:sp>
        <p:nvSpPr>
          <p:cNvPr id="50" name="object 49">
            <a:extLst>
              <a:ext uri="{FF2B5EF4-FFF2-40B4-BE49-F238E27FC236}">
                <a16:creationId xmlns:a16="http://schemas.microsoft.com/office/drawing/2014/main" id="{775DE333-6786-D0B2-3DCC-E5D8D8E29F2F}"/>
              </a:ext>
            </a:extLst>
          </p:cNvPr>
          <p:cNvSpPr/>
          <p:nvPr/>
        </p:nvSpPr>
        <p:spPr>
          <a:xfrm>
            <a:off x="7611650" y="4969034"/>
            <a:ext cx="520065" cy="520065"/>
          </a:xfrm>
          <a:custGeom>
            <a:avLst/>
            <a:gdLst/>
            <a:ahLst/>
            <a:cxnLst/>
            <a:rect l="l" t="t" r="r" b="b"/>
            <a:pathLst>
              <a:path w="520064" h="520064">
                <a:moveTo>
                  <a:pt x="0" y="519684"/>
                </a:moveTo>
                <a:lnTo>
                  <a:pt x="519684" y="519684"/>
                </a:lnTo>
                <a:lnTo>
                  <a:pt x="519684" y="0"/>
                </a:lnTo>
                <a:lnTo>
                  <a:pt x="0" y="0"/>
                </a:lnTo>
                <a:lnTo>
                  <a:pt x="0" y="519684"/>
                </a:lnTo>
                <a:close/>
              </a:path>
            </a:pathLst>
          </a:custGeom>
          <a:ln w="6096">
            <a:solidFill>
              <a:srgbClr val="A4A4A4"/>
            </a:solidFill>
          </a:ln>
        </p:spPr>
        <p:txBody>
          <a:bodyPr wrap="square" lIns="0" tIns="0" rIns="0" bIns="0" rtlCol="0"/>
          <a:lstStyle/>
          <a:p>
            <a:endParaRPr/>
          </a:p>
        </p:txBody>
      </p:sp>
      <p:sp>
        <p:nvSpPr>
          <p:cNvPr id="51" name="object 50">
            <a:extLst>
              <a:ext uri="{FF2B5EF4-FFF2-40B4-BE49-F238E27FC236}">
                <a16:creationId xmlns:a16="http://schemas.microsoft.com/office/drawing/2014/main" id="{D1F15D7B-031E-F9BE-E5C9-D0D87FE52781}"/>
              </a:ext>
            </a:extLst>
          </p:cNvPr>
          <p:cNvSpPr txBox="1"/>
          <p:nvPr/>
        </p:nvSpPr>
        <p:spPr>
          <a:xfrm>
            <a:off x="7770910" y="4870761"/>
            <a:ext cx="257810" cy="532130"/>
          </a:xfrm>
          <a:prstGeom prst="rect">
            <a:avLst/>
          </a:prstGeom>
        </p:spPr>
        <p:txBody>
          <a:bodyPr vert="horz" wrap="square" lIns="0" tIns="15240" rIns="0" bIns="0" rtlCol="0">
            <a:spAutoFit/>
          </a:bodyPr>
          <a:lstStyle/>
          <a:p>
            <a:pPr marL="12700">
              <a:lnSpc>
                <a:spcPct val="100000"/>
              </a:lnSpc>
              <a:spcBef>
                <a:spcPts val="120"/>
              </a:spcBef>
            </a:pPr>
            <a:r>
              <a:rPr sz="3300" spc="5" dirty="0">
                <a:latin typeface="Symbol"/>
                <a:cs typeface="Symbol"/>
              </a:rPr>
              <a:t></a:t>
            </a:r>
            <a:endParaRPr sz="3300">
              <a:latin typeface="Symbol"/>
              <a:cs typeface="Symbol"/>
            </a:endParaRPr>
          </a:p>
        </p:txBody>
      </p:sp>
      <p:sp>
        <p:nvSpPr>
          <p:cNvPr id="52" name="object 51">
            <a:extLst>
              <a:ext uri="{FF2B5EF4-FFF2-40B4-BE49-F238E27FC236}">
                <a16:creationId xmlns:a16="http://schemas.microsoft.com/office/drawing/2014/main" id="{99306709-4F02-BDAF-37AC-E1E9557322C0}"/>
              </a:ext>
            </a:extLst>
          </p:cNvPr>
          <p:cNvSpPr/>
          <p:nvPr/>
        </p:nvSpPr>
        <p:spPr>
          <a:xfrm>
            <a:off x="3806223" y="3417602"/>
            <a:ext cx="0" cy="2548255"/>
          </a:xfrm>
          <a:custGeom>
            <a:avLst/>
            <a:gdLst/>
            <a:ahLst/>
            <a:cxnLst/>
            <a:rect l="l" t="t" r="r" b="b"/>
            <a:pathLst>
              <a:path h="2548254">
                <a:moveTo>
                  <a:pt x="0" y="0"/>
                </a:moveTo>
                <a:lnTo>
                  <a:pt x="0" y="2548140"/>
                </a:lnTo>
              </a:path>
            </a:pathLst>
          </a:custGeom>
          <a:ln w="57912">
            <a:solidFill>
              <a:srgbClr val="FF0000"/>
            </a:solidFill>
          </a:ln>
        </p:spPr>
        <p:txBody>
          <a:bodyPr wrap="square" lIns="0" tIns="0" rIns="0" bIns="0" rtlCol="0"/>
          <a:lstStyle/>
          <a:p>
            <a:endParaRPr/>
          </a:p>
        </p:txBody>
      </p:sp>
      <p:sp>
        <p:nvSpPr>
          <p:cNvPr id="53" name="object 52">
            <a:extLst>
              <a:ext uri="{FF2B5EF4-FFF2-40B4-BE49-F238E27FC236}">
                <a16:creationId xmlns:a16="http://schemas.microsoft.com/office/drawing/2014/main" id="{B6B9C1C1-C837-7D81-EADF-7E5983AF6737}"/>
              </a:ext>
            </a:extLst>
          </p:cNvPr>
          <p:cNvSpPr/>
          <p:nvPr/>
        </p:nvSpPr>
        <p:spPr>
          <a:xfrm>
            <a:off x="3806223" y="5860575"/>
            <a:ext cx="911860" cy="173990"/>
          </a:xfrm>
          <a:custGeom>
            <a:avLst/>
            <a:gdLst/>
            <a:ahLst/>
            <a:cxnLst/>
            <a:rect l="l" t="t" r="r" b="b"/>
            <a:pathLst>
              <a:path w="911860" h="173989">
                <a:moveTo>
                  <a:pt x="737997" y="0"/>
                </a:moveTo>
                <a:lnTo>
                  <a:pt x="737997" y="173735"/>
                </a:lnTo>
                <a:lnTo>
                  <a:pt x="853820" y="115823"/>
                </a:lnTo>
                <a:lnTo>
                  <a:pt x="766953" y="115823"/>
                </a:lnTo>
                <a:lnTo>
                  <a:pt x="766953" y="57911"/>
                </a:lnTo>
                <a:lnTo>
                  <a:pt x="853820" y="57911"/>
                </a:lnTo>
                <a:lnTo>
                  <a:pt x="737997" y="0"/>
                </a:lnTo>
                <a:close/>
              </a:path>
              <a:path w="911860" h="173989">
                <a:moveTo>
                  <a:pt x="737997" y="57911"/>
                </a:moveTo>
                <a:lnTo>
                  <a:pt x="0" y="57911"/>
                </a:lnTo>
                <a:lnTo>
                  <a:pt x="0" y="115823"/>
                </a:lnTo>
                <a:lnTo>
                  <a:pt x="737997" y="115823"/>
                </a:lnTo>
                <a:lnTo>
                  <a:pt x="737997" y="57911"/>
                </a:lnTo>
                <a:close/>
              </a:path>
              <a:path w="911860" h="173989">
                <a:moveTo>
                  <a:pt x="853820" y="57911"/>
                </a:moveTo>
                <a:lnTo>
                  <a:pt x="766953" y="57911"/>
                </a:lnTo>
                <a:lnTo>
                  <a:pt x="766953" y="115823"/>
                </a:lnTo>
                <a:lnTo>
                  <a:pt x="853820" y="115823"/>
                </a:lnTo>
                <a:lnTo>
                  <a:pt x="911732" y="86867"/>
                </a:lnTo>
                <a:lnTo>
                  <a:pt x="853820" y="57911"/>
                </a:lnTo>
                <a:close/>
              </a:path>
            </a:pathLst>
          </a:custGeom>
          <a:solidFill>
            <a:srgbClr val="FF0000"/>
          </a:solidFill>
        </p:spPr>
        <p:txBody>
          <a:bodyPr wrap="square" lIns="0" tIns="0" rIns="0" bIns="0" rtlCol="0"/>
          <a:lstStyle/>
          <a:p>
            <a:endParaRPr/>
          </a:p>
        </p:txBody>
      </p:sp>
      <p:sp>
        <p:nvSpPr>
          <p:cNvPr id="54" name="object 53">
            <a:extLst>
              <a:ext uri="{FF2B5EF4-FFF2-40B4-BE49-F238E27FC236}">
                <a16:creationId xmlns:a16="http://schemas.microsoft.com/office/drawing/2014/main" id="{B923BB54-E670-3515-4A8D-0ABA47F89103}"/>
              </a:ext>
            </a:extLst>
          </p:cNvPr>
          <p:cNvSpPr/>
          <p:nvPr/>
        </p:nvSpPr>
        <p:spPr>
          <a:xfrm>
            <a:off x="4123214" y="4307619"/>
            <a:ext cx="0" cy="1666239"/>
          </a:xfrm>
          <a:custGeom>
            <a:avLst/>
            <a:gdLst/>
            <a:ahLst/>
            <a:cxnLst/>
            <a:rect l="l" t="t" r="r" b="b"/>
            <a:pathLst>
              <a:path h="1666239">
                <a:moveTo>
                  <a:pt x="0" y="0"/>
                </a:moveTo>
                <a:lnTo>
                  <a:pt x="0" y="1666100"/>
                </a:lnTo>
              </a:path>
            </a:pathLst>
          </a:custGeom>
          <a:ln w="57912">
            <a:solidFill>
              <a:srgbClr val="FF0000"/>
            </a:solidFill>
          </a:ln>
        </p:spPr>
        <p:txBody>
          <a:bodyPr wrap="square" lIns="0" tIns="0" rIns="0" bIns="0" rtlCol="0"/>
          <a:lstStyle/>
          <a:p>
            <a:endParaRPr/>
          </a:p>
        </p:txBody>
      </p:sp>
      <p:sp>
        <p:nvSpPr>
          <p:cNvPr id="55" name="object 54">
            <a:extLst>
              <a:ext uri="{FF2B5EF4-FFF2-40B4-BE49-F238E27FC236}">
                <a16:creationId xmlns:a16="http://schemas.microsoft.com/office/drawing/2014/main" id="{428B3D68-D738-8E6D-31BB-00AB5C1DC513}"/>
              </a:ext>
            </a:extLst>
          </p:cNvPr>
          <p:cNvSpPr/>
          <p:nvPr/>
        </p:nvSpPr>
        <p:spPr>
          <a:xfrm>
            <a:off x="4406679" y="5173250"/>
            <a:ext cx="0" cy="777875"/>
          </a:xfrm>
          <a:custGeom>
            <a:avLst/>
            <a:gdLst/>
            <a:ahLst/>
            <a:cxnLst/>
            <a:rect l="l" t="t" r="r" b="b"/>
            <a:pathLst>
              <a:path h="777875">
                <a:moveTo>
                  <a:pt x="0" y="0"/>
                </a:moveTo>
                <a:lnTo>
                  <a:pt x="0" y="777874"/>
                </a:lnTo>
              </a:path>
            </a:pathLst>
          </a:custGeom>
          <a:ln w="57912">
            <a:solidFill>
              <a:srgbClr val="FF0000"/>
            </a:solidFill>
          </a:ln>
        </p:spPr>
        <p:txBody>
          <a:bodyPr wrap="square" lIns="0" tIns="0" rIns="0" bIns="0" rtlCol="0"/>
          <a:lstStyle/>
          <a:p>
            <a:endParaRPr/>
          </a:p>
        </p:txBody>
      </p:sp>
      <p:sp>
        <p:nvSpPr>
          <p:cNvPr id="56" name="object 55">
            <a:extLst>
              <a:ext uri="{FF2B5EF4-FFF2-40B4-BE49-F238E27FC236}">
                <a16:creationId xmlns:a16="http://schemas.microsoft.com/office/drawing/2014/main" id="{6BA38FAB-36B7-3AB2-D76D-065143746589}"/>
              </a:ext>
            </a:extLst>
          </p:cNvPr>
          <p:cNvSpPr/>
          <p:nvPr/>
        </p:nvSpPr>
        <p:spPr>
          <a:xfrm>
            <a:off x="4700811" y="3304826"/>
            <a:ext cx="1605915" cy="173990"/>
          </a:xfrm>
          <a:custGeom>
            <a:avLst/>
            <a:gdLst/>
            <a:ahLst/>
            <a:cxnLst/>
            <a:rect l="l" t="t" r="r" b="b"/>
            <a:pathLst>
              <a:path w="1605914" h="173989">
                <a:moveTo>
                  <a:pt x="1431925" y="0"/>
                </a:moveTo>
                <a:lnTo>
                  <a:pt x="1431925" y="173736"/>
                </a:lnTo>
                <a:lnTo>
                  <a:pt x="1547748" y="115824"/>
                </a:lnTo>
                <a:lnTo>
                  <a:pt x="1460881" y="115824"/>
                </a:lnTo>
                <a:lnTo>
                  <a:pt x="1460881" y="57912"/>
                </a:lnTo>
                <a:lnTo>
                  <a:pt x="1547749" y="57912"/>
                </a:lnTo>
                <a:lnTo>
                  <a:pt x="1431925" y="0"/>
                </a:lnTo>
                <a:close/>
              </a:path>
              <a:path w="1605914" h="173989">
                <a:moveTo>
                  <a:pt x="1431925" y="57912"/>
                </a:moveTo>
                <a:lnTo>
                  <a:pt x="0" y="57912"/>
                </a:lnTo>
                <a:lnTo>
                  <a:pt x="0" y="115824"/>
                </a:lnTo>
                <a:lnTo>
                  <a:pt x="1431925" y="115824"/>
                </a:lnTo>
                <a:lnTo>
                  <a:pt x="1431925" y="57912"/>
                </a:lnTo>
                <a:close/>
              </a:path>
              <a:path w="1605914" h="173989">
                <a:moveTo>
                  <a:pt x="1547749" y="57912"/>
                </a:moveTo>
                <a:lnTo>
                  <a:pt x="1460881" y="57912"/>
                </a:lnTo>
                <a:lnTo>
                  <a:pt x="1460881" y="115824"/>
                </a:lnTo>
                <a:lnTo>
                  <a:pt x="1547748" y="115824"/>
                </a:lnTo>
                <a:lnTo>
                  <a:pt x="1605660" y="86867"/>
                </a:lnTo>
                <a:lnTo>
                  <a:pt x="1547749" y="57912"/>
                </a:lnTo>
                <a:close/>
              </a:path>
            </a:pathLst>
          </a:custGeom>
          <a:solidFill>
            <a:srgbClr val="000000"/>
          </a:solidFill>
        </p:spPr>
        <p:txBody>
          <a:bodyPr wrap="square" lIns="0" tIns="0" rIns="0" bIns="0" rtlCol="0"/>
          <a:lstStyle/>
          <a:p>
            <a:endParaRPr/>
          </a:p>
        </p:txBody>
      </p:sp>
      <p:sp>
        <p:nvSpPr>
          <p:cNvPr id="57" name="object 56">
            <a:extLst>
              <a:ext uri="{FF2B5EF4-FFF2-40B4-BE49-F238E27FC236}">
                <a16:creationId xmlns:a16="http://schemas.microsoft.com/office/drawing/2014/main" id="{330DAC0D-B8D3-C595-5397-2C3E6EF984CF}"/>
              </a:ext>
            </a:extLst>
          </p:cNvPr>
          <p:cNvSpPr/>
          <p:nvPr/>
        </p:nvSpPr>
        <p:spPr>
          <a:xfrm>
            <a:off x="5354607" y="4220750"/>
            <a:ext cx="1600200" cy="173990"/>
          </a:xfrm>
          <a:custGeom>
            <a:avLst/>
            <a:gdLst/>
            <a:ahLst/>
            <a:cxnLst/>
            <a:rect l="l" t="t" r="r" b="b"/>
            <a:pathLst>
              <a:path w="1600200" h="173989">
                <a:moveTo>
                  <a:pt x="1426337" y="0"/>
                </a:moveTo>
                <a:lnTo>
                  <a:pt x="1426337" y="173735"/>
                </a:lnTo>
                <a:lnTo>
                  <a:pt x="1542161" y="115823"/>
                </a:lnTo>
                <a:lnTo>
                  <a:pt x="1455293" y="115823"/>
                </a:lnTo>
                <a:lnTo>
                  <a:pt x="1455293" y="57911"/>
                </a:lnTo>
                <a:lnTo>
                  <a:pt x="1542161" y="57911"/>
                </a:lnTo>
                <a:lnTo>
                  <a:pt x="1426337" y="0"/>
                </a:lnTo>
                <a:close/>
              </a:path>
              <a:path w="1600200" h="173989">
                <a:moveTo>
                  <a:pt x="1426337" y="57911"/>
                </a:moveTo>
                <a:lnTo>
                  <a:pt x="0" y="57911"/>
                </a:lnTo>
                <a:lnTo>
                  <a:pt x="0" y="115823"/>
                </a:lnTo>
                <a:lnTo>
                  <a:pt x="1426337" y="115823"/>
                </a:lnTo>
                <a:lnTo>
                  <a:pt x="1426337" y="57911"/>
                </a:lnTo>
                <a:close/>
              </a:path>
              <a:path w="1600200" h="173989">
                <a:moveTo>
                  <a:pt x="1542161" y="57911"/>
                </a:moveTo>
                <a:lnTo>
                  <a:pt x="1455293" y="57911"/>
                </a:lnTo>
                <a:lnTo>
                  <a:pt x="1455293" y="115823"/>
                </a:lnTo>
                <a:lnTo>
                  <a:pt x="1542161" y="115823"/>
                </a:lnTo>
                <a:lnTo>
                  <a:pt x="1600073" y="86867"/>
                </a:lnTo>
                <a:lnTo>
                  <a:pt x="1542161" y="57911"/>
                </a:lnTo>
                <a:close/>
              </a:path>
            </a:pathLst>
          </a:custGeom>
          <a:solidFill>
            <a:srgbClr val="000000"/>
          </a:solidFill>
        </p:spPr>
        <p:txBody>
          <a:bodyPr wrap="square" lIns="0" tIns="0" rIns="0" bIns="0" rtlCol="0"/>
          <a:lstStyle/>
          <a:p>
            <a:endParaRPr/>
          </a:p>
        </p:txBody>
      </p:sp>
      <p:sp>
        <p:nvSpPr>
          <p:cNvPr id="58" name="object 57">
            <a:extLst>
              <a:ext uri="{FF2B5EF4-FFF2-40B4-BE49-F238E27FC236}">
                <a16:creationId xmlns:a16="http://schemas.microsoft.com/office/drawing/2014/main" id="{6755C4CA-C05D-FA36-FDDD-CF6710F885ED}"/>
              </a:ext>
            </a:extLst>
          </p:cNvPr>
          <p:cNvSpPr/>
          <p:nvPr/>
        </p:nvSpPr>
        <p:spPr>
          <a:xfrm>
            <a:off x="6837458" y="3312446"/>
            <a:ext cx="1756410" cy="173990"/>
          </a:xfrm>
          <a:custGeom>
            <a:avLst/>
            <a:gdLst/>
            <a:ahLst/>
            <a:cxnLst/>
            <a:rect l="l" t="t" r="r" b="b"/>
            <a:pathLst>
              <a:path w="1756409" h="173989">
                <a:moveTo>
                  <a:pt x="1582166" y="0"/>
                </a:moveTo>
                <a:lnTo>
                  <a:pt x="1582166" y="173736"/>
                </a:lnTo>
                <a:lnTo>
                  <a:pt x="1697990" y="115824"/>
                </a:lnTo>
                <a:lnTo>
                  <a:pt x="1611122" y="115824"/>
                </a:lnTo>
                <a:lnTo>
                  <a:pt x="1611122" y="57912"/>
                </a:lnTo>
                <a:lnTo>
                  <a:pt x="1697989" y="57912"/>
                </a:lnTo>
                <a:lnTo>
                  <a:pt x="1582166" y="0"/>
                </a:lnTo>
                <a:close/>
              </a:path>
              <a:path w="1756409" h="173989">
                <a:moveTo>
                  <a:pt x="1582166" y="57912"/>
                </a:moveTo>
                <a:lnTo>
                  <a:pt x="0" y="57912"/>
                </a:lnTo>
                <a:lnTo>
                  <a:pt x="0" y="115824"/>
                </a:lnTo>
                <a:lnTo>
                  <a:pt x="1582166" y="115824"/>
                </a:lnTo>
                <a:lnTo>
                  <a:pt x="1582166" y="57912"/>
                </a:lnTo>
                <a:close/>
              </a:path>
              <a:path w="1756409" h="173989">
                <a:moveTo>
                  <a:pt x="1697989" y="57912"/>
                </a:moveTo>
                <a:lnTo>
                  <a:pt x="1611122" y="57912"/>
                </a:lnTo>
                <a:lnTo>
                  <a:pt x="1611122" y="115824"/>
                </a:lnTo>
                <a:lnTo>
                  <a:pt x="1697990" y="115824"/>
                </a:lnTo>
                <a:lnTo>
                  <a:pt x="1755902" y="86868"/>
                </a:lnTo>
                <a:lnTo>
                  <a:pt x="1697989" y="57912"/>
                </a:lnTo>
                <a:close/>
              </a:path>
            </a:pathLst>
          </a:custGeom>
          <a:solidFill>
            <a:srgbClr val="000000"/>
          </a:solidFill>
        </p:spPr>
        <p:txBody>
          <a:bodyPr wrap="square" lIns="0" tIns="0" rIns="0" bIns="0" rtlCol="0"/>
          <a:lstStyle/>
          <a:p>
            <a:endParaRPr/>
          </a:p>
        </p:txBody>
      </p:sp>
      <p:sp>
        <p:nvSpPr>
          <p:cNvPr id="59" name="object 58">
            <a:extLst>
              <a:ext uri="{FF2B5EF4-FFF2-40B4-BE49-F238E27FC236}">
                <a16:creationId xmlns:a16="http://schemas.microsoft.com/office/drawing/2014/main" id="{1447D4BF-A608-361E-9A81-99993BCA1DCA}"/>
              </a:ext>
            </a:extLst>
          </p:cNvPr>
          <p:cNvSpPr/>
          <p:nvPr/>
        </p:nvSpPr>
        <p:spPr>
          <a:xfrm>
            <a:off x="7517163" y="4220750"/>
            <a:ext cx="1075690" cy="173990"/>
          </a:xfrm>
          <a:custGeom>
            <a:avLst/>
            <a:gdLst/>
            <a:ahLst/>
            <a:cxnLst/>
            <a:rect l="l" t="t" r="r" b="b"/>
            <a:pathLst>
              <a:path w="1075690" h="173989">
                <a:moveTo>
                  <a:pt x="901954" y="0"/>
                </a:moveTo>
                <a:lnTo>
                  <a:pt x="901954" y="173735"/>
                </a:lnTo>
                <a:lnTo>
                  <a:pt x="1017778" y="115823"/>
                </a:lnTo>
                <a:lnTo>
                  <a:pt x="930910" y="115823"/>
                </a:lnTo>
                <a:lnTo>
                  <a:pt x="930910" y="57911"/>
                </a:lnTo>
                <a:lnTo>
                  <a:pt x="1017777" y="57911"/>
                </a:lnTo>
                <a:lnTo>
                  <a:pt x="901954" y="0"/>
                </a:lnTo>
                <a:close/>
              </a:path>
              <a:path w="1075690" h="173989">
                <a:moveTo>
                  <a:pt x="901954" y="57911"/>
                </a:moveTo>
                <a:lnTo>
                  <a:pt x="0" y="57911"/>
                </a:lnTo>
                <a:lnTo>
                  <a:pt x="0" y="115823"/>
                </a:lnTo>
                <a:lnTo>
                  <a:pt x="901954" y="115823"/>
                </a:lnTo>
                <a:lnTo>
                  <a:pt x="901954" y="57911"/>
                </a:lnTo>
                <a:close/>
              </a:path>
              <a:path w="1075690" h="173989">
                <a:moveTo>
                  <a:pt x="1017777" y="57911"/>
                </a:moveTo>
                <a:lnTo>
                  <a:pt x="930910" y="57911"/>
                </a:lnTo>
                <a:lnTo>
                  <a:pt x="930910" y="115823"/>
                </a:lnTo>
                <a:lnTo>
                  <a:pt x="1017778" y="115823"/>
                </a:lnTo>
                <a:lnTo>
                  <a:pt x="1075689" y="86867"/>
                </a:lnTo>
                <a:lnTo>
                  <a:pt x="1017777" y="57911"/>
                </a:lnTo>
                <a:close/>
              </a:path>
            </a:pathLst>
          </a:custGeom>
          <a:solidFill>
            <a:srgbClr val="000000"/>
          </a:solidFill>
        </p:spPr>
        <p:txBody>
          <a:bodyPr wrap="square" lIns="0" tIns="0" rIns="0" bIns="0" rtlCol="0"/>
          <a:lstStyle/>
          <a:p>
            <a:endParaRPr/>
          </a:p>
        </p:txBody>
      </p:sp>
      <p:sp>
        <p:nvSpPr>
          <p:cNvPr id="60" name="object 59">
            <a:extLst>
              <a:ext uri="{FF2B5EF4-FFF2-40B4-BE49-F238E27FC236}">
                <a16:creationId xmlns:a16="http://schemas.microsoft.com/office/drawing/2014/main" id="{630A2189-C8D6-1F2F-7CD5-875EC6D941E7}"/>
              </a:ext>
            </a:extLst>
          </p:cNvPr>
          <p:cNvSpPr/>
          <p:nvPr/>
        </p:nvSpPr>
        <p:spPr>
          <a:xfrm>
            <a:off x="8111523" y="5074190"/>
            <a:ext cx="480695" cy="173990"/>
          </a:xfrm>
          <a:custGeom>
            <a:avLst/>
            <a:gdLst/>
            <a:ahLst/>
            <a:cxnLst/>
            <a:rect l="l" t="t" r="r" b="b"/>
            <a:pathLst>
              <a:path w="480695" h="173989">
                <a:moveTo>
                  <a:pt x="306958" y="0"/>
                </a:moveTo>
                <a:lnTo>
                  <a:pt x="306958" y="173735"/>
                </a:lnTo>
                <a:lnTo>
                  <a:pt x="422782" y="115824"/>
                </a:lnTo>
                <a:lnTo>
                  <a:pt x="335914" y="115824"/>
                </a:lnTo>
                <a:lnTo>
                  <a:pt x="335914" y="57912"/>
                </a:lnTo>
                <a:lnTo>
                  <a:pt x="422782" y="57912"/>
                </a:lnTo>
                <a:lnTo>
                  <a:pt x="306958" y="0"/>
                </a:lnTo>
                <a:close/>
              </a:path>
              <a:path w="480695" h="173989">
                <a:moveTo>
                  <a:pt x="306958" y="57912"/>
                </a:moveTo>
                <a:lnTo>
                  <a:pt x="0" y="57912"/>
                </a:lnTo>
                <a:lnTo>
                  <a:pt x="0" y="115824"/>
                </a:lnTo>
                <a:lnTo>
                  <a:pt x="306958" y="115824"/>
                </a:lnTo>
                <a:lnTo>
                  <a:pt x="306958" y="57912"/>
                </a:lnTo>
                <a:close/>
              </a:path>
              <a:path w="480695" h="173989">
                <a:moveTo>
                  <a:pt x="422782" y="57912"/>
                </a:moveTo>
                <a:lnTo>
                  <a:pt x="335914" y="57912"/>
                </a:lnTo>
                <a:lnTo>
                  <a:pt x="335914" y="115824"/>
                </a:lnTo>
                <a:lnTo>
                  <a:pt x="422782" y="115824"/>
                </a:lnTo>
                <a:lnTo>
                  <a:pt x="480695" y="86868"/>
                </a:lnTo>
                <a:lnTo>
                  <a:pt x="422782" y="57912"/>
                </a:lnTo>
                <a:close/>
              </a:path>
            </a:pathLst>
          </a:custGeom>
          <a:solidFill>
            <a:srgbClr val="000000"/>
          </a:solidFill>
        </p:spPr>
        <p:txBody>
          <a:bodyPr wrap="square" lIns="0" tIns="0" rIns="0" bIns="0" rtlCol="0"/>
          <a:lstStyle/>
          <a:p>
            <a:endParaRPr/>
          </a:p>
        </p:txBody>
      </p:sp>
      <p:sp>
        <p:nvSpPr>
          <p:cNvPr id="61" name="object 60">
            <a:extLst>
              <a:ext uri="{FF2B5EF4-FFF2-40B4-BE49-F238E27FC236}">
                <a16:creationId xmlns:a16="http://schemas.microsoft.com/office/drawing/2014/main" id="{0C91CA1B-2969-FD93-A912-F004F0A9978B}"/>
              </a:ext>
            </a:extLst>
          </p:cNvPr>
          <p:cNvSpPr/>
          <p:nvPr/>
        </p:nvSpPr>
        <p:spPr>
          <a:xfrm>
            <a:off x="6505226" y="3698019"/>
            <a:ext cx="173990" cy="2239645"/>
          </a:xfrm>
          <a:custGeom>
            <a:avLst/>
            <a:gdLst/>
            <a:ahLst/>
            <a:cxnLst/>
            <a:rect l="l" t="t" r="r" b="b"/>
            <a:pathLst>
              <a:path w="173989" h="2239645">
                <a:moveTo>
                  <a:pt x="115824" y="144780"/>
                </a:moveTo>
                <a:lnTo>
                  <a:pt x="57912" y="144780"/>
                </a:lnTo>
                <a:lnTo>
                  <a:pt x="57912" y="2239492"/>
                </a:lnTo>
                <a:lnTo>
                  <a:pt x="115824" y="2239492"/>
                </a:lnTo>
                <a:lnTo>
                  <a:pt x="115824" y="144780"/>
                </a:lnTo>
                <a:close/>
              </a:path>
              <a:path w="173989" h="2239645">
                <a:moveTo>
                  <a:pt x="86867" y="0"/>
                </a:moveTo>
                <a:lnTo>
                  <a:pt x="0" y="173736"/>
                </a:lnTo>
                <a:lnTo>
                  <a:pt x="57912" y="173736"/>
                </a:lnTo>
                <a:lnTo>
                  <a:pt x="57912" y="144780"/>
                </a:lnTo>
                <a:lnTo>
                  <a:pt x="159258" y="144780"/>
                </a:lnTo>
                <a:lnTo>
                  <a:pt x="86867" y="0"/>
                </a:lnTo>
                <a:close/>
              </a:path>
              <a:path w="173989" h="2239645">
                <a:moveTo>
                  <a:pt x="159258" y="144780"/>
                </a:moveTo>
                <a:lnTo>
                  <a:pt x="115824" y="144780"/>
                </a:lnTo>
                <a:lnTo>
                  <a:pt x="115824" y="173736"/>
                </a:lnTo>
                <a:lnTo>
                  <a:pt x="173736" y="173736"/>
                </a:lnTo>
                <a:lnTo>
                  <a:pt x="159258" y="144780"/>
                </a:lnTo>
                <a:close/>
              </a:path>
            </a:pathLst>
          </a:custGeom>
          <a:solidFill>
            <a:srgbClr val="FF0000"/>
          </a:solidFill>
        </p:spPr>
        <p:txBody>
          <a:bodyPr wrap="square" lIns="0" tIns="0" rIns="0" bIns="0" rtlCol="0"/>
          <a:lstStyle/>
          <a:p>
            <a:endParaRPr/>
          </a:p>
        </p:txBody>
      </p:sp>
      <p:sp>
        <p:nvSpPr>
          <p:cNvPr id="62" name="object 61">
            <a:extLst>
              <a:ext uri="{FF2B5EF4-FFF2-40B4-BE49-F238E27FC236}">
                <a16:creationId xmlns:a16="http://schemas.microsoft.com/office/drawing/2014/main" id="{F4AE33CF-2090-146B-D441-1A7BEF601EA1}"/>
              </a:ext>
            </a:extLst>
          </p:cNvPr>
          <p:cNvSpPr/>
          <p:nvPr/>
        </p:nvSpPr>
        <p:spPr>
          <a:xfrm>
            <a:off x="7128543" y="4560602"/>
            <a:ext cx="173990" cy="1414780"/>
          </a:xfrm>
          <a:custGeom>
            <a:avLst/>
            <a:gdLst/>
            <a:ahLst/>
            <a:cxnLst/>
            <a:rect l="l" t="t" r="r" b="b"/>
            <a:pathLst>
              <a:path w="173989" h="1414779">
                <a:moveTo>
                  <a:pt x="115824" y="144780"/>
                </a:moveTo>
                <a:lnTo>
                  <a:pt x="57912" y="144780"/>
                </a:lnTo>
                <a:lnTo>
                  <a:pt x="57912" y="1414271"/>
                </a:lnTo>
                <a:lnTo>
                  <a:pt x="115824" y="1414271"/>
                </a:lnTo>
                <a:lnTo>
                  <a:pt x="115824" y="144780"/>
                </a:lnTo>
                <a:close/>
              </a:path>
              <a:path w="173989" h="1414779">
                <a:moveTo>
                  <a:pt x="86868" y="0"/>
                </a:moveTo>
                <a:lnTo>
                  <a:pt x="0" y="173736"/>
                </a:lnTo>
                <a:lnTo>
                  <a:pt x="57912" y="173736"/>
                </a:lnTo>
                <a:lnTo>
                  <a:pt x="57912" y="144780"/>
                </a:lnTo>
                <a:lnTo>
                  <a:pt x="159258" y="144780"/>
                </a:lnTo>
                <a:lnTo>
                  <a:pt x="86868" y="0"/>
                </a:lnTo>
                <a:close/>
              </a:path>
              <a:path w="173989" h="1414779">
                <a:moveTo>
                  <a:pt x="159258" y="144780"/>
                </a:moveTo>
                <a:lnTo>
                  <a:pt x="115824" y="144780"/>
                </a:lnTo>
                <a:lnTo>
                  <a:pt x="115824" y="173736"/>
                </a:lnTo>
                <a:lnTo>
                  <a:pt x="173736" y="173736"/>
                </a:lnTo>
                <a:lnTo>
                  <a:pt x="159258" y="144780"/>
                </a:lnTo>
                <a:close/>
              </a:path>
            </a:pathLst>
          </a:custGeom>
          <a:solidFill>
            <a:srgbClr val="FF0000"/>
          </a:solidFill>
        </p:spPr>
        <p:txBody>
          <a:bodyPr wrap="square" lIns="0" tIns="0" rIns="0" bIns="0" rtlCol="0"/>
          <a:lstStyle/>
          <a:p>
            <a:endParaRPr/>
          </a:p>
        </p:txBody>
      </p:sp>
      <p:sp>
        <p:nvSpPr>
          <p:cNvPr id="63" name="object 62">
            <a:extLst>
              <a:ext uri="{FF2B5EF4-FFF2-40B4-BE49-F238E27FC236}">
                <a16:creationId xmlns:a16="http://schemas.microsoft.com/office/drawing/2014/main" id="{8F5F5502-B287-BED6-7FFA-B008A4AC626B}"/>
              </a:ext>
            </a:extLst>
          </p:cNvPr>
          <p:cNvSpPr/>
          <p:nvPr/>
        </p:nvSpPr>
        <p:spPr>
          <a:xfrm>
            <a:off x="7770146" y="5449094"/>
            <a:ext cx="173990" cy="526415"/>
          </a:xfrm>
          <a:custGeom>
            <a:avLst/>
            <a:gdLst/>
            <a:ahLst/>
            <a:cxnLst/>
            <a:rect l="l" t="t" r="r" b="b"/>
            <a:pathLst>
              <a:path w="173989" h="526414">
                <a:moveTo>
                  <a:pt x="115824" y="144780"/>
                </a:moveTo>
                <a:lnTo>
                  <a:pt x="57912" y="144780"/>
                </a:lnTo>
                <a:lnTo>
                  <a:pt x="57912" y="526034"/>
                </a:lnTo>
                <a:lnTo>
                  <a:pt x="115824" y="526034"/>
                </a:lnTo>
                <a:lnTo>
                  <a:pt x="115824" y="144780"/>
                </a:lnTo>
                <a:close/>
              </a:path>
              <a:path w="173989" h="526414">
                <a:moveTo>
                  <a:pt x="86868" y="0"/>
                </a:moveTo>
                <a:lnTo>
                  <a:pt x="0" y="173736"/>
                </a:lnTo>
                <a:lnTo>
                  <a:pt x="57912" y="173736"/>
                </a:lnTo>
                <a:lnTo>
                  <a:pt x="57912" y="144780"/>
                </a:lnTo>
                <a:lnTo>
                  <a:pt x="159258" y="144780"/>
                </a:lnTo>
                <a:lnTo>
                  <a:pt x="86868" y="0"/>
                </a:lnTo>
                <a:close/>
              </a:path>
              <a:path w="173989" h="526414">
                <a:moveTo>
                  <a:pt x="159258" y="144780"/>
                </a:moveTo>
                <a:lnTo>
                  <a:pt x="115824" y="144780"/>
                </a:lnTo>
                <a:lnTo>
                  <a:pt x="115824" y="173736"/>
                </a:lnTo>
                <a:lnTo>
                  <a:pt x="173736" y="173736"/>
                </a:lnTo>
                <a:lnTo>
                  <a:pt x="159258" y="144780"/>
                </a:lnTo>
                <a:close/>
              </a:path>
            </a:pathLst>
          </a:custGeom>
          <a:solidFill>
            <a:srgbClr val="FF0000"/>
          </a:solidFill>
        </p:spPr>
        <p:txBody>
          <a:bodyPr wrap="square" lIns="0" tIns="0" rIns="0" bIns="0" rtlCol="0"/>
          <a:lstStyle/>
          <a:p>
            <a:endParaRPr/>
          </a:p>
        </p:txBody>
      </p:sp>
      <p:sp>
        <p:nvSpPr>
          <p:cNvPr id="64" name="object 63">
            <a:extLst>
              <a:ext uri="{FF2B5EF4-FFF2-40B4-BE49-F238E27FC236}">
                <a16:creationId xmlns:a16="http://schemas.microsoft.com/office/drawing/2014/main" id="{19570135-70C5-11AC-EAE1-5586AE6E813E}"/>
              </a:ext>
            </a:extLst>
          </p:cNvPr>
          <p:cNvSpPr/>
          <p:nvPr/>
        </p:nvSpPr>
        <p:spPr>
          <a:xfrm>
            <a:off x="6165375" y="5947443"/>
            <a:ext cx="1711325" cy="0"/>
          </a:xfrm>
          <a:custGeom>
            <a:avLst/>
            <a:gdLst/>
            <a:ahLst/>
            <a:cxnLst/>
            <a:rect l="l" t="t" r="r" b="b"/>
            <a:pathLst>
              <a:path w="1711325">
                <a:moveTo>
                  <a:pt x="0" y="0"/>
                </a:moveTo>
                <a:lnTo>
                  <a:pt x="1710943" y="0"/>
                </a:lnTo>
              </a:path>
            </a:pathLst>
          </a:custGeom>
          <a:ln w="57912">
            <a:solidFill>
              <a:srgbClr val="FF0000"/>
            </a:solidFill>
          </a:ln>
        </p:spPr>
        <p:txBody>
          <a:bodyPr wrap="square" lIns="0" tIns="0" rIns="0" bIns="0" rtlCol="0"/>
          <a:lstStyle/>
          <a:p>
            <a:endParaRPr/>
          </a:p>
        </p:txBody>
      </p:sp>
      <p:sp>
        <p:nvSpPr>
          <p:cNvPr id="65" name="object 64">
            <a:extLst>
              <a:ext uri="{FF2B5EF4-FFF2-40B4-BE49-F238E27FC236}">
                <a16:creationId xmlns:a16="http://schemas.microsoft.com/office/drawing/2014/main" id="{E163FCA7-3354-DF45-5416-29BDB2151E76}"/>
              </a:ext>
            </a:extLst>
          </p:cNvPr>
          <p:cNvSpPr/>
          <p:nvPr/>
        </p:nvSpPr>
        <p:spPr>
          <a:xfrm>
            <a:off x="5860194" y="5140231"/>
            <a:ext cx="1751330" cy="173990"/>
          </a:xfrm>
          <a:custGeom>
            <a:avLst/>
            <a:gdLst/>
            <a:ahLst/>
            <a:cxnLst/>
            <a:rect l="l" t="t" r="r" b="b"/>
            <a:pathLst>
              <a:path w="1751329" h="173989">
                <a:moveTo>
                  <a:pt x="1578483" y="0"/>
                </a:moveTo>
                <a:lnTo>
                  <a:pt x="1577847" y="57974"/>
                </a:lnTo>
                <a:lnTo>
                  <a:pt x="1606804" y="58293"/>
                </a:lnTo>
                <a:lnTo>
                  <a:pt x="1606169" y="116205"/>
                </a:lnTo>
                <a:lnTo>
                  <a:pt x="1577208" y="116205"/>
                </a:lnTo>
                <a:lnTo>
                  <a:pt x="1576577" y="173736"/>
                </a:lnTo>
                <a:lnTo>
                  <a:pt x="1694907" y="116205"/>
                </a:lnTo>
                <a:lnTo>
                  <a:pt x="1606169" y="116205"/>
                </a:lnTo>
                <a:lnTo>
                  <a:pt x="1577212" y="115886"/>
                </a:lnTo>
                <a:lnTo>
                  <a:pt x="1695562" y="115886"/>
                </a:lnTo>
                <a:lnTo>
                  <a:pt x="1751330" y="88773"/>
                </a:lnTo>
                <a:lnTo>
                  <a:pt x="1578483" y="0"/>
                </a:lnTo>
                <a:close/>
              </a:path>
              <a:path w="1751329" h="173989">
                <a:moveTo>
                  <a:pt x="1577847" y="57974"/>
                </a:moveTo>
                <a:lnTo>
                  <a:pt x="1577212" y="115886"/>
                </a:lnTo>
                <a:lnTo>
                  <a:pt x="1606169" y="116205"/>
                </a:lnTo>
                <a:lnTo>
                  <a:pt x="1606804" y="58293"/>
                </a:lnTo>
                <a:lnTo>
                  <a:pt x="1577847" y="57974"/>
                </a:lnTo>
                <a:close/>
              </a:path>
              <a:path w="1751329" h="173989">
                <a:moveTo>
                  <a:pt x="635" y="40640"/>
                </a:moveTo>
                <a:lnTo>
                  <a:pt x="0" y="98552"/>
                </a:lnTo>
                <a:lnTo>
                  <a:pt x="1577212" y="115886"/>
                </a:lnTo>
                <a:lnTo>
                  <a:pt x="1577847" y="57974"/>
                </a:lnTo>
                <a:lnTo>
                  <a:pt x="635" y="40640"/>
                </a:lnTo>
                <a:close/>
              </a:path>
            </a:pathLst>
          </a:custGeom>
          <a:solidFill>
            <a:srgbClr val="000000"/>
          </a:solidFill>
        </p:spPr>
        <p:txBody>
          <a:bodyPr wrap="square" lIns="0" tIns="0" rIns="0" bIns="0" rtlCol="0"/>
          <a:lstStyle/>
          <a:p>
            <a:endParaRPr/>
          </a:p>
        </p:txBody>
      </p:sp>
      <p:sp>
        <p:nvSpPr>
          <p:cNvPr id="66" name="object 65">
            <a:extLst>
              <a:ext uri="{FF2B5EF4-FFF2-40B4-BE49-F238E27FC236}">
                <a16:creationId xmlns:a16="http://schemas.microsoft.com/office/drawing/2014/main" id="{85152E4A-8087-F224-8687-4465D36C5ACF}"/>
              </a:ext>
            </a:extLst>
          </p:cNvPr>
          <p:cNvSpPr txBox="1"/>
          <p:nvPr/>
        </p:nvSpPr>
        <p:spPr>
          <a:xfrm>
            <a:off x="2464290" y="2969927"/>
            <a:ext cx="1803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Calibri"/>
                <a:cs typeface="Calibri"/>
              </a:rPr>
              <a:t>3</a:t>
            </a:r>
            <a:endParaRPr sz="2400">
              <a:latin typeface="Calibri"/>
              <a:cs typeface="Calibri"/>
            </a:endParaRPr>
          </a:p>
        </p:txBody>
      </p:sp>
      <p:sp>
        <p:nvSpPr>
          <p:cNvPr id="67" name="object 66">
            <a:extLst>
              <a:ext uri="{FF2B5EF4-FFF2-40B4-BE49-F238E27FC236}">
                <a16:creationId xmlns:a16="http://schemas.microsoft.com/office/drawing/2014/main" id="{8A4E702C-8660-1548-B94C-7AC617AF7043}"/>
              </a:ext>
            </a:extLst>
          </p:cNvPr>
          <p:cNvSpPr txBox="1"/>
          <p:nvPr/>
        </p:nvSpPr>
        <p:spPr>
          <a:xfrm>
            <a:off x="2464290" y="4760627"/>
            <a:ext cx="27305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0000"/>
                </a:solidFill>
                <a:latin typeface="Calibri"/>
                <a:cs typeface="Calibri"/>
              </a:rPr>
              <a:t>-</a:t>
            </a:r>
            <a:r>
              <a:rPr sz="2400" b="1" dirty="0">
                <a:solidFill>
                  <a:srgbClr val="FF0000"/>
                </a:solidFill>
                <a:latin typeface="Calibri"/>
                <a:cs typeface="Calibri"/>
              </a:rPr>
              <a:t>3</a:t>
            </a:r>
            <a:endParaRPr sz="2400">
              <a:latin typeface="Calibri"/>
              <a:cs typeface="Calibri"/>
            </a:endParaRPr>
          </a:p>
        </p:txBody>
      </p:sp>
      <p:sp>
        <p:nvSpPr>
          <p:cNvPr id="68" name="object 67">
            <a:extLst>
              <a:ext uri="{FF2B5EF4-FFF2-40B4-BE49-F238E27FC236}">
                <a16:creationId xmlns:a16="http://schemas.microsoft.com/office/drawing/2014/main" id="{7B9783D0-94EA-426E-CD17-6E2CF9D5C8D7}"/>
              </a:ext>
            </a:extLst>
          </p:cNvPr>
          <p:cNvSpPr txBox="1"/>
          <p:nvPr/>
        </p:nvSpPr>
        <p:spPr>
          <a:xfrm>
            <a:off x="2447830" y="3886486"/>
            <a:ext cx="1803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Calibri"/>
                <a:cs typeface="Calibri"/>
              </a:rPr>
              <a:t>1</a:t>
            </a:r>
            <a:endParaRPr sz="2400">
              <a:latin typeface="Calibri"/>
              <a:cs typeface="Calibri"/>
            </a:endParaRPr>
          </a:p>
        </p:txBody>
      </p:sp>
      <p:sp>
        <p:nvSpPr>
          <p:cNvPr id="69" name="object 68">
            <a:extLst>
              <a:ext uri="{FF2B5EF4-FFF2-40B4-BE49-F238E27FC236}">
                <a16:creationId xmlns:a16="http://schemas.microsoft.com/office/drawing/2014/main" id="{146884D4-492B-117E-B383-D347F1C3A0B2}"/>
              </a:ext>
            </a:extLst>
          </p:cNvPr>
          <p:cNvSpPr txBox="1"/>
          <p:nvPr/>
        </p:nvSpPr>
        <p:spPr>
          <a:xfrm>
            <a:off x="4937939" y="3897568"/>
            <a:ext cx="813435" cy="415925"/>
          </a:xfrm>
          <a:prstGeom prst="rect">
            <a:avLst/>
          </a:prstGeom>
        </p:spPr>
        <p:txBody>
          <a:bodyPr vert="horz" wrap="square" lIns="0" tIns="13970" rIns="0" bIns="0" rtlCol="0">
            <a:spAutoFit/>
          </a:bodyPr>
          <a:lstStyle/>
          <a:p>
            <a:pPr marL="12700">
              <a:lnSpc>
                <a:spcPct val="100000"/>
              </a:lnSpc>
              <a:spcBef>
                <a:spcPts val="110"/>
              </a:spcBef>
            </a:pPr>
            <a:r>
              <a:rPr sz="3825" i="1" spc="277" baseline="-29411" dirty="0">
                <a:latin typeface="Times New Roman"/>
                <a:cs typeface="Times New Roman"/>
              </a:rPr>
              <a:t>e</a:t>
            </a:r>
            <a:r>
              <a:rPr sz="2250" i="1" spc="75" baseline="-3703" dirty="0">
                <a:latin typeface="Times New Roman"/>
                <a:cs typeface="Times New Roman"/>
              </a:rPr>
              <a:t>z</a:t>
            </a:r>
            <a:r>
              <a:rPr sz="1575" spc="89" baseline="-29100" dirty="0">
                <a:latin typeface="Times New Roman"/>
                <a:cs typeface="Times New Roman"/>
              </a:rPr>
              <a:t>2</a:t>
            </a:r>
            <a:r>
              <a:rPr sz="2400" b="0" dirty="0">
                <a:solidFill>
                  <a:srgbClr val="FF0000"/>
                </a:solidFill>
                <a:latin typeface="Calibri Light"/>
                <a:cs typeface="Calibri Light"/>
              </a:rPr>
              <a:t>2.7</a:t>
            </a:r>
            <a:endParaRPr sz="2400">
              <a:latin typeface="Calibri Light"/>
              <a:cs typeface="Calibri Light"/>
            </a:endParaRPr>
          </a:p>
        </p:txBody>
      </p:sp>
      <p:sp>
        <p:nvSpPr>
          <p:cNvPr id="70" name="object 69">
            <a:extLst>
              <a:ext uri="{FF2B5EF4-FFF2-40B4-BE49-F238E27FC236}">
                <a16:creationId xmlns:a16="http://schemas.microsoft.com/office/drawing/2014/main" id="{6D073DB0-F734-C0A3-8FDD-344B4140C5C0}"/>
              </a:ext>
            </a:extLst>
          </p:cNvPr>
          <p:cNvSpPr txBox="1"/>
          <p:nvPr/>
        </p:nvSpPr>
        <p:spPr>
          <a:xfrm>
            <a:off x="4745768" y="2978182"/>
            <a:ext cx="333375" cy="391160"/>
          </a:xfrm>
          <a:prstGeom prst="rect">
            <a:avLst/>
          </a:prstGeom>
        </p:spPr>
        <p:txBody>
          <a:bodyPr vert="horz" wrap="square" lIns="0" tIns="12700" rIns="0" bIns="0" rtlCol="0">
            <a:spAutoFit/>
          </a:bodyPr>
          <a:lstStyle/>
          <a:p>
            <a:pPr marL="12700">
              <a:lnSpc>
                <a:spcPct val="100000"/>
              </a:lnSpc>
              <a:spcBef>
                <a:spcPts val="100"/>
              </a:spcBef>
            </a:pPr>
            <a:r>
              <a:rPr sz="2400" b="0" spc="-5" dirty="0">
                <a:solidFill>
                  <a:srgbClr val="FF0000"/>
                </a:solidFill>
                <a:latin typeface="Calibri Light"/>
                <a:cs typeface="Calibri Light"/>
              </a:rPr>
              <a:t>20</a:t>
            </a:r>
            <a:endParaRPr sz="2400">
              <a:latin typeface="Calibri Light"/>
              <a:cs typeface="Calibri Light"/>
            </a:endParaRPr>
          </a:p>
        </p:txBody>
      </p:sp>
      <p:sp>
        <p:nvSpPr>
          <p:cNvPr id="71" name="object 70">
            <a:extLst>
              <a:ext uri="{FF2B5EF4-FFF2-40B4-BE49-F238E27FC236}">
                <a16:creationId xmlns:a16="http://schemas.microsoft.com/office/drawing/2014/main" id="{18C6A997-1959-B557-B91B-0F1A21F882EF}"/>
              </a:ext>
            </a:extLst>
          </p:cNvPr>
          <p:cNvSpPr txBox="1"/>
          <p:nvPr/>
        </p:nvSpPr>
        <p:spPr>
          <a:xfrm>
            <a:off x="5885339" y="4732052"/>
            <a:ext cx="562610" cy="391160"/>
          </a:xfrm>
          <a:prstGeom prst="rect">
            <a:avLst/>
          </a:prstGeom>
        </p:spPr>
        <p:txBody>
          <a:bodyPr vert="horz" wrap="square" lIns="0" tIns="12700" rIns="0" bIns="0" rtlCol="0">
            <a:spAutoFit/>
          </a:bodyPr>
          <a:lstStyle/>
          <a:p>
            <a:pPr marL="12700">
              <a:lnSpc>
                <a:spcPct val="100000"/>
              </a:lnSpc>
              <a:spcBef>
                <a:spcPts val="100"/>
              </a:spcBef>
            </a:pPr>
            <a:r>
              <a:rPr sz="2400" b="0" dirty="0">
                <a:solidFill>
                  <a:srgbClr val="FF0000"/>
                </a:solidFill>
                <a:latin typeface="Calibri Light"/>
                <a:cs typeface="Calibri Light"/>
              </a:rPr>
              <a:t>0.</a:t>
            </a:r>
            <a:r>
              <a:rPr sz="2400" b="0" spc="-10" dirty="0">
                <a:solidFill>
                  <a:srgbClr val="FF0000"/>
                </a:solidFill>
                <a:latin typeface="Calibri Light"/>
                <a:cs typeface="Calibri Light"/>
              </a:rPr>
              <a:t>0</a:t>
            </a:r>
            <a:r>
              <a:rPr sz="2400" b="0" dirty="0">
                <a:solidFill>
                  <a:srgbClr val="FF0000"/>
                </a:solidFill>
                <a:latin typeface="Calibri Light"/>
                <a:cs typeface="Calibri Light"/>
              </a:rPr>
              <a:t>5</a:t>
            </a:r>
            <a:endParaRPr sz="2400">
              <a:latin typeface="Calibri Light"/>
              <a:cs typeface="Calibri Light"/>
            </a:endParaRPr>
          </a:p>
        </p:txBody>
      </p:sp>
      <p:sp>
        <p:nvSpPr>
          <p:cNvPr id="72" name="object 71">
            <a:extLst>
              <a:ext uri="{FF2B5EF4-FFF2-40B4-BE49-F238E27FC236}">
                <a16:creationId xmlns:a16="http://schemas.microsoft.com/office/drawing/2014/main" id="{489BBF12-6B8B-DF52-8D26-B77FEEC1EAE9}"/>
              </a:ext>
            </a:extLst>
          </p:cNvPr>
          <p:cNvSpPr txBox="1"/>
          <p:nvPr/>
        </p:nvSpPr>
        <p:spPr>
          <a:xfrm>
            <a:off x="8331740" y="2924588"/>
            <a:ext cx="55880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Times New Roman"/>
                <a:cs typeface="Times New Roman"/>
              </a:rPr>
              <a:t>0.88</a:t>
            </a:r>
            <a:endParaRPr sz="2400" dirty="0">
              <a:latin typeface="Times New Roman"/>
              <a:cs typeface="Times New Roman"/>
            </a:endParaRPr>
          </a:p>
        </p:txBody>
      </p:sp>
      <p:sp>
        <p:nvSpPr>
          <p:cNvPr id="73" name="object 72">
            <a:extLst>
              <a:ext uri="{FF2B5EF4-FFF2-40B4-BE49-F238E27FC236}">
                <a16:creationId xmlns:a16="http://schemas.microsoft.com/office/drawing/2014/main" id="{3DFC6CE4-41EC-DEAC-5040-589D882E4187}"/>
              </a:ext>
            </a:extLst>
          </p:cNvPr>
          <p:cNvSpPr txBox="1"/>
          <p:nvPr/>
        </p:nvSpPr>
        <p:spPr>
          <a:xfrm>
            <a:off x="8587392" y="1316972"/>
            <a:ext cx="1759585" cy="1125220"/>
          </a:xfrm>
          <a:prstGeom prst="rect">
            <a:avLst/>
          </a:prstGeom>
        </p:spPr>
        <p:txBody>
          <a:bodyPr vert="horz" wrap="square" lIns="0" tIns="12700" rIns="0" bIns="0" rtlCol="0">
            <a:spAutoFit/>
          </a:bodyPr>
          <a:lstStyle/>
          <a:p>
            <a:pPr marL="12700">
              <a:lnSpc>
                <a:spcPct val="100000"/>
              </a:lnSpc>
              <a:spcBef>
                <a:spcPts val="100"/>
              </a:spcBef>
            </a:pPr>
            <a:r>
              <a:rPr sz="2400" b="1" i="1" u="sng" spc="-5" dirty="0">
                <a:uFill>
                  <a:solidFill>
                    <a:srgbClr val="000000"/>
                  </a:solidFill>
                </a:uFill>
                <a:latin typeface="Calibri"/>
                <a:cs typeface="Calibri"/>
              </a:rPr>
              <a:t>Probability</a:t>
            </a:r>
            <a:r>
              <a:rPr sz="2400" spc="-5" dirty="0">
                <a:latin typeface="Calibri"/>
                <a:cs typeface="Calibri"/>
              </a:rPr>
              <a:t>:</a:t>
            </a:r>
            <a:endParaRPr sz="2400" dirty="0">
              <a:latin typeface="Calibri"/>
              <a:cs typeface="Calibri"/>
            </a:endParaRPr>
          </a:p>
          <a:p>
            <a:pPr marL="355600" indent="-342900">
              <a:lnSpc>
                <a:spcPct val="100000"/>
              </a:lnSpc>
              <a:spcBef>
                <a:spcPts val="15"/>
              </a:spcBef>
              <a:buFont typeface="Wingdings"/>
              <a:buChar char=""/>
              <a:tabLst>
                <a:tab pos="355600" algn="l"/>
              </a:tabLst>
            </a:pPr>
            <a:r>
              <a:rPr sz="2400" dirty="0">
                <a:latin typeface="Cambria Math"/>
                <a:cs typeface="Cambria Math"/>
              </a:rPr>
              <a:t>1 &gt; </a:t>
            </a:r>
            <a:r>
              <a:rPr sz="2400" spc="-10" dirty="0">
                <a:latin typeface="Cambria Math"/>
                <a:cs typeface="Cambria Math"/>
              </a:rPr>
              <a:t>𝑦</a:t>
            </a:r>
            <a:r>
              <a:rPr sz="2625" spc="-15" baseline="-15873" dirty="0">
                <a:latin typeface="Cambria Math"/>
                <a:cs typeface="Cambria Math"/>
              </a:rPr>
              <a:t>𝑖 </a:t>
            </a:r>
            <a:r>
              <a:rPr sz="2400" dirty="0">
                <a:latin typeface="Cambria Math"/>
                <a:cs typeface="Cambria Math"/>
              </a:rPr>
              <a:t>&gt;</a:t>
            </a:r>
            <a:r>
              <a:rPr sz="2400" spc="365" dirty="0">
                <a:latin typeface="Cambria Math"/>
                <a:cs typeface="Cambria Math"/>
              </a:rPr>
              <a:t> </a:t>
            </a:r>
            <a:r>
              <a:rPr sz="2400" dirty="0">
                <a:latin typeface="Cambria Math"/>
                <a:cs typeface="Cambria Math"/>
              </a:rPr>
              <a:t>0</a:t>
            </a:r>
          </a:p>
          <a:p>
            <a:pPr marL="355600" indent="-342900">
              <a:lnSpc>
                <a:spcPct val="100000"/>
              </a:lnSpc>
              <a:buSzPct val="137142"/>
              <a:buFont typeface="Wingdings"/>
              <a:buChar char=""/>
              <a:tabLst>
                <a:tab pos="355600" algn="l"/>
              </a:tabLst>
            </a:pPr>
            <a:r>
              <a:rPr sz="2625" spc="75" baseline="-19047" dirty="0">
                <a:latin typeface="Cambria Math"/>
                <a:cs typeface="Cambria Math"/>
              </a:rPr>
              <a:t>𝑖 </a:t>
            </a:r>
            <a:r>
              <a:rPr sz="2400" spc="-10" dirty="0">
                <a:latin typeface="Cambria Math"/>
                <a:cs typeface="Cambria Math"/>
              </a:rPr>
              <a:t>𝑦</a:t>
            </a:r>
            <a:r>
              <a:rPr sz="2625" spc="-15" baseline="-15873" dirty="0">
                <a:latin typeface="Cambria Math"/>
                <a:cs typeface="Cambria Math"/>
              </a:rPr>
              <a:t>𝑖 </a:t>
            </a:r>
            <a:r>
              <a:rPr sz="2400" dirty="0">
                <a:latin typeface="Cambria Math"/>
                <a:cs typeface="Cambria Math"/>
              </a:rPr>
              <a:t>=</a:t>
            </a:r>
            <a:r>
              <a:rPr sz="2400" spc="165" dirty="0">
                <a:latin typeface="Cambria Math"/>
                <a:cs typeface="Cambria Math"/>
              </a:rPr>
              <a:t> </a:t>
            </a:r>
            <a:r>
              <a:rPr sz="2400" dirty="0">
                <a:latin typeface="Cambria Math"/>
                <a:cs typeface="Cambria Math"/>
              </a:rPr>
              <a:t>1</a:t>
            </a:r>
          </a:p>
        </p:txBody>
      </p:sp>
      <p:sp>
        <p:nvSpPr>
          <p:cNvPr id="74" name="object 73">
            <a:extLst>
              <a:ext uri="{FF2B5EF4-FFF2-40B4-BE49-F238E27FC236}">
                <a16:creationId xmlns:a16="http://schemas.microsoft.com/office/drawing/2014/main" id="{142FAA78-FE33-3269-6E91-16D0CF518314}"/>
              </a:ext>
            </a:extLst>
          </p:cNvPr>
          <p:cNvSpPr/>
          <p:nvPr/>
        </p:nvSpPr>
        <p:spPr>
          <a:xfrm>
            <a:off x="9622760" y="3937077"/>
            <a:ext cx="266065" cy="827405"/>
          </a:xfrm>
          <a:custGeom>
            <a:avLst/>
            <a:gdLst/>
            <a:ahLst/>
            <a:cxnLst/>
            <a:rect l="l" t="t" r="r" b="b"/>
            <a:pathLst>
              <a:path w="266065" h="827404">
                <a:moveTo>
                  <a:pt x="265681" y="0"/>
                </a:moveTo>
                <a:lnTo>
                  <a:pt x="0" y="827081"/>
                </a:lnTo>
              </a:path>
            </a:pathLst>
          </a:custGeom>
          <a:ln w="13525">
            <a:solidFill>
              <a:srgbClr val="000000"/>
            </a:solidFill>
          </a:ln>
        </p:spPr>
        <p:txBody>
          <a:bodyPr wrap="square" lIns="0" tIns="0" rIns="0" bIns="0" rtlCol="0"/>
          <a:lstStyle/>
          <a:p>
            <a:endParaRPr/>
          </a:p>
        </p:txBody>
      </p:sp>
      <p:sp>
        <p:nvSpPr>
          <p:cNvPr id="75" name="object 74">
            <a:extLst>
              <a:ext uri="{FF2B5EF4-FFF2-40B4-BE49-F238E27FC236}">
                <a16:creationId xmlns:a16="http://schemas.microsoft.com/office/drawing/2014/main" id="{E30FF5F4-875D-B49E-35B7-3B5CB2172304}"/>
              </a:ext>
            </a:extLst>
          </p:cNvPr>
          <p:cNvSpPr txBox="1"/>
          <p:nvPr/>
        </p:nvSpPr>
        <p:spPr>
          <a:xfrm>
            <a:off x="9575365" y="4162377"/>
            <a:ext cx="93345" cy="187960"/>
          </a:xfrm>
          <a:prstGeom prst="rect">
            <a:avLst/>
          </a:prstGeom>
        </p:spPr>
        <p:txBody>
          <a:bodyPr vert="horz" wrap="square" lIns="0" tIns="14604" rIns="0" bIns="0" rtlCol="0">
            <a:spAutoFit/>
          </a:bodyPr>
          <a:lstStyle/>
          <a:p>
            <a:pPr marL="12700">
              <a:lnSpc>
                <a:spcPct val="100000"/>
              </a:lnSpc>
              <a:spcBef>
                <a:spcPts val="114"/>
              </a:spcBef>
            </a:pPr>
            <a:r>
              <a:rPr sz="1050" spc="0" dirty="0">
                <a:latin typeface="Times New Roman"/>
                <a:cs typeface="Times New Roman"/>
              </a:rPr>
              <a:t>2</a:t>
            </a:r>
            <a:endParaRPr sz="1050">
              <a:latin typeface="Times New Roman"/>
              <a:cs typeface="Times New Roman"/>
            </a:endParaRPr>
          </a:p>
        </p:txBody>
      </p:sp>
      <p:sp>
        <p:nvSpPr>
          <p:cNvPr id="76" name="object 75">
            <a:extLst>
              <a:ext uri="{FF2B5EF4-FFF2-40B4-BE49-F238E27FC236}">
                <a16:creationId xmlns:a16="http://schemas.microsoft.com/office/drawing/2014/main" id="{90CDBA77-C78F-F587-39C6-EF85EC556801}"/>
              </a:ext>
            </a:extLst>
          </p:cNvPr>
          <p:cNvSpPr txBox="1"/>
          <p:nvPr/>
        </p:nvSpPr>
        <p:spPr>
          <a:xfrm>
            <a:off x="9900259" y="3879676"/>
            <a:ext cx="360680" cy="894080"/>
          </a:xfrm>
          <a:prstGeom prst="rect">
            <a:avLst/>
          </a:prstGeom>
        </p:spPr>
        <p:txBody>
          <a:bodyPr vert="horz" wrap="square" lIns="0" tIns="11430" rIns="0" bIns="0" rtlCol="0">
            <a:spAutoFit/>
          </a:bodyPr>
          <a:lstStyle/>
          <a:p>
            <a:pPr marL="13335" algn="ctr">
              <a:lnSpc>
                <a:spcPts val="1345"/>
              </a:lnSpc>
              <a:spcBef>
                <a:spcPts val="90"/>
              </a:spcBef>
            </a:pPr>
            <a:r>
              <a:rPr sz="1500" spc="-5" dirty="0">
                <a:latin typeface="Times New Roman"/>
                <a:cs typeface="Times New Roman"/>
              </a:rPr>
              <a:t>3</a:t>
            </a:r>
            <a:endParaRPr sz="1500">
              <a:latin typeface="Times New Roman"/>
              <a:cs typeface="Times New Roman"/>
            </a:endParaRPr>
          </a:p>
          <a:p>
            <a:pPr marL="12700">
              <a:lnSpc>
                <a:spcPts val="3904"/>
              </a:lnSpc>
            </a:pPr>
            <a:r>
              <a:rPr sz="3800" spc="-1714" dirty="0">
                <a:latin typeface="Symbol"/>
                <a:cs typeface="Symbol"/>
              </a:rPr>
              <a:t></a:t>
            </a:r>
            <a:endParaRPr sz="3800">
              <a:latin typeface="Symbol"/>
              <a:cs typeface="Symbol"/>
            </a:endParaRPr>
          </a:p>
          <a:p>
            <a:pPr marL="63500" algn="ctr">
              <a:lnSpc>
                <a:spcPts val="1595"/>
              </a:lnSpc>
            </a:pPr>
            <a:r>
              <a:rPr sz="1500" i="1" spc="-5" dirty="0">
                <a:latin typeface="Times New Roman"/>
                <a:cs typeface="Times New Roman"/>
              </a:rPr>
              <a:t>j</a:t>
            </a:r>
            <a:r>
              <a:rPr sz="1500" i="1" spc="-280" dirty="0">
                <a:latin typeface="Times New Roman"/>
                <a:cs typeface="Times New Roman"/>
              </a:rPr>
              <a:t> </a:t>
            </a:r>
            <a:r>
              <a:rPr sz="1500" spc="-45" dirty="0">
                <a:latin typeface="Symbol"/>
                <a:cs typeface="Symbol"/>
              </a:rPr>
              <a:t></a:t>
            </a:r>
            <a:r>
              <a:rPr sz="1500" spc="-45" dirty="0">
                <a:latin typeface="Times New Roman"/>
                <a:cs typeface="Times New Roman"/>
              </a:rPr>
              <a:t>1</a:t>
            </a:r>
            <a:endParaRPr sz="1500">
              <a:latin typeface="Times New Roman"/>
              <a:cs typeface="Times New Roman"/>
            </a:endParaRPr>
          </a:p>
        </p:txBody>
      </p:sp>
      <p:sp>
        <p:nvSpPr>
          <p:cNvPr id="77" name="object 76">
            <a:extLst>
              <a:ext uri="{FF2B5EF4-FFF2-40B4-BE49-F238E27FC236}">
                <a16:creationId xmlns:a16="http://schemas.microsoft.com/office/drawing/2014/main" id="{AA67C05F-0C7B-01B0-6D69-C87EA1A8E348}"/>
              </a:ext>
            </a:extLst>
          </p:cNvPr>
          <p:cNvSpPr txBox="1"/>
          <p:nvPr/>
        </p:nvSpPr>
        <p:spPr>
          <a:xfrm>
            <a:off x="9493255" y="4052347"/>
            <a:ext cx="99695" cy="253365"/>
          </a:xfrm>
          <a:prstGeom prst="rect">
            <a:avLst/>
          </a:prstGeom>
        </p:spPr>
        <p:txBody>
          <a:bodyPr vert="horz" wrap="square" lIns="0" tIns="11430" rIns="0" bIns="0" rtlCol="0">
            <a:spAutoFit/>
          </a:bodyPr>
          <a:lstStyle/>
          <a:p>
            <a:pPr marL="12700">
              <a:lnSpc>
                <a:spcPct val="100000"/>
              </a:lnSpc>
              <a:spcBef>
                <a:spcPts val="90"/>
              </a:spcBef>
            </a:pPr>
            <a:r>
              <a:rPr sz="1500" i="1" spc="-5" dirty="0">
                <a:latin typeface="Times New Roman"/>
                <a:cs typeface="Times New Roman"/>
              </a:rPr>
              <a:t>z</a:t>
            </a:r>
            <a:endParaRPr sz="1500">
              <a:latin typeface="Times New Roman"/>
              <a:cs typeface="Times New Roman"/>
            </a:endParaRPr>
          </a:p>
        </p:txBody>
      </p:sp>
      <p:sp>
        <p:nvSpPr>
          <p:cNvPr id="78" name="object 77">
            <a:extLst>
              <a:ext uri="{FF2B5EF4-FFF2-40B4-BE49-F238E27FC236}">
                <a16:creationId xmlns:a16="http://schemas.microsoft.com/office/drawing/2014/main" id="{0C0FD765-BF95-7175-42C3-6D2E8BFB0BBC}"/>
              </a:ext>
            </a:extLst>
          </p:cNvPr>
          <p:cNvSpPr txBox="1"/>
          <p:nvPr/>
        </p:nvSpPr>
        <p:spPr>
          <a:xfrm>
            <a:off x="10286127" y="3895863"/>
            <a:ext cx="338455" cy="415290"/>
          </a:xfrm>
          <a:prstGeom prst="rect">
            <a:avLst/>
          </a:prstGeom>
        </p:spPr>
        <p:txBody>
          <a:bodyPr vert="horz" wrap="square" lIns="0" tIns="13335" rIns="0" bIns="0" rtlCol="0">
            <a:spAutoFit/>
          </a:bodyPr>
          <a:lstStyle/>
          <a:p>
            <a:pPr marL="12700">
              <a:lnSpc>
                <a:spcPct val="100000"/>
              </a:lnSpc>
              <a:spcBef>
                <a:spcPts val="105"/>
              </a:spcBef>
            </a:pPr>
            <a:r>
              <a:rPr sz="3825" i="1" spc="127" baseline="-30501" dirty="0">
                <a:latin typeface="Times New Roman"/>
                <a:cs typeface="Times New Roman"/>
              </a:rPr>
              <a:t>e</a:t>
            </a:r>
            <a:r>
              <a:rPr sz="1500" i="1" spc="85" dirty="0">
                <a:latin typeface="Times New Roman"/>
                <a:cs typeface="Times New Roman"/>
              </a:rPr>
              <a:t>z</a:t>
            </a:r>
            <a:r>
              <a:rPr sz="1500" i="1" spc="-180" dirty="0">
                <a:latin typeface="Times New Roman"/>
                <a:cs typeface="Times New Roman"/>
              </a:rPr>
              <a:t> </a:t>
            </a:r>
            <a:r>
              <a:rPr sz="1575" i="1" baseline="-18518" dirty="0">
                <a:latin typeface="Times New Roman"/>
                <a:cs typeface="Times New Roman"/>
              </a:rPr>
              <a:t>j</a:t>
            </a:r>
            <a:endParaRPr sz="1575" baseline="-18518">
              <a:latin typeface="Times New Roman"/>
              <a:cs typeface="Times New Roman"/>
            </a:endParaRPr>
          </a:p>
        </p:txBody>
      </p:sp>
      <p:sp>
        <p:nvSpPr>
          <p:cNvPr id="79" name="object 78">
            <a:extLst>
              <a:ext uri="{FF2B5EF4-FFF2-40B4-BE49-F238E27FC236}">
                <a16:creationId xmlns:a16="http://schemas.microsoft.com/office/drawing/2014/main" id="{E38E0A21-DD9E-9B9C-260B-82B1E95E15C2}"/>
              </a:ext>
            </a:extLst>
          </p:cNvPr>
          <p:cNvSpPr/>
          <p:nvPr/>
        </p:nvSpPr>
        <p:spPr>
          <a:xfrm>
            <a:off x="9601562" y="4865194"/>
            <a:ext cx="266700" cy="827405"/>
          </a:xfrm>
          <a:custGeom>
            <a:avLst/>
            <a:gdLst/>
            <a:ahLst/>
            <a:cxnLst/>
            <a:rect l="l" t="t" r="r" b="b"/>
            <a:pathLst>
              <a:path w="266700" h="827404">
                <a:moveTo>
                  <a:pt x="266072" y="0"/>
                </a:moveTo>
                <a:lnTo>
                  <a:pt x="0" y="827081"/>
                </a:lnTo>
              </a:path>
            </a:pathLst>
          </a:custGeom>
          <a:ln w="13566">
            <a:solidFill>
              <a:srgbClr val="000000"/>
            </a:solidFill>
          </a:ln>
        </p:spPr>
        <p:txBody>
          <a:bodyPr wrap="square" lIns="0" tIns="0" rIns="0" bIns="0" rtlCol="0"/>
          <a:lstStyle/>
          <a:p>
            <a:endParaRPr/>
          </a:p>
        </p:txBody>
      </p:sp>
      <p:sp>
        <p:nvSpPr>
          <p:cNvPr id="80" name="object 79">
            <a:extLst>
              <a:ext uri="{FF2B5EF4-FFF2-40B4-BE49-F238E27FC236}">
                <a16:creationId xmlns:a16="http://schemas.microsoft.com/office/drawing/2014/main" id="{AF04CE1A-6D18-3853-AB7D-F6AF6DAFEA06}"/>
              </a:ext>
            </a:extLst>
          </p:cNvPr>
          <p:cNvSpPr txBox="1"/>
          <p:nvPr/>
        </p:nvSpPr>
        <p:spPr>
          <a:xfrm>
            <a:off x="9879513" y="4807792"/>
            <a:ext cx="360680" cy="894080"/>
          </a:xfrm>
          <a:prstGeom prst="rect">
            <a:avLst/>
          </a:prstGeom>
        </p:spPr>
        <p:txBody>
          <a:bodyPr vert="horz" wrap="square" lIns="0" tIns="11430" rIns="0" bIns="0" rtlCol="0">
            <a:spAutoFit/>
          </a:bodyPr>
          <a:lstStyle/>
          <a:p>
            <a:pPr marL="13970" algn="ctr">
              <a:lnSpc>
                <a:spcPts val="1345"/>
              </a:lnSpc>
              <a:spcBef>
                <a:spcPts val="90"/>
              </a:spcBef>
            </a:pPr>
            <a:r>
              <a:rPr sz="1500" spc="-5" dirty="0">
                <a:latin typeface="Times New Roman"/>
                <a:cs typeface="Times New Roman"/>
              </a:rPr>
              <a:t>3</a:t>
            </a:r>
            <a:endParaRPr sz="1500">
              <a:latin typeface="Times New Roman"/>
              <a:cs typeface="Times New Roman"/>
            </a:endParaRPr>
          </a:p>
          <a:p>
            <a:pPr marL="12700">
              <a:lnSpc>
                <a:spcPts val="3904"/>
              </a:lnSpc>
            </a:pPr>
            <a:r>
              <a:rPr sz="3800" spc="-1714" dirty="0">
                <a:latin typeface="Symbol"/>
                <a:cs typeface="Symbol"/>
              </a:rPr>
              <a:t></a:t>
            </a:r>
            <a:endParaRPr sz="3800">
              <a:latin typeface="Symbol"/>
              <a:cs typeface="Symbol"/>
            </a:endParaRPr>
          </a:p>
          <a:p>
            <a:pPr marL="63500" algn="ctr">
              <a:lnSpc>
                <a:spcPts val="1595"/>
              </a:lnSpc>
            </a:pPr>
            <a:r>
              <a:rPr sz="1500" i="1" spc="-5" dirty="0">
                <a:latin typeface="Times New Roman"/>
                <a:cs typeface="Times New Roman"/>
              </a:rPr>
              <a:t>j</a:t>
            </a:r>
            <a:r>
              <a:rPr sz="1500" i="1" spc="-280" dirty="0">
                <a:latin typeface="Times New Roman"/>
                <a:cs typeface="Times New Roman"/>
              </a:rPr>
              <a:t> </a:t>
            </a:r>
            <a:r>
              <a:rPr sz="1500" spc="-45" dirty="0">
                <a:latin typeface="Symbol"/>
                <a:cs typeface="Symbol"/>
              </a:rPr>
              <a:t></a:t>
            </a:r>
            <a:r>
              <a:rPr sz="1500" spc="-45" dirty="0">
                <a:latin typeface="Times New Roman"/>
                <a:cs typeface="Times New Roman"/>
              </a:rPr>
              <a:t>1</a:t>
            </a:r>
            <a:endParaRPr sz="1500">
              <a:latin typeface="Times New Roman"/>
              <a:cs typeface="Times New Roman"/>
            </a:endParaRPr>
          </a:p>
        </p:txBody>
      </p:sp>
      <p:sp>
        <p:nvSpPr>
          <p:cNvPr id="81" name="object 80">
            <a:extLst>
              <a:ext uri="{FF2B5EF4-FFF2-40B4-BE49-F238E27FC236}">
                <a16:creationId xmlns:a16="http://schemas.microsoft.com/office/drawing/2014/main" id="{7AF5818C-10B3-085A-289A-74D51A2C6F88}"/>
              </a:ext>
            </a:extLst>
          </p:cNvPr>
          <p:cNvSpPr txBox="1"/>
          <p:nvPr/>
        </p:nvSpPr>
        <p:spPr>
          <a:xfrm>
            <a:off x="9471935" y="4978789"/>
            <a:ext cx="171450" cy="253365"/>
          </a:xfrm>
          <a:prstGeom prst="rect">
            <a:avLst/>
          </a:prstGeom>
        </p:spPr>
        <p:txBody>
          <a:bodyPr vert="horz" wrap="square" lIns="0" tIns="11430" rIns="0" bIns="0" rtlCol="0">
            <a:spAutoFit/>
          </a:bodyPr>
          <a:lstStyle/>
          <a:p>
            <a:pPr marL="12700">
              <a:lnSpc>
                <a:spcPct val="100000"/>
              </a:lnSpc>
              <a:spcBef>
                <a:spcPts val="90"/>
              </a:spcBef>
            </a:pPr>
            <a:r>
              <a:rPr sz="1500" i="1" spc="20" dirty="0">
                <a:latin typeface="Times New Roman"/>
                <a:cs typeface="Times New Roman"/>
              </a:rPr>
              <a:t>z</a:t>
            </a:r>
            <a:r>
              <a:rPr sz="1575" spc="0" baseline="-23809" dirty="0">
                <a:latin typeface="Times New Roman"/>
                <a:cs typeface="Times New Roman"/>
              </a:rPr>
              <a:t>3</a:t>
            </a:r>
            <a:endParaRPr sz="1575" baseline="-23809">
              <a:latin typeface="Times New Roman"/>
              <a:cs typeface="Times New Roman"/>
            </a:endParaRPr>
          </a:p>
        </p:txBody>
      </p:sp>
      <p:sp>
        <p:nvSpPr>
          <p:cNvPr id="82" name="object 81">
            <a:extLst>
              <a:ext uri="{FF2B5EF4-FFF2-40B4-BE49-F238E27FC236}">
                <a16:creationId xmlns:a16="http://schemas.microsoft.com/office/drawing/2014/main" id="{901E87CB-6A45-8A12-F2A8-1703C1A2C517}"/>
              </a:ext>
            </a:extLst>
          </p:cNvPr>
          <p:cNvSpPr txBox="1"/>
          <p:nvPr/>
        </p:nvSpPr>
        <p:spPr>
          <a:xfrm>
            <a:off x="10434529" y="4959311"/>
            <a:ext cx="170180" cy="253365"/>
          </a:xfrm>
          <a:prstGeom prst="rect">
            <a:avLst/>
          </a:prstGeom>
        </p:spPr>
        <p:txBody>
          <a:bodyPr vert="horz" wrap="square" lIns="0" tIns="11430" rIns="0" bIns="0" rtlCol="0">
            <a:spAutoFit/>
          </a:bodyPr>
          <a:lstStyle/>
          <a:p>
            <a:pPr marL="12700">
              <a:lnSpc>
                <a:spcPct val="100000"/>
              </a:lnSpc>
              <a:spcBef>
                <a:spcPts val="90"/>
              </a:spcBef>
            </a:pPr>
            <a:r>
              <a:rPr sz="1500" i="1" spc="-5" dirty="0">
                <a:latin typeface="Times New Roman"/>
                <a:cs typeface="Times New Roman"/>
              </a:rPr>
              <a:t>z</a:t>
            </a:r>
            <a:r>
              <a:rPr sz="1500" i="1" spc="-190" dirty="0">
                <a:latin typeface="Times New Roman"/>
                <a:cs typeface="Times New Roman"/>
              </a:rPr>
              <a:t> </a:t>
            </a:r>
            <a:r>
              <a:rPr sz="1575" i="1" baseline="-18518" dirty="0">
                <a:latin typeface="Times New Roman"/>
                <a:cs typeface="Times New Roman"/>
              </a:rPr>
              <a:t>j</a:t>
            </a:r>
            <a:endParaRPr sz="1575" baseline="-18518">
              <a:latin typeface="Times New Roman"/>
              <a:cs typeface="Times New Roman"/>
            </a:endParaRPr>
          </a:p>
        </p:txBody>
      </p:sp>
      <p:sp>
        <p:nvSpPr>
          <p:cNvPr id="83" name="object 82">
            <a:extLst>
              <a:ext uri="{FF2B5EF4-FFF2-40B4-BE49-F238E27FC236}">
                <a16:creationId xmlns:a16="http://schemas.microsoft.com/office/drawing/2014/main" id="{26F09DE8-0C7A-7C8D-C846-F72E20C0C88B}"/>
              </a:ext>
            </a:extLst>
          </p:cNvPr>
          <p:cNvSpPr txBox="1"/>
          <p:nvPr/>
        </p:nvSpPr>
        <p:spPr>
          <a:xfrm>
            <a:off x="10265888" y="5002596"/>
            <a:ext cx="170180" cy="415290"/>
          </a:xfrm>
          <a:prstGeom prst="rect">
            <a:avLst/>
          </a:prstGeom>
        </p:spPr>
        <p:txBody>
          <a:bodyPr vert="horz" wrap="square" lIns="0" tIns="13335" rIns="0" bIns="0" rtlCol="0">
            <a:spAutoFit/>
          </a:bodyPr>
          <a:lstStyle/>
          <a:p>
            <a:pPr marL="12700">
              <a:lnSpc>
                <a:spcPct val="100000"/>
              </a:lnSpc>
              <a:spcBef>
                <a:spcPts val="105"/>
              </a:spcBef>
            </a:pPr>
            <a:r>
              <a:rPr sz="2550" i="1" dirty="0">
                <a:latin typeface="Times New Roman"/>
                <a:cs typeface="Times New Roman"/>
              </a:rPr>
              <a:t>e</a:t>
            </a:r>
            <a:endParaRPr sz="2550">
              <a:latin typeface="Times New Roman"/>
              <a:cs typeface="Times New Roman"/>
            </a:endParaRPr>
          </a:p>
        </p:txBody>
      </p:sp>
      <p:sp>
        <p:nvSpPr>
          <p:cNvPr id="84" name="object 83">
            <a:extLst>
              <a:ext uri="{FF2B5EF4-FFF2-40B4-BE49-F238E27FC236}">
                <a16:creationId xmlns:a16="http://schemas.microsoft.com/office/drawing/2014/main" id="{F2F1A644-CFA3-7A33-F6E4-7954C68E0B03}"/>
              </a:ext>
            </a:extLst>
          </p:cNvPr>
          <p:cNvSpPr txBox="1"/>
          <p:nvPr/>
        </p:nvSpPr>
        <p:spPr>
          <a:xfrm>
            <a:off x="8355489" y="3810236"/>
            <a:ext cx="1139190" cy="1607820"/>
          </a:xfrm>
          <a:prstGeom prst="rect">
            <a:avLst/>
          </a:prstGeom>
        </p:spPr>
        <p:txBody>
          <a:bodyPr vert="horz" wrap="square" lIns="0" tIns="12700" rIns="0" bIns="0" rtlCol="0">
            <a:spAutoFit/>
          </a:bodyPr>
          <a:lstStyle/>
          <a:p>
            <a:pPr marR="572135" algn="ctr">
              <a:lnSpc>
                <a:spcPts val="2485"/>
              </a:lnSpc>
              <a:spcBef>
                <a:spcPts val="100"/>
              </a:spcBef>
            </a:pPr>
            <a:r>
              <a:rPr sz="2400" b="1" spc="-5" dirty="0">
                <a:solidFill>
                  <a:srgbClr val="FF0000"/>
                </a:solidFill>
                <a:latin typeface="Times New Roman"/>
                <a:cs typeface="Times New Roman"/>
              </a:rPr>
              <a:t>0.12</a:t>
            </a:r>
            <a:endParaRPr sz="2400">
              <a:latin typeface="Times New Roman"/>
              <a:cs typeface="Times New Roman"/>
            </a:endParaRPr>
          </a:p>
          <a:p>
            <a:pPr marL="379095">
              <a:lnSpc>
                <a:spcPts val="2665"/>
              </a:lnSpc>
            </a:pPr>
            <a:r>
              <a:rPr sz="2550" i="1" spc="15" dirty="0">
                <a:latin typeface="Times New Roman"/>
                <a:cs typeface="Times New Roman"/>
              </a:rPr>
              <a:t>y</a:t>
            </a:r>
            <a:r>
              <a:rPr sz="2250" spc="22" baseline="-24074" dirty="0">
                <a:latin typeface="Times New Roman"/>
                <a:cs typeface="Times New Roman"/>
              </a:rPr>
              <a:t>2 </a:t>
            </a:r>
            <a:r>
              <a:rPr sz="2550" dirty="0">
                <a:latin typeface="Symbol"/>
                <a:cs typeface="Symbol"/>
              </a:rPr>
              <a:t></a:t>
            </a:r>
            <a:r>
              <a:rPr sz="2550" spc="-105" dirty="0">
                <a:latin typeface="Times New Roman"/>
                <a:cs typeface="Times New Roman"/>
              </a:rPr>
              <a:t> </a:t>
            </a:r>
            <a:r>
              <a:rPr sz="2550" i="1" dirty="0">
                <a:latin typeface="Times New Roman"/>
                <a:cs typeface="Times New Roman"/>
              </a:rPr>
              <a:t>e</a:t>
            </a:r>
            <a:endParaRPr sz="2550">
              <a:latin typeface="Times New Roman"/>
              <a:cs typeface="Times New Roman"/>
            </a:endParaRPr>
          </a:p>
          <a:p>
            <a:pPr marR="671830" algn="ctr">
              <a:lnSpc>
                <a:spcPts val="2840"/>
              </a:lnSpc>
              <a:spcBef>
                <a:spcPts val="1450"/>
              </a:spcBef>
            </a:pPr>
            <a:r>
              <a:rPr sz="2400" b="1" dirty="0">
                <a:solidFill>
                  <a:srgbClr val="FF0000"/>
                </a:solidFill>
                <a:latin typeface="Calibri"/>
                <a:cs typeface="Calibri"/>
              </a:rPr>
              <a:t>≈</a:t>
            </a:r>
            <a:r>
              <a:rPr sz="2400" b="1" dirty="0">
                <a:solidFill>
                  <a:srgbClr val="FF0000"/>
                </a:solidFill>
                <a:latin typeface="Times New Roman"/>
                <a:cs typeface="Times New Roman"/>
              </a:rPr>
              <a:t>0</a:t>
            </a:r>
            <a:endParaRPr sz="2400">
              <a:latin typeface="Times New Roman"/>
              <a:cs typeface="Times New Roman"/>
            </a:endParaRPr>
          </a:p>
          <a:p>
            <a:pPr marL="368935">
              <a:lnSpc>
                <a:spcPts val="3020"/>
              </a:lnSpc>
            </a:pPr>
            <a:r>
              <a:rPr sz="2550" i="1" dirty="0">
                <a:latin typeface="Times New Roman"/>
                <a:cs typeface="Times New Roman"/>
              </a:rPr>
              <a:t>y</a:t>
            </a:r>
            <a:r>
              <a:rPr sz="2250" baseline="-24074" dirty="0">
                <a:latin typeface="Times New Roman"/>
                <a:cs typeface="Times New Roman"/>
              </a:rPr>
              <a:t>3 </a:t>
            </a:r>
            <a:r>
              <a:rPr sz="2550" spc="0" dirty="0">
                <a:latin typeface="Symbol"/>
                <a:cs typeface="Symbol"/>
              </a:rPr>
              <a:t></a:t>
            </a:r>
            <a:r>
              <a:rPr sz="2550" spc="-105" dirty="0">
                <a:latin typeface="Times New Roman"/>
                <a:cs typeface="Times New Roman"/>
              </a:rPr>
              <a:t> </a:t>
            </a:r>
            <a:r>
              <a:rPr sz="2550" i="1" dirty="0">
                <a:latin typeface="Times New Roman"/>
                <a:cs typeface="Times New Roman"/>
              </a:rPr>
              <a:t>e</a:t>
            </a:r>
            <a:endParaRPr sz="2550">
              <a:latin typeface="Times New Roman"/>
              <a:cs typeface="Times New Roman"/>
            </a:endParaRPr>
          </a:p>
        </p:txBody>
      </p:sp>
      <p:grpSp>
        <p:nvGrpSpPr>
          <p:cNvPr id="2" name="组合 1">
            <a:extLst>
              <a:ext uri="{FF2B5EF4-FFF2-40B4-BE49-F238E27FC236}">
                <a16:creationId xmlns:a16="http://schemas.microsoft.com/office/drawing/2014/main" id="{3AAFBB3C-7A75-3DD0-2799-8181EE0BE6D3}"/>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58DEAEBC-50CB-2D71-6D44-4B2DA116E905}"/>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85" name="组合 84">
              <a:extLst>
                <a:ext uri="{FF2B5EF4-FFF2-40B4-BE49-F238E27FC236}">
                  <a16:creationId xmlns:a16="http://schemas.microsoft.com/office/drawing/2014/main" id="{FDBFD27D-EFF6-A7C1-F749-C0CD70330A22}"/>
                </a:ext>
              </a:extLst>
            </p:cNvPr>
            <p:cNvGrpSpPr/>
            <p:nvPr/>
          </p:nvGrpSpPr>
          <p:grpSpPr>
            <a:xfrm>
              <a:off x="695400" y="260648"/>
              <a:ext cx="3672271" cy="1058822"/>
              <a:chOff x="623392" y="310880"/>
              <a:chExt cx="3672271" cy="1058822"/>
            </a:xfrm>
          </p:grpSpPr>
          <p:sp>
            <p:nvSpPr>
              <p:cNvPr id="86" name="文本框 85">
                <a:extLst>
                  <a:ext uri="{FF2B5EF4-FFF2-40B4-BE49-F238E27FC236}">
                    <a16:creationId xmlns:a16="http://schemas.microsoft.com/office/drawing/2014/main" id="{44D1D00A-A880-A3F9-6DF1-5F79E4A0DC1E}"/>
                  </a:ext>
                </a:extLst>
              </p:cNvPr>
              <p:cNvSpPr txBox="1"/>
              <p:nvPr/>
            </p:nvSpPr>
            <p:spPr>
              <a:xfrm>
                <a:off x="623392" y="310880"/>
                <a:ext cx="2456122" cy="584775"/>
              </a:xfrm>
              <a:prstGeom prst="rect">
                <a:avLst/>
              </a:prstGeom>
              <a:noFill/>
            </p:spPr>
            <p:txBody>
              <a:bodyPr wrap="none" rtlCol="0">
                <a:spAutoFit/>
              </a:bodyPr>
              <a:lstStyle/>
              <a:p>
                <a:pPr>
                  <a:defRPr/>
                </a:pPr>
                <a:r>
                  <a:rPr lang="en-US" altLang="zh-CN" sz="3200" b="1" kern="0" dirty="0" err="1">
                    <a:solidFill>
                      <a:srgbClr val="8C1515"/>
                    </a:solidFill>
                    <a:latin typeface="Times New Roman" panose="02020603050405020304" pitchFamily="18" charset="0"/>
                    <a:ea typeface="黑体" panose="02010609060101010101" pitchFamily="49" charset="-122"/>
                    <a:cs typeface="Times New Roman" panose="02020603050405020304" pitchFamily="18" charset="0"/>
                  </a:rPr>
                  <a:t>Softmax</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输出</a:t>
                </a:r>
              </a:p>
            </p:txBody>
          </p:sp>
          <p:cxnSp>
            <p:nvCxnSpPr>
              <p:cNvPr id="87" name="直接连接符 86">
                <a:extLst>
                  <a:ext uri="{FF2B5EF4-FFF2-40B4-BE49-F238E27FC236}">
                    <a16:creationId xmlns:a16="http://schemas.microsoft.com/office/drawing/2014/main" id="{A96758D8-BB38-D185-5255-951F82E05C5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88" name="文本框 87">
                <a:extLst>
                  <a:ext uri="{FF2B5EF4-FFF2-40B4-BE49-F238E27FC236}">
                    <a16:creationId xmlns:a16="http://schemas.microsoft.com/office/drawing/2014/main" id="{C0AC2C97-20E1-D197-586A-5B1CE6CA3A11}"/>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023029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B51D191D-AD80-7618-F210-6A4DC95AF883}"/>
              </a:ext>
            </a:extLst>
          </p:cNvPr>
          <p:cNvSpPr/>
          <p:nvPr/>
        </p:nvSpPr>
        <p:spPr>
          <a:xfrm>
            <a:off x="104692" y="2919440"/>
            <a:ext cx="1603248" cy="1592580"/>
          </a:xfrm>
          <a:prstGeom prst="rect">
            <a:avLst/>
          </a:prstGeom>
          <a:blipFill>
            <a:blip r:embed="rId2" cstate="print"/>
            <a:stretch>
              <a:fillRect/>
            </a:stretch>
          </a:blipFill>
        </p:spPr>
        <p:txBody>
          <a:bodyPr wrap="square" lIns="0" tIns="0" rIns="0" bIns="0" rtlCol="0"/>
          <a:lstStyle/>
          <a:p>
            <a:endParaRPr/>
          </a:p>
        </p:txBody>
      </p:sp>
      <p:sp>
        <p:nvSpPr>
          <p:cNvPr id="5" name="object 3">
            <a:extLst>
              <a:ext uri="{FF2B5EF4-FFF2-40B4-BE49-F238E27FC236}">
                <a16:creationId xmlns:a16="http://schemas.microsoft.com/office/drawing/2014/main" id="{990C77CD-ACCA-87A4-DB86-E2E49798C0B2}"/>
              </a:ext>
            </a:extLst>
          </p:cNvPr>
          <p:cNvSpPr txBox="1"/>
          <p:nvPr/>
        </p:nvSpPr>
        <p:spPr>
          <a:xfrm>
            <a:off x="6456318" y="4949721"/>
            <a:ext cx="919480" cy="756920"/>
          </a:xfrm>
          <a:prstGeom prst="rect">
            <a:avLst/>
          </a:prstGeom>
        </p:spPr>
        <p:txBody>
          <a:bodyPr vert="horz" wrap="square" lIns="0" tIns="12700" rIns="0" bIns="0" rtlCol="0">
            <a:spAutoFit/>
          </a:bodyPr>
          <a:lstStyle/>
          <a:p>
            <a:pPr marL="114300" marR="5080" indent="-114300">
              <a:lnSpc>
                <a:spcPct val="100000"/>
              </a:lnSpc>
              <a:spcBef>
                <a:spcPts val="100"/>
              </a:spcBef>
            </a:pPr>
            <a:r>
              <a:rPr sz="2400" b="1" spc="-5" dirty="0">
                <a:latin typeface="Calibri"/>
                <a:cs typeface="Calibri"/>
              </a:rPr>
              <a:t>O</a:t>
            </a:r>
            <a:r>
              <a:rPr sz="2400" b="1" spc="-10" dirty="0">
                <a:latin typeface="Calibri"/>
                <a:cs typeface="Calibri"/>
              </a:rPr>
              <a:t>u</a:t>
            </a:r>
            <a:r>
              <a:rPr sz="2400" b="1" dirty="0">
                <a:latin typeface="Calibri"/>
                <a:cs typeface="Calibri"/>
              </a:rPr>
              <a:t>t</a:t>
            </a:r>
            <a:r>
              <a:rPr sz="2400" b="1" spc="-10" dirty="0">
                <a:latin typeface="Calibri"/>
                <a:cs typeface="Calibri"/>
              </a:rPr>
              <a:t>p</a:t>
            </a:r>
            <a:r>
              <a:rPr sz="2400" b="1" dirty="0">
                <a:latin typeface="Calibri"/>
                <a:cs typeface="Calibri"/>
              </a:rPr>
              <a:t>ut  </a:t>
            </a:r>
            <a:r>
              <a:rPr sz="2400" b="1" spc="-20" dirty="0">
                <a:latin typeface="Calibri"/>
                <a:cs typeface="Calibri"/>
              </a:rPr>
              <a:t>Layer</a:t>
            </a:r>
            <a:endParaRPr sz="2400">
              <a:latin typeface="Calibri"/>
              <a:cs typeface="Calibri"/>
            </a:endParaRPr>
          </a:p>
        </p:txBody>
      </p:sp>
      <p:sp>
        <p:nvSpPr>
          <p:cNvPr id="6" name="object 4">
            <a:extLst>
              <a:ext uri="{FF2B5EF4-FFF2-40B4-BE49-F238E27FC236}">
                <a16:creationId xmlns:a16="http://schemas.microsoft.com/office/drawing/2014/main" id="{7EAF69D4-F532-D18C-0B96-83433682D53F}"/>
              </a:ext>
            </a:extLst>
          </p:cNvPr>
          <p:cNvSpPr txBox="1"/>
          <p:nvPr/>
        </p:nvSpPr>
        <p:spPr>
          <a:xfrm>
            <a:off x="3516522" y="5297194"/>
            <a:ext cx="1790064" cy="391160"/>
          </a:xfrm>
          <a:prstGeom prst="rect">
            <a:avLst/>
          </a:prstGeom>
        </p:spPr>
        <p:txBody>
          <a:bodyPr vert="horz" wrap="square" lIns="0" tIns="12700" rIns="0" bIns="0" rtlCol="0">
            <a:spAutoFit/>
          </a:bodyPr>
          <a:lstStyle/>
          <a:p>
            <a:pPr>
              <a:lnSpc>
                <a:spcPct val="100000"/>
              </a:lnSpc>
              <a:spcBef>
                <a:spcPts val="100"/>
              </a:spcBef>
            </a:pPr>
            <a:r>
              <a:rPr sz="2400" b="1" spc="-5" dirty="0">
                <a:latin typeface="Calibri"/>
                <a:cs typeface="Calibri"/>
              </a:rPr>
              <a:t>Hidden</a:t>
            </a:r>
            <a:r>
              <a:rPr sz="2400" b="1" spc="-45" dirty="0">
                <a:latin typeface="Calibri"/>
                <a:cs typeface="Calibri"/>
              </a:rPr>
              <a:t> </a:t>
            </a:r>
            <a:r>
              <a:rPr sz="2400" b="1" spc="-20" dirty="0">
                <a:latin typeface="Calibri"/>
                <a:cs typeface="Calibri"/>
              </a:rPr>
              <a:t>Layers</a:t>
            </a:r>
            <a:endParaRPr sz="2400">
              <a:latin typeface="Calibri"/>
              <a:cs typeface="Calibri"/>
            </a:endParaRPr>
          </a:p>
        </p:txBody>
      </p:sp>
      <p:sp>
        <p:nvSpPr>
          <p:cNvPr id="7" name="object 5">
            <a:extLst>
              <a:ext uri="{FF2B5EF4-FFF2-40B4-BE49-F238E27FC236}">
                <a16:creationId xmlns:a16="http://schemas.microsoft.com/office/drawing/2014/main" id="{39E7EB68-4EA7-2D6D-B8DD-185BD3E69038}"/>
              </a:ext>
            </a:extLst>
          </p:cNvPr>
          <p:cNvSpPr/>
          <p:nvPr/>
        </p:nvSpPr>
        <p:spPr>
          <a:xfrm>
            <a:off x="2954928" y="5015635"/>
            <a:ext cx="2940050" cy="181610"/>
          </a:xfrm>
          <a:custGeom>
            <a:avLst/>
            <a:gdLst/>
            <a:ahLst/>
            <a:cxnLst/>
            <a:rect l="l" t="t" r="r" b="b"/>
            <a:pathLst>
              <a:path w="2940050" h="181610">
                <a:moveTo>
                  <a:pt x="2939796" y="0"/>
                </a:moveTo>
                <a:lnTo>
                  <a:pt x="2907387" y="39859"/>
                </a:lnTo>
                <a:lnTo>
                  <a:pt x="2869746" y="56696"/>
                </a:lnTo>
                <a:lnTo>
                  <a:pt x="2820364" y="70743"/>
                </a:lnTo>
                <a:lnTo>
                  <a:pt x="2761153" y="81454"/>
                </a:lnTo>
                <a:lnTo>
                  <a:pt x="2694027" y="88280"/>
                </a:lnTo>
                <a:lnTo>
                  <a:pt x="2620898" y="90677"/>
                </a:lnTo>
                <a:lnTo>
                  <a:pt x="1788795" y="90677"/>
                </a:lnTo>
                <a:lnTo>
                  <a:pt x="1715666" y="93075"/>
                </a:lnTo>
                <a:lnTo>
                  <a:pt x="1648540" y="99901"/>
                </a:lnTo>
                <a:lnTo>
                  <a:pt x="1589329" y="110612"/>
                </a:lnTo>
                <a:lnTo>
                  <a:pt x="1539947" y="124659"/>
                </a:lnTo>
                <a:lnTo>
                  <a:pt x="1502306" y="141496"/>
                </a:lnTo>
                <a:lnTo>
                  <a:pt x="1469897" y="181355"/>
                </a:lnTo>
                <a:lnTo>
                  <a:pt x="1461477" y="160577"/>
                </a:lnTo>
                <a:lnTo>
                  <a:pt x="1399848" y="124659"/>
                </a:lnTo>
                <a:lnTo>
                  <a:pt x="1350466" y="110612"/>
                </a:lnTo>
                <a:lnTo>
                  <a:pt x="1291255" y="99901"/>
                </a:lnTo>
                <a:lnTo>
                  <a:pt x="1224129" y="93075"/>
                </a:lnTo>
                <a:lnTo>
                  <a:pt x="1151001" y="90677"/>
                </a:lnTo>
                <a:lnTo>
                  <a:pt x="318897" y="90677"/>
                </a:lnTo>
                <a:lnTo>
                  <a:pt x="245768" y="88280"/>
                </a:lnTo>
                <a:lnTo>
                  <a:pt x="178642" y="81454"/>
                </a:lnTo>
                <a:lnTo>
                  <a:pt x="119431" y="70743"/>
                </a:lnTo>
                <a:lnTo>
                  <a:pt x="70049" y="56696"/>
                </a:lnTo>
                <a:lnTo>
                  <a:pt x="32408" y="39859"/>
                </a:lnTo>
                <a:lnTo>
                  <a:pt x="8420" y="20778"/>
                </a:lnTo>
                <a:lnTo>
                  <a:pt x="0" y="0"/>
                </a:lnTo>
              </a:path>
            </a:pathLst>
          </a:custGeom>
          <a:ln w="25908">
            <a:solidFill>
              <a:srgbClr val="000000"/>
            </a:solidFill>
          </a:ln>
        </p:spPr>
        <p:txBody>
          <a:bodyPr wrap="square" lIns="0" tIns="0" rIns="0" bIns="0" rtlCol="0"/>
          <a:lstStyle/>
          <a:p>
            <a:endParaRPr/>
          </a:p>
        </p:txBody>
      </p:sp>
      <p:sp>
        <p:nvSpPr>
          <p:cNvPr id="8" name="object 6">
            <a:extLst>
              <a:ext uri="{FF2B5EF4-FFF2-40B4-BE49-F238E27FC236}">
                <a16:creationId xmlns:a16="http://schemas.microsoft.com/office/drawing/2014/main" id="{7A107EE8-117E-A093-9A8B-525F613A6193}"/>
              </a:ext>
            </a:extLst>
          </p:cNvPr>
          <p:cNvSpPr/>
          <p:nvPr/>
        </p:nvSpPr>
        <p:spPr>
          <a:xfrm>
            <a:off x="1809642" y="2363113"/>
            <a:ext cx="498475" cy="2626360"/>
          </a:xfrm>
          <a:custGeom>
            <a:avLst/>
            <a:gdLst/>
            <a:ahLst/>
            <a:cxnLst/>
            <a:rect l="l" t="t" r="r" b="b"/>
            <a:pathLst>
              <a:path w="498475" h="2626360">
                <a:moveTo>
                  <a:pt x="0" y="2625852"/>
                </a:moveTo>
                <a:lnTo>
                  <a:pt x="498347" y="2625852"/>
                </a:lnTo>
                <a:lnTo>
                  <a:pt x="498347" y="0"/>
                </a:lnTo>
                <a:lnTo>
                  <a:pt x="0" y="0"/>
                </a:lnTo>
                <a:lnTo>
                  <a:pt x="0" y="2625852"/>
                </a:lnTo>
                <a:close/>
              </a:path>
            </a:pathLst>
          </a:custGeom>
          <a:solidFill>
            <a:srgbClr val="D9D9D9"/>
          </a:solidFill>
        </p:spPr>
        <p:txBody>
          <a:bodyPr wrap="square" lIns="0" tIns="0" rIns="0" bIns="0" rtlCol="0"/>
          <a:lstStyle/>
          <a:p>
            <a:endParaRPr/>
          </a:p>
        </p:txBody>
      </p:sp>
      <p:sp>
        <p:nvSpPr>
          <p:cNvPr id="9" name="object 7">
            <a:extLst>
              <a:ext uri="{FF2B5EF4-FFF2-40B4-BE49-F238E27FC236}">
                <a16:creationId xmlns:a16="http://schemas.microsoft.com/office/drawing/2014/main" id="{7492BFB0-7AA8-0A35-C6E7-4A3A8D7DE82E}"/>
              </a:ext>
            </a:extLst>
          </p:cNvPr>
          <p:cNvSpPr txBox="1"/>
          <p:nvPr/>
        </p:nvSpPr>
        <p:spPr>
          <a:xfrm>
            <a:off x="1722266" y="4954674"/>
            <a:ext cx="702945" cy="756920"/>
          </a:xfrm>
          <a:prstGeom prst="rect">
            <a:avLst/>
          </a:prstGeom>
        </p:spPr>
        <p:txBody>
          <a:bodyPr vert="horz" wrap="square" lIns="0" tIns="12700" rIns="0" bIns="0" rtlCol="0">
            <a:spAutoFit/>
          </a:bodyPr>
          <a:lstStyle/>
          <a:p>
            <a:pPr marL="12700" marR="5080" indent="1270">
              <a:lnSpc>
                <a:spcPct val="100000"/>
              </a:lnSpc>
              <a:spcBef>
                <a:spcPts val="100"/>
              </a:spcBef>
            </a:pPr>
            <a:r>
              <a:rPr sz="2400" b="1" spc="-5" dirty="0">
                <a:latin typeface="Calibri"/>
                <a:cs typeface="Calibri"/>
              </a:rPr>
              <a:t>Input  </a:t>
            </a:r>
            <a:r>
              <a:rPr sz="2400" b="1" dirty="0">
                <a:latin typeface="Calibri"/>
                <a:cs typeface="Calibri"/>
              </a:rPr>
              <a:t>L</a:t>
            </a:r>
            <a:r>
              <a:rPr sz="2400" b="1" spc="-45" dirty="0">
                <a:latin typeface="Calibri"/>
                <a:cs typeface="Calibri"/>
              </a:rPr>
              <a:t>a</a:t>
            </a:r>
            <a:r>
              <a:rPr sz="2400" b="1" spc="-25" dirty="0">
                <a:latin typeface="Calibri"/>
                <a:cs typeface="Calibri"/>
              </a:rPr>
              <a:t>y</a:t>
            </a:r>
            <a:r>
              <a:rPr sz="2400" b="1" spc="-5" dirty="0">
                <a:latin typeface="Calibri"/>
                <a:cs typeface="Calibri"/>
              </a:rPr>
              <a:t>er</a:t>
            </a:r>
            <a:endParaRPr sz="2400">
              <a:latin typeface="Calibri"/>
              <a:cs typeface="Calibri"/>
            </a:endParaRPr>
          </a:p>
        </p:txBody>
      </p:sp>
      <p:sp>
        <p:nvSpPr>
          <p:cNvPr id="10" name="object 9">
            <a:extLst>
              <a:ext uri="{FF2B5EF4-FFF2-40B4-BE49-F238E27FC236}">
                <a16:creationId xmlns:a16="http://schemas.microsoft.com/office/drawing/2014/main" id="{42F4F536-FD99-68EC-65A2-BEC683695DDC}"/>
              </a:ext>
            </a:extLst>
          </p:cNvPr>
          <p:cNvSpPr txBox="1"/>
          <p:nvPr/>
        </p:nvSpPr>
        <p:spPr>
          <a:xfrm>
            <a:off x="7738764" y="1894991"/>
            <a:ext cx="91186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Output</a:t>
            </a:r>
            <a:endParaRPr sz="2400">
              <a:latin typeface="Calibri"/>
              <a:cs typeface="Calibri"/>
            </a:endParaRPr>
          </a:p>
        </p:txBody>
      </p:sp>
      <p:sp>
        <p:nvSpPr>
          <p:cNvPr id="11" name="object 10">
            <a:extLst>
              <a:ext uri="{FF2B5EF4-FFF2-40B4-BE49-F238E27FC236}">
                <a16:creationId xmlns:a16="http://schemas.microsoft.com/office/drawing/2014/main" id="{70E222EF-2744-A429-A215-C409F690028F}"/>
              </a:ext>
            </a:extLst>
          </p:cNvPr>
          <p:cNvSpPr/>
          <p:nvPr/>
        </p:nvSpPr>
        <p:spPr>
          <a:xfrm>
            <a:off x="6923424" y="3346092"/>
            <a:ext cx="1018540" cy="78105"/>
          </a:xfrm>
          <a:custGeom>
            <a:avLst/>
            <a:gdLst/>
            <a:ahLst/>
            <a:cxnLst/>
            <a:rect l="l" t="t" r="r" b="b"/>
            <a:pathLst>
              <a:path w="1018540" h="78104">
                <a:moveTo>
                  <a:pt x="940815" y="0"/>
                </a:moveTo>
                <a:lnTo>
                  <a:pt x="940815" y="77724"/>
                </a:lnTo>
                <a:lnTo>
                  <a:pt x="992632" y="51815"/>
                </a:lnTo>
                <a:lnTo>
                  <a:pt x="953769" y="51815"/>
                </a:lnTo>
                <a:lnTo>
                  <a:pt x="953769" y="25908"/>
                </a:lnTo>
                <a:lnTo>
                  <a:pt x="992632" y="25908"/>
                </a:lnTo>
                <a:lnTo>
                  <a:pt x="940815" y="0"/>
                </a:lnTo>
                <a:close/>
              </a:path>
              <a:path w="1018540" h="78104">
                <a:moveTo>
                  <a:pt x="940815" y="25908"/>
                </a:moveTo>
                <a:lnTo>
                  <a:pt x="0" y="25908"/>
                </a:lnTo>
                <a:lnTo>
                  <a:pt x="0" y="51815"/>
                </a:lnTo>
                <a:lnTo>
                  <a:pt x="940815" y="51815"/>
                </a:lnTo>
                <a:lnTo>
                  <a:pt x="940815" y="25908"/>
                </a:lnTo>
                <a:close/>
              </a:path>
              <a:path w="1018540" h="78104">
                <a:moveTo>
                  <a:pt x="992632" y="25908"/>
                </a:moveTo>
                <a:lnTo>
                  <a:pt x="953769" y="25908"/>
                </a:lnTo>
                <a:lnTo>
                  <a:pt x="953769" y="51815"/>
                </a:lnTo>
                <a:lnTo>
                  <a:pt x="992632" y="51815"/>
                </a:lnTo>
                <a:lnTo>
                  <a:pt x="1018539" y="38862"/>
                </a:lnTo>
                <a:lnTo>
                  <a:pt x="992632" y="25908"/>
                </a:lnTo>
                <a:close/>
              </a:path>
            </a:pathLst>
          </a:custGeom>
          <a:solidFill>
            <a:srgbClr val="000000"/>
          </a:solidFill>
        </p:spPr>
        <p:txBody>
          <a:bodyPr wrap="square" lIns="0" tIns="0" rIns="0" bIns="0" rtlCol="0"/>
          <a:lstStyle/>
          <a:p>
            <a:endParaRPr/>
          </a:p>
        </p:txBody>
      </p:sp>
      <p:sp>
        <p:nvSpPr>
          <p:cNvPr id="12" name="object 11">
            <a:extLst>
              <a:ext uri="{FF2B5EF4-FFF2-40B4-BE49-F238E27FC236}">
                <a16:creationId xmlns:a16="http://schemas.microsoft.com/office/drawing/2014/main" id="{D0010013-794A-6379-1FBE-C1B84A705871}"/>
              </a:ext>
            </a:extLst>
          </p:cNvPr>
          <p:cNvSpPr/>
          <p:nvPr/>
        </p:nvSpPr>
        <p:spPr>
          <a:xfrm>
            <a:off x="7031627" y="4591200"/>
            <a:ext cx="906144" cy="78105"/>
          </a:xfrm>
          <a:custGeom>
            <a:avLst/>
            <a:gdLst/>
            <a:ahLst/>
            <a:cxnLst/>
            <a:rect l="l" t="t" r="r" b="b"/>
            <a:pathLst>
              <a:path w="906145" h="78104">
                <a:moveTo>
                  <a:pt x="828039" y="0"/>
                </a:moveTo>
                <a:lnTo>
                  <a:pt x="828039" y="77723"/>
                </a:lnTo>
                <a:lnTo>
                  <a:pt x="879855" y="51815"/>
                </a:lnTo>
                <a:lnTo>
                  <a:pt x="840994" y="51815"/>
                </a:lnTo>
                <a:lnTo>
                  <a:pt x="840994" y="25907"/>
                </a:lnTo>
                <a:lnTo>
                  <a:pt x="879855" y="25907"/>
                </a:lnTo>
                <a:lnTo>
                  <a:pt x="828039" y="0"/>
                </a:lnTo>
                <a:close/>
              </a:path>
              <a:path w="906145" h="78104">
                <a:moveTo>
                  <a:pt x="828039" y="25907"/>
                </a:moveTo>
                <a:lnTo>
                  <a:pt x="0" y="25907"/>
                </a:lnTo>
                <a:lnTo>
                  <a:pt x="0" y="51815"/>
                </a:lnTo>
                <a:lnTo>
                  <a:pt x="828039" y="51815"/>
                </a:lnTo>
                <a:lnTo>
                  <a:pt x="828039" y="25907"/>
                </a:lnTo>
                <a:close/>
              </a:path>
              <a:path w="906145" h="78104">
                <a:moveTo>
                  <a:pt x="879855" y="25907"/>
                </a:moveTo>
                <a:lnTo>
                  <a:pt x="840994" y="25907"/>
                </a:lnTo>
                <a:lnTo>
                  <a:pt x="840994" y="51815"/>
                </a:lnTo>
                <a:lnTo>
                  <a:pt x="879855" y="51815"/>
                </a:lnTo>
                <a:lnTo>
                  <a:pt x="905763" y="38862"/>
                </a:lnTo>
                <a:lnTo>
                  <a:pt x="879855" y="25907"/>
                </a:lnTo>
                <a:close/>
              </a:path>
            </a:pathLst>
          </a:custGeom>
          <a:solidFill>
            <a:srgbClr val="000000"/>
          </a:solidFill>
        </p:spPr>
        <p:txBody>
          <a:bodyPr wrap="square" lIns="0" tIns="0" rIns="0" bIns="0" rtlCol="0"/>
          <a:lstStyle/>
          <a:p>
            <a:endParaRPr/>
          </a:p>
        </p:txBody>
      </p:sp>
      <p:sp>
        <p:nvSpPr>
          <p:cNvPr id="13" name="object 12">
            <a:extLst>
              <a:ext uri="{FF2B5EF4-FFF2-40B4-BE49-F238E27FC236}">
                <a16:creationId xmlns:a16="http://schemas.microsoft.com/office/drawing/2014/main" id="{3489CB14-0E41-684E-1F47-E5DC3C6276E2}"/>
              </a:ext>
            </a:extLst>
          </p:cNvPr>
          <p:cNvSpPr/>
          <p:nvPr/>
        </p:nvSpPr>
        <p:spPr>
          <a:xfrm>
            <a:off x="6899039" y="2567329"/>
            <a:ext cx="1050925" cy="78105"/>
          </a:xfrm>
          <a:custGeom>
            <a:avLst/>
            <a:gdLst/>
            <a:ahLst/>
            <a:cxnLst/>
            <a:rect l="l" t="t" r="r" b="b"/>
            <a:pathLst>
              <a:path w="1050925" h="78105">
                <a:moveTo>
                  <a:pt x="972693" y="0"/>
                </a:moveTo>
                <a:lnTo>
                  <a:pt x="972693" y="77724"/>
                </a:lnTo>
                <a:lnTo>
                  <a:pt x="1024509" y="51815"/>
                </a:lnTo>
                <a:lnTo>
                  <a:pt x="985647" y="51815"/>
                </a:lnTo>
                <a:lnTo>
                  <a:pt x="985647" y="25908"/>
                </a:lnTo>
                <a:lnTo>
                  <a:pt x="1024509" y="25908"/>
                </a:lnTo>
                <a:lnTo>
                  <a:pt x="972693" y="0"/>
                </a:lnTo>
                <a:close/>
              </a:path>
              <a:path w="1050925" h="78105">
                <a:moveTo>
                  <a:pt x="972693" y="25908"/>
                </a:moveTo>
                <a:lnTo>
                  <a:pt x="0" y="25908"/>
                </a:lnTo>
                <a:lnTo>
                  <a:pt x="0" y="51815"/>
                </a:lnTo>
                <a:lnTo>
                  <a:pt x="972693" y="51815"/>
                </a:lnTo>
                <a:lnTo>
                  <a:pt x="972693" y="25908"/>
                </a:lnTo>
                <a:close/>
              </a:path>
              <a:path w="1050925" h="78105">
                <a:moveTo>
                  <a:pt x="1024509" y="25908"/>
                </a:moveTo>
                <a:lnTo>
                  <a:pt x="985647" y="25908"/>
                </a:lnTo>
                <a:lnTo>
                  <a:pt x="985647" y="51815"/>
                </a:lnTo>
                <a:lnTo>
                  <a:pt x="1024509" y="51815"/>
                </a:lnTo>
                <a:lnTo>
                  <a:pt x="1050417" y="38862"/>
                </a:lnTo>
                <a:lnTo>
                  <a:pt x="1024509" y="25908"/>
                </a:lnTo>
                <a:close/>
              </a:path>
            </a:pathLst>
          </a:custGeom>
          <a:solidFill>
            <a:srgbClr val="000000"/>
          </a:solidFill>
        </p:spPr>
        <p:txBody>
          <a:bodyPr wrap="square" lIns="0" tIns="0" rIns="0" bIns="0" rtlCol="0"/>
          <a:lstStyle/>
          <a:p>
            <a:endParaRPr/>
          </a:p>
        </p:txBody>
      </p:sp>
      <p:sp>
        <p:nvSpPr>
          <p:cNvPr id="14" name="object 13">
            <a:extLst>
              <a:ext uri="{FF2B5EF4-FFF2-40B4-BE49-F238E27FC236}">
                <a16:creationId xmlns:a16="http://schemas.microsoft.com/office/drawing/2014/main" id="{39090E4D-7CE6-BFC1-BE69-B8C75C389464}"/>
              </a:ext>
            </a:extLst>
          </p:cNvPr>
          <p:cNvSpPr/>
          <p:nvPr/>
        </p:nvSpPr>
        <p:spPr>
          <a:xfrm>
            <a:off x="1878222" y="3080917"/>
            <a:ext cx="342900" cy="342900"/>
          </a:xfrm>
          <a:prstGeom prst="rect">
            <a:avLst/>
          </a:prstGeom>
          <a:blipFill>
            <a:blip r:embed="rId3" cstate="print"/>
            <a:stretch>
              <a:fillRect/>
            </a:stretch>
          </a:blipFill>
        </p:spPr>
        <p:txBody>
          <a:bodyPr wrap="square" lIns="0" tIns="0" rIns="0" bIns="0" rtlCol="0"/>
          <a:lstStyle/>
          <a:p>
            <a:endParaRPr/>
          </a:p>
        </p:txBody>
      </p:sp>
      <p:sp>
        <p:nvSpPr>
          <p:cNvPr id="15" name="object 14">
            <a:extLst>
              <a:ext uri="{FF2B5EF4-FFF2-40B4-BE49-F238E27FC236}">
                <a16:creationId xmlns:a16="http://schemas.microsoft.com/office/drawing/2014/main" id="{AD07FFA2-A559-7C0D-7DFC-47941DB7F3CB}"/>
              </a:ext>
            </a:extLst>
          </p:cNvPr>
          <p:cNvSpPr/>
          <p:nvPr/>
        </p:nvSpPr>
        <p:spPr>
          <a:xfrm>
            <a:off x="1878222" y="3080917"/>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6" name="object 15">
            <a:extLst>
              <a:ext uri="{FF2B5EF4-FFF2-40B4-BE49-F238E27FC236}">
                <a16:creationId xmlns:a16="http://schemas.microsoft.com/office/drawing/2014/main" id="{B0C658B9-2414-5217-09C0-4B022110CB23}"/>
              </a:ext>
            </a:extLst>
          </p:cNvPr>
          <p:cNvSpPr/>
          <p:nvPr/>
        </p:nvSpPr>
        <p:spPr>
          <a:xfrm>
            <a:off x="1884317" y="2510941"/>
            <a:ext cx="342900" cy="342900"/>
          </a:xfrm>
          <a:prstGeom prst="rect">
            <a:avLst/>
          </a:prstGeom>
          <a:blipFill>
            <a:blip r:embed="rId3" cstate="print"/>
            <a:stretch>
              <a:fillRect/>
            </a:stretch>
          </a:blipFill>
        </p:spPr>
        <p:txBody>
          <a:bodyPr wrap="square" lIns="0" tIns="0" rIns="0" bIns="0" rtlCol="0"/>
          <a:lstStyle/>
          <a:p>
            <a:endParaRPr/>
          </a:p>
        </p:txBody>
      </p:sp>
      <p:sp>
        <p:nvSpPr>
          <p:cNvPr id="17" name="object 16">
            <a:extLst>
              <a:ext uri="{FF2B5EF4-FFF2-40B4-BE49-F238E27FC236}">
                <a16:creationId xmlns:a16="http://schemas.microsoft.com/office/drawing/2014/main" id="{03D440DA-BC60-74E2-1E68-5D71DF2D69F8}"/>
              </a:ext>
            </a:extLst>
          </p:cNvPr>
          <p:cNvSpPr/>
          <p:nvPr/>
        </p:nvSpPr>
        <p:spPr>
          <a:xfrm>
            <a:off x="1884317" y="2510941"/>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5">
            <a:solidFill>
              <a:srgbClr val="FFC000"/>
            </a:solidFill>
          </a:ln>
        </p:spPr>
        <p:txBody>
          <a:bodyPr wrap="square" lIns="0" tIns="0" rIns="0" bIns="0" rtlCol="0"/>
          <a:lstStyle/>
          <a:p>
            <a:endParaRPr/>
          </a:p>
        </p:txBody>
      </p:sp>
      <p:sp>
        <p:nvSpPr>
          <p:cNvPr id="18" name="object 17">
            <a:extLst>
              <a:ext uri="{FF2B5EF4-FFF2-40B4-BE49-F238E27FC236}">
                <a16:creationId xmlns:a16="http://schemas.microsoft.com/office/drawing/2014/main" id="{477DB9B7-008F-ADBE-0C98-6819A3365EC3}"/>
              </a:ext>
            </a:extLst>
          </p:cNvPr>
          <p:cNvSpPr txBox="1"/>
          <p:nvPr/>
        </p:nvSpPr>
        <p:spPr>
          <a:xfrm>
            <a:off x="1954159" y="2986220"/>
            <a:ext cx="266700" cy="416559"/>
          </a:xfrm>
          <a:prstGeom prst="rect">
            <a:avLst/>
          </a:prstGeom>
        </p:spPr>
        <p:txBody>
          <a:bodyPr vert="horz" wrap="square" lIns="0" tIns="13970" rIns="0" bIns="0" rtlCol="0">
            <a:spAutoFit/>
          </a:bodyPr>
          <a:lstStyle/>
          <a:p>
            <a:pPr marL="12700">
              <a:lnSpc>
                <a:spcPct val="100000"/>
              </a:lnSpc>
              <a:spcBef>
                <a:spcPts val="110"/>
              </a:spcBef>
            </a:pPr>
            <a:r>
              <a:rPr sz="2550" i="1" spc="10" dirty="0">
                <a:latin typeface="Times New Roman"/>
                <a:cs typeface="Times New Roman"/>
              </a:rPr>
              <a:t>x</a:t>
            </a:r>
            <a:r>
              <a:rPr sz="2250" spc="-7" baseline="-24074" dirty="0">
                <a:latin typeface="Times New Roman"/>
                <a:cs typeface="Times New Roman"/>
              </a:rPr>
              <a:t>2</a:t>
            </a:r>
            <a:endParaRPr sz="2250" baseline="-24074">
              <a:latin typeface="Times New Roman"/>
              <a:cs typeface="Times New Roman"/>
            </a:endParaRPr>
          </a:p>
        </p:txBody>
      </p:sp>
      <p:sp>
        <p:nvSpPr>
          <p:cNvPr id="19" name="object 18">
            <a:extLst>
              <a:ext uri="{FF2B5EF4-FFF2-40B4-BE49-F238E27FC236}">
                <a16:creationId xmlns:a16="http://schemas.microsoft.com/office/drawing/2014/main" id="{D2957885-4DAF-B7F6-58D6-DB9CE02A50D1}"/>
              </a:ext>
            </a:extLst>
          </p:cNvPr>
          <p:cNvSpPr/>
          <p:nvPr/>
        </p:nvSpPr>
        <p:spPr>
          <a:xfrm>
            <a:off x="2992266" y="2335680"/>
            <a:ext cx="746760" cy="2676525"/>
          </a:xfrm>
          <a:custGeom>
            <a:avLst/>
            <a:gdLst/>
            <a:ahLst/>
            <a:cxnLst/>
            <a:rect l="l" t="t" r="r" b="b"/>
            <a:pathLst>
              <a:path w="746760" h="2676525">
                <a:moveTo>
                  <a:pt x="0" y="2676144"/>
                </a:moveTo>
                <a:lnTo>
                  <a:pt x="746759" y="2676144"/>
                </a:lnTo>
                <a:lnTo>
                  <a:pt x="746759" y="0"/>
                </a:lnTo>
                <a:lnTo>
                  <a:pt x="0" y="0"/>
                </a:lnTo>
                <a:lnTo>
                  <a:pt x="0" y="2676144"/>
                </a:lnTo>
                <a:close/>
              </a:path>
            </a:pathLst>
          </a:custGeom>
          <a:solidFill>
            <a:srgbClr val="D9D9D9"/>
          </a:solidFill>
        </p:spPr>
        <p:txBody>
          <a:bodyPr wrap="square" lIns="0" tIns="0" rIns="0" bIns="0" rtlCol="0"/>
          <a:lstStyle/>
          <a:p>
            <a:endParaRPr/>
          </a:p>
        </p:txBody>
      </p:sp>
      <p:sp>
        <p:nvSpPr>
          <p:cNvPr id="20" name="object 19">
            <a:extLst>
              <a:ext uri="{FF2B5EF4-FFF2-40B4-BE49-F238E27FC236}">
                <a16:creationId xmlns:a16="http://schemas.microsoft.com/office/drawing/2014/main" id="{AF0C05B7-232F-9A3A-4283-1F7B9B713298}"/>
              </a:ext>
            </a:extLst>
          </p:cNvPr>
          <p:cNvSpPr/>
          <p:nvPr/>
        </p:nvSpPr>
        <p:spPr>
          <a:xfrm>
            <a:off x="3089801" y="2346348"/>
            <a:ext cx="574548" cy="574547"/>
          </a:xfrm>
          <a:prstGeom prst="rect">
            <a:avLst/>
          </a:prstGeom>
          <a:blipFill>
            <a:blip r:embed="rId4" cstate="print"/>
            <a:stretch>
              <a:fillRect/>
            </a:stretch>
          </a:blipFill>
        </p:spPr>
        <p:txBody>
          <a:bodyPr wrap="square" lIns="0" tIns="0" rIns="0" bIns="0" rtlCol="0"/>
          <a:lstStyle/>
          <a:p>
            <a:endParaRPr/>
          </a:p>
        </p:txBody>
      </p:sp>
      <p:sp>
        <p:nvSpPr>
          <p:cNvPr id="21" name="object 20">
            <a:extLst>
              <a:ext uri="{FF2B5EF4-FFF2-40B4-BE49-F238E27FC236}">
                <a16:creationId xmlns:a16="http://schemas.microsoft.com/office/drawing/2014/main" id="{E9205BA8-E94F-2C1E-BFEE-61EB3AF4CF33}"/>
              </a:ext>
            </a:extLst>
          </p:cNvPr>
          <p:cNvSpPr/>
          <p:nvPr/>
        </p:nvSpPr>
        <p:spPr>
          <a:xfrm>
            <a:off x="3089801" y="2346348"/>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5B9BD4"/>
            </a:solidFill>
          </a:ln>
        </p:spPr>
        <p:txBody>
          <a:bodyPr wrap="square" lIns="0" tIns="0" rIns="0" bIns="0" rtlCol="0"/>
          <a:lstStyle/>
          <a:p>
            <a:endParaRPr/>
          </a:p>
        </p:txBody>
      </p:sp>
      <p:sp>
        <p:nvSpPr>
          <p:cNvPr id="22" name="object 21">
            <a:extLst>
              <a:ext uri="{FF2B5EF4-FFF2-40B4-BE49-F238E27FC236}">
                <a16:creationId xmlns:a16="http://schemas.microsoft.com/office/drawing/2014/main" id="{DC8D9A5D-EC99-5419-2CA7-711EC7A13F9B}"/>
              </a:ext>
            </a:extLst>
          </p:cNvPr>
          <p:cNvSpPr/>
          <p:nvPr/>
        </p:nvSpPr>
        <p:spPr>
          <a:xfrm>
            <a:off x="3092850" y="3125113"/>
            <a:ext cx="573023" cy="574548"/>
          </a:xfrm>
          <a:prstGeom prst="rect">
            <a:avLst/>
          </a:prstGeom>
          <a:blipFill>
            <a:blip r:embed="rId5" cstate="print"/>
            <a:stretch>
              <a:fillRect/>
            </a:stretch>
          </a:blipFill>
        </p:spPr>
        <p:txBody>
          <a:bodyPr wrap="square" lIns="0" tIns="0" rIns="0" bIns="0" rtlCol="0"/>
          <a:lstStyle/>
          <a:p>
            <a:endParaRPr/>
          </a:p>
        </p:txBody>
      </p:sp>
      <p:sp>
        <p:nvSpPr>
          <p:cNvPr id="23" name="object 22">
            <a:extLst>
              <a:ext uri="{FF2B5EF4-FFF2-40B4-BE49-F238E27FC236}">
                <a16:creationId xmlns:a16="http://schemas.microsoft.com/office/drawing/2014/main" id="{F2BC004D-25F4-58F8-6698-1DF77C8CB68E}"/>
              </a:ext>
            </a:extLst>
          </p:cNvPr>
          <p:cNvSpPr/>
          <p:nvPr/>
        </p:nvSpPr>
        <p:spPr>
          <a:xfrm>
            <a:off x="3092850" y="3125113"/>
            <a:ext cx="573405" cy="574675"/>
          </a:xfrm>
          <a:custGeom>
            <a:avLst/>
            <a:gdLst/>
            <a:ahLst/>
            <a:cxnLst/>
            <a:rect l="l" t="t" r="r" b="b"/>
            <a:pathLst>
              <a:path w="573405"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1"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3"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1"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24" name="object 23">
            <a:extLst>
              <a:ext uri="{FF2B5EF4-FFF2-40B4-BE49-F238E27FC236}">
                <a16:creationId xmlns:a16="http://schemas.microsoft.com/office/drawing/2014/main" id="{602C2516-AFE0-8AD0-A732-E63C2409D293}"/>
              </a:ext>
            </a:extLst>
          </p:cNvPr>
          <p:cNvSpPr/>
          <p:nvPr/>
        </p:nvSpPr>
        <p:spPr>
          <a:xfrm>
            <a:off x="3080657" y="4353456"/>
            <a:ext cx="574548" cy="574547"/>
          </a:xfrm>
          <a:prstGeom prst="rect">
            <a:avLst/>
          </a:prstGeom>
          <a:blipFill>
            <a:blip r:embed="rId6" cstate="print"/>
            <a:stretch>
              <a:fillRect/>
            </a:stretch>
          </a:blipFill>
        </p:spPr>
        <p:txBody>
          <a:bodyPr wrap="square" lIns="0" tIns="0" rIns="0" bIns="0" rtlCol="0"/>
          <a:lstStyle/>
          <a:p>
            <a:endParaRPr/>
          </a:p>
        </p:txBody>
      </p:sp>
      <p:sp>
        <p:nvSpPr>
          <p:cNvPr id="25" name="object 24">
            <a:extLst>
              <a:ext uri="{FF2B5EF4-FFF2-40B4-BE49-F238E27FC236}">
                <a16:creationId xmlns:a16="http://schemas.microsoft.com/office/drawing/2014/main" id="{E9F05281-58AC-F9E3-25ED-11189493FED2}"/>
              </a:ext>
            </a:extLst>
          </p:cNvPr>
          <p:cNvSpPr/>
          <p:nvPr/>
        </p:nvSpPr>
        <p:spPr>
          <a:xfrm>
            <a:off x="3080657" y="435345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5B9BD4"/>
            </a:solidFill>
          </a:ln>
        </p:spPr>
        <p:txBody>
          <a:bodyPr wrap="square" lIns="0" tIns="0" rIns="0" bIns="0" rtlCol="0"/>
          <a:lstStyle/>
          <a:p>
            <a:endParaRPr/>
          </a:p>
        </p:txBody>
      </p:sp>
      <p:sp>
        <p:nvSpPr>
          <p:cNvPr id="26" name="object 25">
            <a:extLst>
              <a:ext uri="{FF2B5EF4-FFF2-40B4-BE49-F238E27FC236}">
                <a16:creationId xmlns:a16="http://schemas.microsoft.com/office/drawing/2014/main" id="{4587C2D2-ADDB-549C-A113-E37A21FD1FF9}"/>
              </a:ext>
            </a:extLst>
          </p:cNvPr>
          <p:cNvSpPr txBox="1"/>
          <p:nvPr/>
        </p:nvSpPr>
        <p:spPr>
          <a:xfrm>
            <a:off x="3245250" y="3779670"/>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7" name="object 26">
            <a:extLst>
              <a:ext uri="{FF2B5EF4-FFF2-40B4-BE49-F238E27FC236}">
                <a16:creationId xmlns:a16="http://schemas.microsoft.com/office/drawing/2014/main" id="{A27515C5-DFE3-E1C7-C0E5-276F201F4BB5}"/>
              </a:ext>
            </a:extLst>
          </p:cNvPr>
          <p:cNvSpPr/>
          <p:nvPr/>
        </p:nvSpPr>
        <p:spPr>
          <a:xfrm>
            <a:off x="1887366" y="4478425"/>
            <a:ext cx="342900" cy="342900"/>
          </a:xfrm>
          <a:prstGeom prst="rect">
            <a:avLst/>
          </a:prstGeom>
          <a:blipFill>
            <a:blip r:embed="rId7" cstate="print"/>
            <a:stretch>
              <a:fillRect/>
            </a:stretch>
          </a:blipFill>
        </p:spPr>
        <p:txBody>
          <a:bodyPr wrap="square" lIns="0" tIns="0" rIns="0" bIns="0" rtlCol="0"/>
          <a:lstStyle/>
          <a:p>
            <a:endParaRPr/>
          </a:p>
        </p:txBody>
      </p:sp>
      <p:sp>
        <p:nvSpPr>
          <p:cNvPr id="28" name="object 27">
            <a:extLst>
              <a:ext uri="{FF2B5EF4-FFF2-40B4-BE49-F238E27FC236}">
                <a16:creationId xmlns:a16="http://schemas.microsoft.com/office/drawing/2014/main" id="{FA9B9A5E-2E63-8D3F-4177-D2D5FE5A12CF}"/>
              </a:ext>
            </a:extLst>
          </p:cNvPr>
          <p:cNvSpPr/>
          <p:nvPr/>
        </p:nvSpPr>
        <p:spPr>
          <a:xfrm>
            <a:off x="1887366" y="4478425"/>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29" name="object 28">
            <a:extLst>
              <a:ext uri="{FF2B5EF4-FFF2-40B4-BE49-F238E27FC236}">
                <a16:creationId xmlns:a16="http://schemas.microsoft.com/office/drawing/2014/main" id="{81AE5B71-E9A3-9AE0-AC6B-E71DC859F340}"/>
              </a:ext>
            </a:extLst>
          </p:cNvPr>
          <p:cNvSpPr txBox="1"/>
          <p:nvPr/>
        </p:nvSpPr>
        <p:spPr>
          <a:xfrm>
            <a:off x="1832984" y="4394477"/>
            <a:ext cx="455905" cy="407162"/>
          </a:xfrm>
          <a:prstGeom prst="rect">
            <a:avLst/>
          </a:prstGeom>
        </p:spPr>
        <p:txBody>
          <a:bodyPr vert="horz" wrap="square" lIns="0" tIns="14604" rIns="0" bIns="0" rtlCol="0">
            <a:spAutoFit/>
          </a:bodyPr>
          <a:lstStyle/>
          <a:p>
            <a:pPr marL="12700">
              <a:lnSpc>
                <a:spcPct val="100000"/>
              </a:lnSpc>
              <a:spcBef>
                <a:spcPts val="114"/>
              </a:spcBef>
            </a:pPr>
            <a:r>
              <a:rPr sz="2550" i="1" spc="55" dirty="0">
                <a:latin typeface="Times New Roman"/>
                <a:cs typeface="Times New Roman"/>
              </a:rPr>
              <a:t>x</a:t>
            </a:r>
            <a:r>
              <a:rPr lang="en-US" sz="2250" i="1" spc="-7" baseline="-24074" dirty="0">
                <a:latin typeface="Times New Roman"/>
                <a:cs typeface="Times New Roman"/>
              </a:rPr>
              <a:t>256</a:t>
            </a:r>
            <a:endParaRPr sz="2250" baseline="-24074" dirty="0">
              <a:latin typeface="Times New Roman"/>
              <a:cs typeface="Times New Roman"/>
            </a:endParaRPr>
          </a:p>
        </p:txBody>
      </p:sp>
      <p:sp>
        <p:nvSpPr>
          <p:cNvPr id="30" name="object 29">
            <a:extLst>
              <a:ext uri="{FF2B5EF4-FFF2-40B4-BE49-F238E27FC236}">
                <a16:creationId xmlns:a16="http://schemas.microsoft.com/office/drawing/2014/main" id="{B425BBE1-B30D-928C-8050-B1C3327CD6F4}"/>
              </a:ext>
            </a:extLst>
          </p:cNvPr>
          <p:cNvSpPr txBox="1"/>
          <p:nvPr/>
        </p:nvSpPr>
        <p:spPr>
          <a:xfrm>
            <a:off x="1930672" y="3767732"/>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31" name="object 30">
            <a:extLst>
              <a:ext uri="{FF2B5EF4-FFF2-40B4-BE49-F238E27FC236}">
                <a16:creationId xmlns:a16="http://schemas.microsoft.com/office/drawing/2014/main" id="{F6F776C5-ACD0-B8CC-269E-904CF05433C0}"/>
              </a:ext>
            </a:extLst>
          </p:cNvPr>
          <p:cNvSpPr/>
          <p:nvPr/>
        </p:nvSpPr>
        <p:spPr>
          <a:xfrm>
            <a:off x="4318145" y="2318917"/>
            <a:ext cx="746760" cy="2676525"/>
          </a:xfrm>
          <a:custGeom>
            <a:avLst/>
            <a:gdLst/>
            <a:ahLst/>
            <a:cxnLst/>
            <a:rect l="l" t="t" r="r" b="b"/>
            <a:pathLst>
              <a:path w="746760" h="2676525">
                <a:moveTo>
                  <a:pt x="0" y="2676144"/>
                </a:moveTo>
                <a:lnTo>
                  <a:pt x="746760" y="2676144"/>
                </a:lnTo>
                <a:lnTo>
                  <a:pt x="746760" y="0"/>
                </a:lnTo>
                <a:lnTo>
                  <a:pt x="0" y="0"/>
                </a:lnTo>
                <a:lnTo>
                  <a:pt x="0" y="2676144"/>
                </a:lnTo>
                <a:close/>
              </a:path>
            </a:pathLst>
          </a:custGeom>
          <a:solidFill>
            <a:srgbClr val="D9D9D9"/>
          </a:solidFill>
        </p:spPr>
        <p:txBody>
          <a:bodyPr wrap="square" lIns="0" tIns="0" rIns="0" bIns="0" rtlCol="0"/>
          <a:lstStyle/>
          <a:p>
            <a:endParaRPr/>
          </a:p>
        </p:txBody>
      </p:sp>
      <p:sp>
        <p:nvSpPr>
          <p:cNvPr id="32" name="object 31">
            <a:extLst>
              <a:ext uri="{FF2B5EF4-FFF2-40B4-BE49-F238E27FC236}">
                <a16:creationId xmlns:a16="http://schemas.microsoft.com/office/drawing/2014/main" id="{3E585A4C-255C-D1B4-A4F6-B05206005BCC}"/>
              </a:ext>
            </a:extLst>
          </p:cNvPr>
          <p:cNvSpPr txBox="1"/>
          <p:nvPr/>
        </p:nvSpPr>
        <p:spPr>
          <a:xfrm>
            <a:off x="1707940" y="1762249"/>
            <a:ext cx="3460750" cy="1056640"/>
          </a:xfrm>
          <a:prstGeom prst="rect">
            <a:avLst/>
          </a:prstGeom>
        </p:spPr>
        <p:txBody>
          <a:bodyPr vert="horz" wrap="square" lIns="0" tIns="145415" rIns="0" bIns="0" rtlCol="0">
            <a:spAutoFit/>
          </a:bodyPr>
          <a:lstStyle/>
          <a:p>
            <a:pPr marL="12700">
              <a:lnSpc>
                <a:spcPct val="100000"/>
              </a:lnSpc>
              <a:spcBef>
                <a:spcPts val="1145"/>
              </a:spcBef>
              <a:tabLst>
                <a:tab pos="1238250" algn="l"/>
                <a:tab pos="2563495" algn="l"/>
              </a:tabLst>
            </a:pPr>
            <a:r>
              <a:rPr sz="2400" dirty="0">
                <a:latin typeface="Calibri"/>
                <a:cs typeface="Calibri"/>
              </a:rPr>
              <a:t>Input	</a:t>
            </a:r>
            <a:r>
              <a:rPr sz="2400" spc="-15" dirty="0">
                <a:latin typeface="Calibri"/>
                <a:cs typeface="Calibri"/>
              </a:rPr>
              <a:t>Layer</a:t>
            </a:r>
            <a:r>
              <a:rPr sz="2400" spc="-10" dirty="0">
                <a:latin typeface="Calibri"/>
                <a:cs typeface="Calibri"/>
              </a:rPr>
              <a:t> </a:t>
            </a:r>
            <a:r>
              <a:rPr sz="2400" dirty="0">
                <a:latin typeface="Calibri"/>
                <a:cs typeface="Calibri"/>
              </a:rPr>
              <a:t>1	</a:t>
            </a:r>
            <a:r>
              <a:rPr sz="2400" spc="-15" dirty="0">
                <a:latin typeface="Calibri"/>
                <a:cs typeface="Calibri"/>
              </a:rPr>
              <a:t>Layer</a:t>
            </a:r>
            <a:r>
              <a:rPr sz="2400" spc="-95" dirty="0">
                <a:latin typeface="Calibri"/>
                <a:cs typeface="Calibri"/>
              </a:rPr>
              <a:t> </a:t>
            </a:r>
            <a:r>
              <a:rPr sz="2400" dirty="0">
                <a:latin typeface="Calibri"/>
                <a:cs typeface="Calibri"/>
              </a:rPr>
              <a:t>2</a:t>
            </a:r>
            <a:endParaRPr sz="2400">
              <a:latin typeface="Calibri"/>
              <a:cs typeface="Calibri"/>
            </a:endParaRPr>
          </a:p>
          <a:p>
            <a:pPr marL="252729">
              <a:lnSpc>
                <a:spcPct val="100000"/>
              </a:lnSpc>
              <a:spcBef>
                <a:spcPts val="1130"/>
              </a:spcBef>
            </a:pPr>
            <a:r>
              <a:rPr sz="2550" i="1" spc="-75" dirty="0">
                <a:latin typeface="Times New Roman"/>
                <a:cs typeface="Times New Roman"/>
              </a:rPr>
              <a:t>x</a:t>
            </a:r>
            <a:r>
              <a:rPr sz="2250" spc="-112" baseline="-24074" dirty="0">
                <a:latin typeface="Times New Roman"/>
                <a:cs typeface="Times New Roman"/>
              </a:rPr>
              <a:t>1</a:t>
            </a:r>
            <a:endParaRPr sz="2250" baseline="-24074">
              <a:latin typeface="Times New Roman"/>
              <a:cs typeface="Times New Roman"/>
            </a:endParaRPr>
          </a:p>
        </p:txBody>
      </p:sp>
      <p:sp>
        <p:nvSpPr>
          <p:cNvPr id="33" name="object 32">
            <a:extLst>
              <a:ext uri="{FF2B5EF4-FFF2-40B4-BE49-F238E27FC236}">
                <a16:creationId xmlns:a16="http://schemas.microsoft.com/office/drawing/2014/main" id="{922DCC5F-5F56-6FC7-A34E-CBA2C275444E}"/>
              </a:ext>
            </a:extLst>
          </p:cNvPr>
          <p:cNvSpPr/>
          <p:nvPr/>
        </p:nvSpPr>
        <p:spPr>
          <a:xfrm>
            <a:off x="4405013" y="2346348"/>
            <a:ext cx="574548" cy="574547"/>
          </a:xfrm>
          <a:prstGeom prst="rect">
            <a:avLst/>
          </a:prstGeom>
          <a:blipFill>
            <a:blip r:embed="rId8" cstate="print"/>
            <a:stretch>
              <a:fillRect/>
            </a:stretch>
          </a:blipFill>
        </p:spPr>
        <p:txBody>
          <a:bodyPr wrap="square" lIns="0" tIns="0" rIns="0" bIns="0" rtlCol="0"/>
          <a:lstStyle/>
          <a:p>
            <a:endParaRPr/>
          </a:p>
        </p:txBody>
      </p:sp>
      <p:sp>
        <p:nvSpPr>
          <p:cNvPr id="34" name="object 33">
            <a:extLst>
              <a:ext uri="{FF2B5EF4-FFF2-40B4-BE49-F238E27FC236}">
                <a16:creationId xmlns:a16="http://schemas.microsoft.com/office/drawing/2014/main" id="{32D78C0D-B7D1-D4D9-652D-719AC82BFB99}"/>
              </a:ext>
            </a:extLst>
          </p:cNvPr>
          <p:cNvSpPr/>
          <p:nvPr/>
        </p:nvSpPr>
        <p:spPr>
          <a:xfrm>
            <a:off x="4405013" y="2346348"/>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35" name="object 34">
            <a:extLst>
              <a:ext uri="{FF2B5EF4-FFF2-40B4-BE49-F238E27FC236}">
                <a16:creationId xmlns:a16="http://schemas.microsoft.com/office/drawing/2014/main" id="{64D1995B-7C04-34B4-A97F-1D1A3FC15D89}"/>
              </a:ext>
            </a:extLst>
          </p:cNvPr>
          <p:cNvSpPr/>
          <p:nvPr/>
        </p:nvSpPr>
        <p:spPr>
          <a:xfrm>
            <a:off x="4408062" y="3125113"/>
            <a:ext cx="574548" cy="574548"/>
          </a:xfrm>
          <a:prstGeom prst="rect">
            <a:avLst/>
          </a:prstGeom>
          <a:blipFill>
            <a:blip r:embed="rId9" cstate="print"/>
            <a:stretch>
              <a:fillRect/>
            </a:stretch>
          </a:blipFill>
        </p:spPr>
        <p:txBody>
          <a:bodyPr wrap="square" lIns="0" tIns="0" rIns="0" bIns="0" rtlCol="0"/>
          <a:lstStyle/>
          <a:p>
            <a:endParaRPr/>
          </a:p>
        </p:txBody>
      </p:sp>
      <p:sp>
        <p:nvSpPr>
          <p:cNvPr id="36" name="object 35">
            <a:extLst>
              <a:ext uri="{FF2B5EF4-FFF2-40B4-BE49-F238E27FC236}">
                <a16:creationId xmlns:a16="http://schemas.microsoft.com/office/drawing/2014/main" id="{49A350D0-BD9A-44DE-F320-F2623CC5DF76}"/>
              </a:ext>
            </a:extLst>
          </p:cNvPr>
          <p:cNvSpPr/>
          <p:nvPr/>
        </p:nvSpPr>
        <p:spPr>
          <a:xfrm>
            <a:off x="4408062" y="3125113"/>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37" name="object 36">
            <a:extLst>
              <a:ext uri="{FF2B5EF4-FFF2-40B4-BE49-F238E27FC236}">
                <a16:creationId xmlns:a16="http://schemas.microsoft.com/office/drawing/2014/main" id="{6F26B98A-B53F-F5E7-7E6F-351C8A6D9FC4}"/>
              </a:ext>
            </a:extLst>
          </p:cNvPr>
          <p:cNvSpPr/>
          <p:nvPr/>
        </p:nvSpPr>
        <p:spPr>
          <a:xfrm>
            <a:off x="4395869" y="4353456"/>
            <a:ext cx="574548" cy="574547"/>
          </a:xfrm>
          <a:prstGeom prst="rect">
            <a:avLst/>
          </a:prstGeom>
          <a:blipFill>
            <a:blip r:embed="rId10" cstate="print"/>
            <a:stretch>
              <a:fillRect/>
            </a:stretch>
          </a:blipFill>
        </p:spPr>
        <p:txBody>
          <a:bodyPr wrap="square" lIns="0" tIns="0" rIns="0" bIns="0" rtlCol="0"/>
          <a:lstStyle/>
          <a:p>
            <a:endParaRPr/>
          </a:p>
        </p:txBody>
      </p:sp>
      <p:sp>
        <p:nvSpPr>
          <p:cNvPr id="38" name="object 37">
            <a:extLst>
              <a:ext uri="{FF2B5EF4-FFF2-40B4-BE49-F238E27FC236}">
                <a16:creationId xmlns:a16="http://schemas.microsoft.com/office/drawing/2014/main" id="{53AF311B-AA53-59D3-58A1-6BCCF9F1D579}"/>
              </a:ext>
            </a:extLst>
          </p:cNvPr>
          <p:cNvSpPr/>
          <p:nvPr/>
        </p:nvSpPr>
        <p:spPr>
          <a:xfrm>
            <a:off x="4395869" y="435345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39" name="object 38">
            <a:extLst>
              <a:ext uri="{FF2B5EF4-FFF2-40B4-BE49-F238E27FC236}">
                <a16:creationId xmlns:a16="http://schemas.microsoft.com/office/drawing/2014/main" id="{A1910D50-01D5-DAD3-650B-A11947E90A5B}"/>
              </a:ext>
            </a:extLst>
          </p:cNvPr>
          <p:cNvSpPr txBox="1"/>
          <p:nvPr/>
        </p:nvSpPr>
        <p:spPr>
          <a:xfrm>
            <a:off x="4561097" y="3779670"/>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40" name="object 39">
            <a:extLst>
              <a:ext uri="{FF2B5EF4-FFF2-40B4-BE49-F238E27FC236}">
                <a16:creationId xmlns:a16="http://schemas.microsoft.com/office/drawing/2014/main" id="{5FB2F81D-D851-CCE4-9932-0900C36ED7A1}"/>
              </a:ext>
            </a:extLst>
          </p:cNvPr>
          <p:cNvSpPr/>
          <p:nvPr/>
        </p:nvSpPr>
        <p:spPr>
          <a:xfrm>
            <a:off x="6535566" y="2335680"/>
            <a:ext cx="746760" cy="2676525"/>
          </a:xfrm>
          <a:custGeom>
            <a:avLst/>
            <a:gdLst/>
            <a:ahLst/>
            <a:cxnLst/>
            <a:rect l="l" t="t" r="r" b="b"/>
            <a:pathLst>
              <a:path w="746759" h="2676525">
                <a:moveTo>
                  <a:pt x="0" y="2676144"/>
                </a:moveTo>
                <a:lnTo>
                  <a:pt x="746760" y="2676144"/>
                </a:lnTo>
                <a:lnTo>
                  <a:pt x="746760" y="0"/>
                </a:lnTo>
                <a:lnTo>
                  <a:pt x="0" y="0"/>
                </a:lnTo>
                <a:lnTo>
                  <a:pt x="0" y="2676144"/>
                </a:lnTo>
                <a:close/>
              </a:path>
            </a:pathLst>
          </a:custGeom>
          <a:solidFill>
            <a:srgbClr val="D9D9D9"/>
          </a:solidFill>
        </p:spPr>
        <p:txBody>
          <a:bodyPr wrap="square" lIns="0" tIns="0" rIns="0" bIns="0" rtlCol="0"/>
          <a:lstStyle/>
          <a:p>
            <a:endParaRPr/>
          </a:p>
        </p:txBody>
      </p:sp>
      <p:sp>
        <p:nvSpPr>
          <p:cNvPr id="41" name="object 40">
            <a:extLst>
              <a:ext uri="{FF2B5EF4-FFF2-40B4-BE49-F238E27FC236}">
                <a16:creationId xmlns:a16="http://schemas.microsoft.com/office/drawing/2014/main" id="{77679586-4B5C-02C3-9906-E948760FF8BD}"/>
              </a:ext>
            </a:extLst>
          </p:cNvPr>
          <p:cNvSpPr txBox="1"/>
          <p:nvPr/>
        </p:nvSpPr>
        <p:spPr>
          <a:xfrm>
            <a:off x="6495306" y="1894991"/>
            <a:ext cx="870585" cy="391160"/>
          </a:xfrm>
          <a:prstGeom prst="rect">
            <a:avLst/>
          </a:prstGeom>
        </p:spPr>
        <p:txBody>
          <a:bodyPr vert="horz" wrap="square" lIns="0" tIns="12700" rIns="0" bIns="0" rtlCol="0">
            <a:spAutoFit/>
          </a:bodyPr>
          <a:lstStyle/>
          <a:p>
            <a:pPr>
              <a:lnSpc>
                <a:spcPct val="100000"/>
              </a:lnSpc>
              <a:spcBef>
                <a:spcPts val="100"/>
              </a:spcBef>
            </a:pPr>
            <a:r>
              <a:rPr sz="2400" spc="-15" dirty="0">
                <a:latin typeface="Calibri"/>
                <a:cs typeface="Calibri"/>
              </a:rPr>
              <a:t>Layer</a:t>
            </a:r>
            <a:r>
              <a:rPr sz="2400" spc="-95" dirty="0">
                <a:latin typeface="Calibri"/>
                <a:cs typeface="Calibri"/>
              </a:rPr>
              <a:t> </a:t>
            </a:r>
            <a:r>
              <a:rPr sz="2400" dirty="0">
                <a:latin typeface="Calibri"/>
                <a:cs typeface="Calibri"/>
              </a:rPr>
              <a:t>L</a:t>
            </a:r>
            <a:endParaRPr sz="2400">
              <a:latin typeface="Calibri"/>
              <a:cs typeface="Calibri"/>
            </a:endParaRPr>
          </a:p>
        </p:txBody>
      </p:sp>
      <p:sp>
        <p:nvSpPr>
          <p:cNvPr id="42" name="object 41">
            <a:extLst>
              <a:ext uri="{FF2B5EF4-FFF2-40B4-BE49-F238E27FC236}">
                <a16:creationId xmlns:a16="http://schemas.microsoft.com/office/drawing/2014/main" id="{155A5571-28E2-AD28-6613-9082A0813B02}"/>
              </a:ext>
            </a:extLst>
          </p:cNvPr>
          <p:cNvSpPr/>
          <p:nvPr/>
        </p:nvSpPr>
        <p:spPr>
          <a:xfrm>
            <a:off x="6611766" y="2328061"/>
            <a:ext cx="573023" cy="573024"/>
          </a:xfrm>
          <a:prstGeom prst="rect">
            <a:avLst/>
          </a:prstGeom>
          <a:blipFill>
            <a:blip r:embed="rId11" cstate="print"/>
            <a:stretch>
              <a:fillRect/>
            </a:stretch>
          </a:blipFill>
        </p:spPr>
        <p:txBody>
          <a:bodyPr wrap="square" lIns="0" tIns="0" rIns="0" bIns="0" rtlCol="0"/>
          <a:lstStyle/>
          <a:p>
            <a:endParaRPr/>
          </a:p>
        </p:txBody>
      </p:sp>
      <p:sp>
        <p:nvSpPr>
          <p:cNvPr id="43" name="object 42">
            <a:extLst>
              <a:ext uri="{FF2B5EF4-FFF2-40B4-BE49-F238E27FC236}">
                <a16:creationId xmlns:a16="http://schemas.microsoft.com/office/drawing/2014/main" id="{AC08F1EE-72C5-4DAA-2379-33412BCEDCD3}"/>
              </a:ext>
            </a:extLst>
          </p:cNvPr>
          <p:cNvSpPr/>
          <p:nvPr/>
        </p:nvSpPr>
        <p:spPr>
          <a:xfrm>
            <a:off x="6611766" y="2328061"/>
            <a:ext cx="573405" cy="573405"/>
          </a:xfrm>
          <a:custGeom>
            <a:avLst/>
            <a:gdLst/>
            <a:ahLst/>
            <a:cxnLst/>
            <a:rect l="l" t="t" r="r" b="b"/>
            <a:pathLst>
              <a:path w="573404" h="573405">
                <a:moveTo>
                  <a:pt x="0" y="286512"/>
                </a:moveTo>
                <a:lnTo>
                  <a:pt x="3749" y="240036"/>
                </a:lnTo>
                <a:lnTo>
                  <a:pt x="14606" y="195949"/>
                </a:lnTo>
                <a:lnTo>
                  <a:pt x="31978" y="154840"/>
                </a:lnTo>
                <a:lnTo>
                  <a:pt x="55278" y="117299"/>
                </a:lnTo>
                <a:lnTo>
                  <a:pt x="83915" y="83915"/>
                </a:lnTo>
                <a:lnTo>
                  <a:pt x="117299" y="55278"/>
                </a:lnTo>
                <a:lnTo>
                  <a:pt x="154840" y="31978"/>
                </a:lnTo>
                <a:lnTo>
                  <a:pt x="195949" y="14606"/>
                </a:lnTo>
                <a:lnTo>
                  <a:pt x="240036" y="3749"/>
                </a:lnTo>
                <a:lnTo>
                  <a:pt x="286512" y="0"/>
                </a:lnTo>
                <a:lnTo>
                  <a:pt x="332987" y="3749"/>
                </a:lnTo>
                <a:lnTo>
                  <a:pt x="377074" y="14606"/>
                </a:lnTo>
                <a:lnTo>
                  <a:pt x="418183" y="31978"/>
                </a:lnTo>
                <a:lnTo>
                  <a:pt x="455724" y="55278"/>
                </a:lnTo>
                <a:lnTo>
                  <a:pt x="489108" y="83915"/>
                </a:lnTo>
                <a:lnTo>
                  <a:pt x="517745" y="117299"/>
                </a:lnTo>
                <a:lnTo>
                  <a:pt x="541045" y="154840"/>
                </a:lnTo>
                <a:lnTo>
                  <a:pt x="558417" y="195949"/>
                </a:lnTo>
                <a:lnTo>
                  <a:pt x="569274" y="240036"/>
                </a:lnTo>
                <a:lnTo>
                  <a:pt x="573023" y="286512"/>
                </a:lnTo>
                <a:lnTo>
                  <a:pt x="569274" y="332987"/>
                </a:lnTo>
                <a:lnTo>
                  <a:pt x="558417" y="377074"/>
                </a:lnTo>
                <a:lnTo>
                  <a:pt x="541045" y="418183"/>
                </a:lnTo>
                <a:lnTo>
                  <a:pt x="517745" y="455724"/>
                </a:lnTo>
                <a:lnTo>
                  <a:pt x="489108" y="489108"/>
                </a:lnTo>
                <a:lnTo>
                  <a:pt x="455724" y="517745"/>
                </a:lnTo>
                <a:lnTo>
                  <a:pt x="418183" y="541045"/>
                </a:lnTo>
                <a:lnTo>
                  <a:pt x="377074" y="558417"/>
                </a:lnTo>
                <a:lnTo>
                  <a:pt x="332987" y="569274"/>
                </a:lnTo>
                <a:lnTo>
                  <a:pt x="286512" y="573024"/>
                </a:lnTo>
                <a:lnTo>
                  <a:pt x="240036" y="569274"/>
                </a:lnTo>
                <a:lnTo>
                  <a:pt x="195949" y="558417"/>
                </a:lnTo>
                <a:lnTo>
                  <a:pt x="154840" y="541045"/>
                </a:lnTo>
                <a:lnTo>
                  <a:pt x="117299" y="517745"/>
                </a:lnTo>
                <a:lnTo>
                  <a:pt x="83915" y="489108"/>
                </a:lnTo>
                <a:lnTo>
                  <a:pt x="55278" y="455724"/>
                </a:lnTo>
                <a:lnTo>
                  <a:pt x="31978" y="418183"/>
                </a:lnTo>
                <a:lnTo>
                  <a:pt x="14606" y="377074"/>
                </a:lnTo>
                <a:lnTo>
                  <a:pt x="3749" y="332987"/>
                </a:lnTo>
                <a:lnTo>
                  <a:pt x="0" y="286512"/>
                </a:lnTo>
                <a:close/>
              </a:path>
            </a:pathLst>
          </a:custGeom>
          <a:ln w="6096">
            <a:solidFill>
              <a:srgbClr val="6FAC46"/>
            </a:solidFill>
          </a:ln>
        </p:spPr>
        <p:txBody>
          <a:bodyPr wrap="square" lIns="0" tIns="0" rIns="0" bIns="0" rtlCol="0"/>
          <a:lstStyle/>
          <a:p>
            <a:endParaRPr/>
          </a:p>
        </p:txBody>
      </p:sp>
      <p:sp>
        <p:nvSpPr>
          <p:cNvPr id="44" name="object 43">
            <a:extLst>
              <a:ext uri="{FF2B5EF4-FFF2-40B4-BE49-F238E27FC236}">
                <a16:creationId xmlns:a16="http://schemas.microsoft.com/office/drawing/2014/main" id="{B27AFD29-5E11-0F04-87FC-828FF18F72EF}"/>
              </a:ext>
            </a:extLst>
          </p:cNvPr>
          <p:cNvSpPr/>
          <p:nvPr/>
        </p:nvSpPr>
        <p:spPr>
          <a:xfrm>
            <a:off x="6613289" y="3087013"/>
            <a:ext cx="574548" cy="574548"/>
          </a:xfrm>
          <a:prstGeom prst="rect">
            <a:avLst/>
          </a:prstGeom>
          <a:blipFill>
            <a:blip r:embed="rId12" cstate="print"/>
            <a:stretch>
              <a:fillRect/>
            </a:stretch>
          </a:blipFill>
        </p:spPr>
        <p:txBody>
          <a:bodyPr wrap="square" lIns="0" tIns="0" rIns="0" bIns="0" rtlCol="0"/>
          <a:lstStyle/>
          <a:p>
            <a:endParaRPr/>
          </a:p>
        </p:txBody>
      </p:sp>
      <p:sp>
        <p:nvSpPr>
          <p:cNvPr id="45" name="object 44">
            <a:extLst>
              <a:ext uri="{FF2B5EF4-FFF2-40B4-BE49-F238E27FC236}">
                <a16:creationId xmlns:a16="http://schemas.microsoft.com/office/drawing/2014/main" id="{2BD64615-C7CD-A359-6C1F-EB7C84848CCD}"/>
              </a:ext>
            </a:extLst>
          </p:cNvPr>
          <p:cNvSpPr/>
          <p:nvPr/>
        </p:nvSpPr>
        <p:spPr>
          <a:xfrm>
            <a:off x="6613289" y="3087013"/>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6FAC46"/>
            </a:solidFill>
          </a:ln>
        </p:spPr>
        <p:txBody>
          <a:bodyPr wrap="square" lIns="0" tIns="0" rIns="0" bIns="0" rtlCol="0"/>
          <a:lstStyle/>
          <a:p>
            <a:endParaRPr/>
          </a:p>
        </p:txBody>
      </p:sp>
      <p:sp>
        <p:nvSpPr>
          <p:cNvPr id="46" name="object 45">
            <a:extLst>
              <a:ext uri="{FF2B5EF4-FFF2-40B4-BE49-F238E27FC236}">
                <a16:creationId xmlns:a16="http://schemas.microsoft.com/office/drawing/2014/main" id="{E17E5487-AC03-C64C-5F54-C9286FC1BCB7}"/>
              </a:ext>
            </a:extLst>
          </p:cNvPr>
          <p:cNvSpPr/>
          <p:nvPr/>
        </p:nvSpPr>
        <p:spPr>
          <a:xfrm>
            <a:off x="6620910" y="4333644"/>
            <a:ext cx="573024" cy="574547"/>
          </a:xfrm>
          <a:prstGeom prst="rect">
            <a:avLst/>
          </a:prstGeom>
          <a:blipFill>
            <a:blip r:embed="rId13" cstate="print"/>
            <a:stretch>
              <a:fillRect/>
            </a:stretch>
          </a:blipFill>
        </p:spPr>
        <p:txBody>
          <a:bodyPr wrap="square" lIns="0" tIns="0" rIns="0" bIns="0" rtlCol="0"/>
          <a:lstStyle/>
          <a:p>
            <a:endParaRPr/>
          </a:p>
        </p:txBody>
      </p:sp>
      <p:sp>
        <p:nvSpPr>
          <p:cNvPr id="47" name="object 46">
            <a:extLst>
              <a:ext uri="{FF2B5EF4-FFF2-40B4-BE49-F238E27FC236}">
                <a16:creationId xmlns:a16="http://schemas.microsoft.com/office/drawing/2014/main" id="{26F1DFDC-5487-F566-795F-0EE1B046DDE1}"/>
              </a:ext>
            </a:extLst>
          </p:cNvPr>
          <p:cNvSpPr/>
          <p:nvPr/>
        </p:nvSpPr>
        <p:spPr>
          <a:xfrm>
            <a:off x="6620910" y="4333644"/>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6FAC46"/>
            </a:solidFill>
          </a:ln>
        </p:spPr>
        <p:txBody>
          <a:bodyPr wrap="square" lIns="0" tIns="0" rIns="0" bIns="0" rtlCol="0"/>
          <a:lstStyle/>
          <a:p>
            <a:endParaRPr/>
          </a:p>
        </p:txBody>
      </p:sp>
      <p:sp>
        <p:nvSpPr>
          <p:cNvPr id="48" name="object 47">
            <a:extLst>
              <a:ext uri="{FF2B5EF4-FFF2-40B4-BE49-F238E27FC236}">
                <a16:creationId xmlns:a16="http://schemas.microsoft.com/office/drawing/2014/main" id="{964508D7-1DDC-EB11-5E58-82C71517C327}"/>
              </a:ext>
            </a:extLst>
          </p:cNvPr>
          <p:cNvSpPr txBox="1"/>
          <p:nvPr/>
        </p:nvSpPr>
        <p:spPr>
          <a:xfrm>
            <a:off x="6785501" y="3757319"/>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49" name="object 48">
            <a:extLst>
              <a:ext uri="{FF2B5EF4-FFF2-40B4-BE49-F238E27FC236}">
                <a16:creationId xmlns:a16="http://schemas.microsoft.com/office/drawing/2014/main" id="{03E79874-B613-1314-ACD7-27B16A63F123}"/>
              </a:ext>
            </a:extLst>
          </p:cNvPr>
          <p:cNvSpPr txBox="1"/>
          <p:nvPr/>
        </p:nvSpPr>
        <p:spPr>
          <a:xfrm>
            <a:off x="5228228" y="2312897"/>
            <a:ext cx="503555" cy="452120"/>
          </a:xfrm>
          <a:prstGeom prst="rect">
            <a:avLst/>
          </a:prstGeom>
        </p:spPr>
        <p:txBody>
          <a:bodyPr vert="horz" wrap="square" lIns="0" tIns="12065" rIns="0" bIns="0" rtlCol="0">
            <a:spAutoFit/>
          </a:bodyPr>
          <a:lstStyle/>
          <a:p>
            <a:pPr>
              <a:lnSpc>
                <a:spcPct val="100000"/>
              </a:lnSpc>
              <a:spcBef>
                <a:spcPts val="95"/>
              </a:spcBef>
            </a:pPr>
            <a:r>
              <a:rPr sz="2800" spc="-10" dirty="0">
                <a:latin typeface="Calibri"/>
                <a:cs typeface="Calibri"/>
              </a:rPr>
              <a:t>……</a:t>
            </a:r>
            <a:endParaRPr sz="2800">
              <a:latin typeface="Calibri"/>
              <a:cs typeface="Calibri"/>
            </a:endParaRPr>
          </a:p>
        </p:txBody>
      </p:sp>
      <p:sp>
        <p:nvSpPr>
          <p:cNvPr id="50" name="object 49">
            <a:extLst>
              <a:ext uri="{FF2B5EF4-FFF2-40B4-BE49-F238E27FC236}">
                <a16:creationId xmlns:a16="http://schemas.microsoft.com/office/drawing/2014/main" id="{7F2C7C86-A4BB-8E7A-FC2C-A63F9CE9F451}"/>
              </a:ext>
            </a:extLst>
          </p:cNvPr>
          <p:cNvSpPr txBox="1"/>
          <p:nvPr/>
        </p:nvSpPr>
        <p:spPr>
          <a:xfrm>
            <a:off x="5264295" y="4290211"/>
            <a:ext cx="503555" cy="452120"/>
          </a:xfrm>
          <a:prstGeom prst="rect">
            <a:avLst/>
          </a:prstGeom>
        </p:spPr>
        <p:txBody>
          <a:bodyPr vert="horz" wrap="square" lIns="0" tIns="12065" rIns="0" bIns="0" rtlCol="0">
            <a:spAutoFit/>
          </a:bodyPr>
          <a:lstStyle/>
          <a:p>
            <a:pPr>
              <a:lnSpc>
                <a:spcPct val="100000"/>
              </a:lnSpc>
              <a:spcBef>
                <a:spcPts val="95"/>
              </a:spcBef>
            </a:pPr>
            <a:r>
              <a:rPr sz="2800" spc="-5" dirty="0">
                <a:latin typeface="Calibri"/>
                <a:cs typeface="Calibri"/>
              </a:rPr>
              <a:t>……</a:t>
            </a:r>
            <a:endParaRPr sz="2800">
              <a:latin typeface="Calibri"/>
              <a:cs typeface="Calibri"/>
            </a:endParaRPr>
          </a:p>
        </p:txBody>
      </p:sp>
      <p:sp>
        <p:nvSpPr>
          <p:cNvPr id="51" name="object 50">
            <a:extLst>
              <a:ext uri="{FF2B5EF4-FFF2-40B4-BE49-F238E27FC236}">
                <a16:creationId xmlns:a16="http://schemas.microsoft.com/office/drawing/2014/main" id="{DDC4B4D9-C9B0-048E-BEC6-C06E3E746B65}"/>
              </a:ext>
            </a:extLst>
          </p:cNvPr>
          <p:cNvSpPr/>
          <p:nvPr/>
        </p:nvSpPr>
        <p:spPr>
          <a:xfrm>
            <a:off x="3665111" y="2594761"/>
            <a:ext cx="741680" cy="78105"/>
          </a:xfrm>
          <a:custGeom>
            <a:avLst/>
            <a:gdLst/>
            <a:ahLst/>
            <a:cxnLst/>
            <a:rect l="l" t="t" r="r" b="b"/>
            <a:pathLst>
              <a:path w="741679" h="78105">
                <a:moveTo>
                  <a:pt x="663701" y="0"/>
                </a:moveTo>
                <a:lnTo>
                  <a:pt x="663701" y="77724"/>
                </a:lnTo>
                <a:lnTo>
                  <a:pt x="715518" y="51815"/>
                </a:lnTo>
                <a:lnTo>
                  <a:pt x="676656" y="51815"/>
                </a:lnTo>
                <a:lnTo>
                  <a:pt x="676656" y="25907"/>
                </a:lnTo>
                <a:lnTo>
                  <a:pt x="715517" y="25907"/>
                </a:lnTo>
                <a:lnTo>
                  <a:pt x="663701" y="0"/>
                </a:lnTo>
                <a:close/>
              </a:path>
              <a:path w="741679" h="78105">
                <a:moveTo>
                  <a:pt x="663701" y="25907"/>
                </a:moveTo>
                <a:lnTo>
                  <a:pt x="0" y="25907"/>
                </a:lnTo>
                <a:lnTo>
                  <a:pt x="0" y="51815"/>
                </a:lnTo>
                <a:lnTo>
                  <a:pt x="663701" y="51815"/>
                </a:lnTo>
                <a:lnTo>
                  <a:pt x="663701" y="25907"/>
                </a:lnTo>
                <a:close/>
              </a:path>
              <a:path w="741679" h="78105">
                <a:moveTo>
                  <a:pt x="715517" y="25907"/>
                </a:moveTo>
                <a:lnTo>
                  <a:pt x="676656" y="25907"/>
                </a:lnTo>
                <a:lnTo>
                  <a:pt x="676656" y="51815"/>
                </a:lnTo>
                <a:lnTo>
                  <a:pt x="715518" y="51815"/>
                </a:lnTo>
                <a:lnTo>
                  <a:pt x="741426" y="38862"/>
                </a:lnTo>
                <a:lnTo>
                  <a:pt x="715517" y="25907"/>
                </a:lnTo>
                <a:close/>
              </a:path>
            </a:pathLst>
          </a:custGeom>
          <a:solidFill>
            <a:srgbClr val="000000"/>
          </a:solidFill>
        </p:spPr>
        <p:txBody>
          <a:bodyPr wrap="square" lIns="0" tIns="0" rIns="0" bIns="0" rtlCol="0"/>
          <a:lstStyle/>
          <a:p>
            <a:endParaRPr/>
          </a:p>
        </p:txBody>
      </p:sp>
      <p:sp>
        <p:nvSpPr>
          <p:cNvPr id="52" name="object 51">
            <a:extLst>
              <a:ext uri="{FF2B5EF4-FFF2-40B4-BE49-F238E27FC236}">
                <a16:creationId xmlns:a16="http://schemas.microsoft.com/office/drawing/2014/main" id="{70F65CE6-C604-AB79-C5BC-52718276927B}"/>
              </a:ext>
            </a:extLst>
          </p:cNvPr>
          <p:cNvSpPr/>
          <p:nvPr/>
        </p:nvSpPr>
        <p:spPr>
          <a:xfrm>
            <a:off x="3665111" y="3387241"/>
            <a:ext cx="741680" cy="78105"/>
          </a:xfrm>
          <a:custGeom>
            <a:avLst/>
            <a:gdLst/>
            <a:ahLst/>
            <a:cxnLst/>
            <a:rect l="l" t="t" r="r" b="b"/>
            <a:pathLst>
              <a:path w="741679" h="78104">
                <a:moveTo>
                  <a:pt x="663701" y="0"/>
                </a:moveTo>
                <a:lnTo>
                  <a:pt x="663701" y="77724"/>
                </a:lnTo>
                <a:lnTo>
                  <a:pt x="715518" y="51815"/>
                </a:lnTo>
                <a:lnTo>
                  <a:pt x="676656" y="51815"/>
                </a:lnTo>
                <a:lnTo>
                  <a:pt x="676656" y="25908"/>
                </a:lnTo>
                <a:lnTo>
                  <a:pt x="715518" y="25908"/>
                </a:lnTo>
                <a:lnTo>
                  <a:pt x="663701" y="0"/>
                </a:lnTo>
                <a:close/>
              </a:path>
              <a:path w="741679" h="78104">
                <a:moveTo>
                  <a:pt x="663701" y="25908"/>
                </a:moveTo>
                <a:lnTo>
                  <a:pt x="0" y="25908"/>
                </a:lnTo>
                <a:lnTo>
                  <a:pt x="0" y="51815"/>
                </a:lnTo>
                <a:lnTo>
                  <a:pt x="663701" y="51815"/>
                </a:lnTo>
                <a:lnTo>
                  <a:pt x="663701" y="25908"/>
                </a:lnTo>
                <a:close/>
              </a:path>
              <a:path w="741679" h="78104">
                <a:moveTo>
                  <a:pt x="715518" y="25908"/>
                </a:moveTo>
                <a:lnTo>
                  <a:pt x="676656" y="25908"/>
                </a:lnTo>
                <a:lnTo>
                  <a:pt x="676656" y="51815"/>
                </a:lnTo>
                <a:lnTo>
                  <a:pt x="715518" y="51815"/>
                </a:lnTo>
                <a:lnTo>
                  <a:pt x="741426" y="38862"/>
                </a:lnTo>
                <a:lnTo>
                  <a:pt x="715518" y="25908"/>
                </a:lnTo>
                <a:close/>
              </a:path>
            </a:pathLst>
          </a:custGeom>
          <a:solidFill>
            <a:srgbClr val="000000"/>
          </a:solidFill>
        </p:spPr>
        <p:txBody>
          <a:bodyPr wrap="square" lIns="0" tIns="0" rIns="0" bIns="0" rtlCol="0"/>
          <a:lstStyle/>
          <a:p>
            <a:endParaRPr/>
          </a:p>
        </p:txBody>
      </p:sp>
      <p:sp>
        <p:nvSpPr>
          <p:cNvPr id="53" name="object 52">
            <a:extLst>
              <a:ext uri="{FF2B5EF4-FFF2-40B4-BE49-F238E27FC236}">
                <a16:creationId xmlns:a16="http://schemas.microsoft.com/office/drawing/2014/main" id="{035B4EDD-A4BF-AE27-B8F7-FD3DA1FA8708}"/>
              </a:ext>
            </a:extLst>
          </p:cNvPr>
          <p:cNvSpPr/>
          <p:nvPr/>
        </p:nvSpPr>
        <p:spPr>
          <a:xfrm>
            <a:off x="3655967" y="4609488"/>
            <a:ext cx="741680" cy="78105"/>
          </a:xfrm>
          <a:custGeom>
            <a:avLst/>
            <a:gdLst/>
            <a:ahLst/>
            <a:cxnLst/>
            <a:rect l="l" t="t" r="r" b="b"/>
            <a:pathLst>
              <a:path w="741679" h="78104">
                <a:moveTo>
                  <a:pt x="663702" y="0"/>
                </a:moveTo>
                <a:lnTo>
                  <a:pt x="663702" y="77724"/>
                </a:lnTo>
                <a:lnTo>
                  <a:pt x="715518" y="51815"/>
                </a:lnTo>
                <a:lnTo>
                  <a:pt x="676656" y="51815"/>
                </a:lnTo>
                <a:lnTo>
                  <a:pt x="676656" y="25907"/>
                </a:lnTo>
                <a:lnTo>
                  <a:pt x="715518" y="25907"/>
                </a:lnTo>
                <a:lnTo>
                  <a:pt x="663702" y="0"/>
                </a:lnTo>
                <a:close/>
              </a:path>
              <a:path w="741679" h="78104">
                <a:moveTo>
                  <a:pt x="663702" y="25907"/>
                </a:moveTo>
                <a:lnTo>
                  <a:pt x="0" y="25907"/>
                </a:lnTo>
                <a:lnTo>
                  <a:pt x="0" y="51815"/>
                </a:lnTo>
                <a:lnTo>
                  <a:pt x="663702" y="51815"/>
                </a:lnTo>
                <a:lnTo>
                  <a:pt x="663702" y="25907"/>
                </a:lnTo>
                <a:close/>
              </a:path>
              <a:path w="741679" h="78104">
                <a:moveTo>
                  <a:pt x="715518" y="25907"/>
                </a:moveTo>
                <a:lnTo>
                  <a:pt x="676656" y="25907"/>
                </a:lnTo>
                <a:lnTo>
                  <a:pt x="676656" y="51815"/>
                </a:lnTo>
                <a:lnTo>
                  <a:pt x="715518" y="51815"/>
                </a:lnTo>
                <a:lnTo>
                  <a:pt x="741426" y="38862"/>
                </a:lnTo>
                <a:lnTo>
                  <a:pt x="715518" y="25907"/>
                </a:lnTo>
                <a:close/>
              </a:path>
            </a:pathLst>
          </a:custGeom>
          <a:solidFill>
            <a:srgbClr val="000000"/>
          </a:solidFill>
        </p:spPr>
        <p:txBody>
          <a:bodyPr wrap="square" lIns="0" tIns="0" rIns="0" bIns="0" rtlCol="0"/>
          <a:lstStyle/>
          <a:p>
            <a:endParaRPr/>
          </a:p>
        </p:txBody>
      </p:sp>
      <p:sp>
        <p:nvSpPr>
          <p:cNvPr id="54" name="object 53">
            <a:extLst>
              <a:ext uri="{FF2B5EF4-FFF2-40B4-BE49-F238E27FC236}">
                <a16:creationId xmlns:a16="http://schemas.microsoft.com/office/drawing/2014/main" id="{4BBA2C6F-9F55-D39C-A7D9-C878648B58B7}"/>
              </a:ext>
            </a:extLst>
          </p:cNvPr>
          <p:cNvSpPr/>
          <p:nvPr/>
        </p:nvSpPr>
        <p:spPr>
          <a:xfrm>
            <a:off x="3657238" y="2633623"/>
            <a:ext cx="748665" cy="788035"/>
          </a:xfrm>
          <a:custGeom>
            <a:avLst/>
            <a:gdLst/>
            <a:ahLst/>
            <a:cxnLst/>
            <a:rect l="l" t="t" r="r" b="b"/>
            <a:pathLst>
              <a:path w="748664" h="788035">
                <a:moveTo>
                  <a:pt x="685550" y="47459"/>
                </a:moveTo>
                <a:lnTo>
                  <a:pt x="0" y="769619"/>
                </a:lnTo>
                <a:lnTo>
                  <a:pt x="18795" y="787526"/>
                </a:lnTo>
                <a:lnTo>
                  <a:pt x="704305" y="65285"/>
                </a:lnTo>
                <a:lnTo>
                  <a:pt x="685550" y="47459"/>
                </a:lnTo>
                <a:close/>
              </a:path>
              <a:path w="748664" h="788035">
                <a:moveTo>
                  <a:pt x="736835" y="38100"/>
                </a:moveTo>
                <a:lnTo>
                  <a:pt x="694435" y="38100"/>
                </a:lnTo>
                <a:lnTo>
                  <a:pt x="713232" y="55879"/>
                </a:lnTo>
                <a:lnTo>
                  <a:pt x="704305" y="65285"/>
                </a:lnTo>
                <a:lnTo>
                  <a:pt x="723137" y="83184"/>
                </a:lnTo>
                <a:lnTo>
                  <a:pt x="736835" y="38100"/>
                </a:lnTo>
                <a:close/>
              </a:path>
              <a:path w="748664" h="788035">
                <a:moveTo>
                  <a:pt x="694435" y="38100"/>
                </a:moveTo>
                <a:lnTo>
                  <a:pt x="685550" y="47459"/>
                </a:lnTo>
                <a:lnTo>
                  <a:pt x="704305" y="65285"/>
                </a:lnTo>
                <a:lnTo>
                  <a:pt x="713232" y="55879"/>
                </a:lnTo>
                <a:lnTo>
                  <a:pt x="694435" y="38100"/>
                </a:lnTo>
                <a:close/>
              </a:path>
              <a:path w="748664" h="788035">
                <a:moveTo>
                  <a:pt x="748410" y="0"/>
                </a:moveTo>
                <a:lnTo>
                  <a:pt x="666749" y="29590"/>
                </a:lnTo>
                <a:lnTo>
                  <a:pt x="685550" y="47459"/>
                </a:lnTo>
                <a:lnTo>
                  <a:pt x="694435" y="38100"/>
                </a:lnTo>
                <a:lnTo>
                  <a:pt x="736835" y="38100"/>
                </a:lnTo>
                <a:lnTo>
                  <a:pt x="748410" y="0"/>
                </a:lnTo>
                <a:close/>
              </a:path>
            </a:pathLst>
          </a:custGeom>
          <a:solidFill>
            <a:srgbClr val="000000"/>
          </a:solidFill>
        </p:spPr>
        <p:txBody>
          <a:bodyPr wrap="square" lIns="0" tIns="0" rIns="0" bIns="0" rtlCol="0"/>
          <a:lstStyle/>
          <a:p>
            <a:endParaRPr/>
          </a:p>
        </p:txBody>
      </p:sp>
      <p:sp>
        <p:nvSpPr>
          <p:cNvPr id="55" name="object 54">
            <a:extLst>
              <a:ext uri="{FF2B5EF4-FFF2-40B4-BE49-F238E27FC236}">
                <a16:creationId xmlns:a16="http://schemas.microsoft.com/office/drawing/2014/main" id="{64FC1607-2D52-0C90-8813-9634B7BF9E6A}"/>
              </a:ext>
            </a:extLst>
          </p:cNvPr>
          <p:cNvSpPr/>
          <p:nvPr/>
        </p:nvSpPr>
        <p:spPr>
          <a:xfrm>
            <a:off x="3655713" y="2624733"/>
            <a:ext cx="753110" cy="787400"/>
          </a:xfrm>
          <a:custGeom>
            <a:avLst/>
            <a:gdLst/>
            <a:ahLst/>
            <a:cxnLst/>
            <a:rect l="l" t="t" r="r" b="b"/>
            <a:pathLst>
              <a:path w="753110" h="787400">
                <a:moveTo>
                  <a:pt x="690073" y="740200"/>
                </a:moveTo>
                <a:lnTo>
                  <a:pt x="671321" y="758063"/>
                </a:lnTo>
                <a:lnTo>
                  <a:pt x="753109" y="787400"/>
                </a:lnTo>
                <a:lnTo>
                  <a:pt x="741460" y="749554"/>
                </a:lnTo>
                <a:lnTo>
                  <a:pt x="699007" y="749554"/>
                </a:lnTo>
                <a:lnTo>
                  <a:pt x="690073" y="740200"/>
                </a:lnTo>
                <a:close/>
              </a:path>
              <a:path w="753110" h="787400">
                <a:moveTo>
                  <a:pt x="708869" y="722295"/>
                </a:moveTo>
                <a:lnTo>
                  <a:pt x="690073" y="740200"/>
                </a:lnTo>
                <a:lnTo>
                  <a:pt x="699007" y="749554"/>
                </a:lnTo>
                <a:lnTo>
                  <a:pt x="717804" y="731647"/>
                </a:lnTo>
                <a:lnTo>
                  <a:pt x="708869" y="722295"/>
                </a:lnTo>
                <a:close/>
              </a:path>
              <a:path w="753110" h="787400">
                <a:moveTo>
                  <a:pt x="727582" y="704469"/>
                </a:moveTo>
                <a:lnTo>
                  <a:pt x="708869" y="722295"/>
                </a:lnTo>
                <a:lnTo>
                  <a:pt x="717804" y="731647"/>
                </a:lnTo>
                <a:lnTo>
                  <a:pt x="699007" y="749554"/>
                </a:lnTo>
                <a:lnTo>
                  <a:pt x="741460" y="749554"/>
                </a:lnTo>
                <a:lnTo>
                  <a:pt x="727582" y="704469"/>
                </a:lnTo>
                <a:close/>
              </a:path>
              <a:path w="753110" h="787400">
                <a:moveTo>
                  <a:pt x="18795" y="0"/>
                </a:moveTo>
                <a:lnTo>
                  <a:pt x="0" y="17780"/>
                </a:lnTo>
                <a:lnTo>
                  <a:pt x="690073" y="740200"/>
                </a:lnTo>
                <a:lnTo>
                  <a:pt x="708869" y="722295"/>
                </a:lnTo>
                <a:lnTo>
                  <a:pt x="18795" y="0"/>
                </a:lnTo>
                <a:close/>
              </a:path>
            </a:pathLst>
          </a:custGeom>
          <a:solidFill>
            <a:srgbClr val="000000"/>
          </a:solidFill>
        </p:spPr>
        <p:txBody>
          <a:bodyPr wrap="square" lIns="0" tIns="0" rIns="0" bIns="0" rtlCol="0"/>
          <a:lstStyle/>
          <a:p>
            <a:endParaRPr/>
          </a:p>
        </p:txBody>
      </p:sp>
      <p:sp>
        <p:nvSpPr>
          <p:cNvPr id="56" name="object 55">
            <a:extLst>
              <a:ext uri="{FF2B5EF4-FFF2-40B4-BE49-F238E27FC236}">
                <a16:creationId xmlns:a16="http://schemas.microsoft.com/office/drawing/2014/main" id="{012D876D-462B-198A-EC74-5BC82A4409A5}"/>
              </a:ext>
            </a:extLst>
          </p:cNvPr>
          <p:cNvSpPr/>
          <p:nvPr/>
        </p:nvSpPr>
        <p:spPr>
          <a:xfrm>
            <a:off x="3652919" y="2629177"/>
            <a:ext cx="754380" cy="2011045"/>
          </a:xfrm>
          <a:custGeom>
            <a:avLst/>
            <a:gdLst/>
            <a:ahLst/>
            <a:cxnLst/>
            <a:rect l="l" t="t" r="r" b="b"/>
            <a:pathLst>
              <a:path w="754379" h="2011045">
                <a:moveTo>
                  <a:pt x="705477" y="1942452"/>
                </a:moveTo>
                <a:lnTo>
                  <a:pt x="681101" y="1951355"/>
                </a:lnTo>
                <a:lnTo>
                  <a:pt x="744347" y="2011045"/>
                </a:lnTo>
                <a:lnTo>
                  <a:pt x="750732" y="1954657"/>
                </a:lnTo>
                <a:lnTo>
                  <a:pt x="709929" y="1954657"/>
                </a:lnTo>
                <a:lnTo>
                  <a:pt x="705477" y="1942452"/>
                </a:lnTo>
                <a:close/>
              </a:path>
              <a:path w="754379" h="2011045">
                <a:moveTo>
                  <a:pt x="729856" y="1933548"/>
                </a:moveTo>
                <a:lnTo>
                  <a:pt x="705477" y="1942452"/>
                </a:lnTo>
                <a:lnTo>
                  <a:pt x="709929" y="1954657"/>
                </a:lnTo>
                <a:lnTo>
                  <a:pt x="734313" y="1945767"/>
                </a:lnTo>
                <a:lnTo>
                  <a:pt x="729856" y="1933548"/>
                </a:lnTo>
                <a:close/>
              </a:path>
              <a:path w="754379" h="2011045">
                <a:moveTo>
                  <a:pt x="754126" y="1924685"/>
                </a:moveTo>
                <a:lnTo>
                  <a:pt x="729856" y="1933548"/>
                </a:lnTo>
                <a:lnTo>
                  <a:pt x="734313" y="1945767"/>
                </a:lnTo>
                <a:lnTo>
                  <a:pt x="709929" y="1954657"/>
                </a:lnTo>
                <a:lnTo>
                  <a:pt x="750732" y="1954657"/>
                </a:lnTo>
                <a:lnTo>
                  <a:pt x="754126" y="1924685"/>
                </a:lnTo>
                <a:close/>
              </a:path>
              <a:path w="754379" h="2011045">
                <a:moveTo>
                  <a:pt x="24383" y="0"/>
                </a:moveTo>
                <a:lnTo>
                  <a:pt x="0" y="8889"/>
                </a:lnTo>
                <a:lnTo>
                  <a:pt x="705477" y="1942452"/>
                </a:lnTo>
                <a:lnTo>
                  <a:pt x="729856" y="1933548"/>
                </a:lnTo>
                <a:lnTo>
                  <a:pt x="24383" y="0"/>
                </a:lnTo>
                <a:close/>
              </a:path>
            </a:pathLst>
          </a:custGeom>
          <a:solidFill>
            <a:srgbClr val="000000"/>
          </a:solidFill>
        </p:spPr>
        <p:txBody>
          <a:bodyPr wrap="square" lIns="0" tIns="0" rIns="0" bIns="0" rtlCol="0"/>
          <a:lstStyle/>
          <a:p>
            <a:endParaRPr/>
          </a:p>
        </p:txBody>
      </p:sp>
      <p:sp>
        <p:nvSpPr>
          <p:cNvPr id="57" name="object 56">
            <a:extLst>
              <a:ext uri="{FF2B5EF4-FFF2-40B4-BE49-F238E27FC236}">
                <a16:creationId xmlns:a16="http://schemas.microsoft.com/office/drawing/2014/main" id="{CE425246-9759-2A49-00B0-76C5CCCF0EB5}"/>
              </a:ext>
            </a:extLst>
          </p:cNvPr>
          <p:cNvSpPr/>
          <p:nvPr/>
        </p:nvSpPr>
        <p:spPr>
          <a:xfrm>
            <a:off x="3655460" y="3405782"/>
            <a:ext cx="741045" cy="1235075"/>
          </a:xfrm>
          <a:custGeom>
            <a:avLst/>
            <a:gdLst/>
            <a:ahLst/>
            <a:cxnLst/>
            <a:rect l="l" t="t" r="r" b="b"/>
            <a:pathLst>
              <a:path w="741045" h="1235075">
                <a:moveTo>
                  <a:pt x="690138" y="1174466"/>
                </a:moveTo>
                <a:lnTo>
                  <a:pt x="667893" y="1187704"/>
                </a:lnTo>
                <a:lnTo>
                  <a:pt x="740918" y="1234567"/>
                </a:lnTo>
                <a:lnTo>
                  <a:pt x="737395" y="1185545"/>
                </a:lnTo>
                <a:lnTo>
                  <a:pt x="696722" y="1185545"/>
                </a:lnTo>
                <a:lnTo>
                  <a:pt x="690138" y="1174466"/>
                </a:lnTo>
                <a:close/>
              </a:path>
              <a:path w="741045" h="1235075">
                <a:moveTo>
                  <a:pt x="712356" y="1161245"/>
                </a:moveTo>
                <a:lnTo>
                  <a:pt x="690138" y="1174466"/>
                </a:lnTo>
                <a:lnTo>
                  <a:pt x="696722" y="1185545"/>
                </a:lnTo>
                <a:lnTo>
                  <a:pt x="718947" y="1172337"/>
                </a:lnTo>
                <a:lnTo>
                  <a:pt x="712356" y="1161245"/>
                </a:lnTo>
                <a:close/>
              </a:path>
              <a:path w="741045" h="1235075">
                <a:moveTo>
                  <a:pt x="734695" y="1147953"/>
                </a:moveTo>
                <a:lnTo>
                  <a:pt x="712356" y="1161245"/>
                </a:lnTo>
                <a:lnTo>
                  <a:pt x="718947" y="1172337"/>
                </a:lnTo>
                <a:lnTo>
                  <a:pt x="696722" y="1185545"/>
                </a:lnTo>
                <a:lnTo>
                  <a:pt x="737395" y="1185545"/>
                </a:lnTo>
                <a:lnTo>
                  <a:pt x="734695" y="1147953"/>
                </a:lnTo>
                <a:close/>
              </a:path>
              <a:path w="741045" h="1235075">
                <a:moveTo>
                  <a:pt x="22351" y="0"/>
                </a:moveTo>
                <a:lnTo>
                  <a:pt x="0" y="13208"/>
                </a:lnTo>
                <a:lnTo>
                  <a:pt x="690138" y="1174466"/>
                </a:lnTo>
                <a:lnTo>
                  <a:pt x="712356" y="1161245"/>
                </a:lnTo>
                <a:lnTo>
                  <a:pt x="22351" y="0"/>
                </a:lnTo>
                <a:close/>
              </a:path>
            </a:pathLst>
          </a:custGeom>
          <a:solidFill>
            <a:srgbClr val="000000"/>
          </a:solidFill>
        </p:spPr>
        <p:txBody>
          <a:bodyPr wrap="square" lIns="0" tIns="0" rIns="0" bIns="0" rtlCol="0"/>
          <a:lstStyle/>
          <a:p>
            <a:endParaRPr/>
          </a:p>
        </p:txBody>
      </p:sp>
      <p:sp>
        <p:nvSpPr>
          <p:cNvPr id="58" name="object 57">
            <a:extLst>
              <a:ext uri="{FF2B5EF4-FFF2-40B4-BE49-F238E27FC236}">
                <a16:creationId xmlns:a16="http://schemas.microsoft.com/office/drawing/2014/main" id="{3811749A-5EFA-8A1A-F657-742A8AED19E3}"/>
              </a:ext>
            </a:extLst>
          </p:cNvPr>
          <p:cNvSpPr/>
          <p:nvPr/>
        </p:nvSpPr>
        <p:spPr>
          <a:xfrm>
            <a:off x="3643776" y="2633623"/>
            <a:ext cx="772160" cy="2011680"/>
          </a:xfrm>
          <a:custGeom>
            <a:avLst/>
            <a:gdLst/>
            <a:ahLst/>
            <a:cxnLst/>
            <a:rect l="l" t="t" r="r" b="b"/>
            <a:pathLst>
              <a:path w="772160" h="2011679">
                <a:moveTo>
                  <a:pt x="723555" y="68255"/>
                </a:moveTo>
                <a:lnTo>
                  <a:pt x="0" y="2002027"/>
                </a:lnTo>
                <a:lnTo>
                  <a:pt x="24383" y="2011171"/>
                </a:lnTo>
                <a:lnTo>
                  <a:pt x="747799" y="77309"/>
                </a:lnTo>
                <a:lnTo>
                  <a:pt x="723555" y="68255"/>
                </a:lnTo>
                <a:close/>
              </a:path>
              <a:path w="772160" h="2011679">
                <a:moveTo>
                  <a:pt x="768832" y="56133"/>
                </a:moveTo>
                <a:lnTo>
                  <a:pt x="728091" y="56133"/>
                </a:lnTo>
                <a:lnTo>
                  <a:pt x="752347" y="65150"/>
                </a:lnTo>
                <a:lnTo>
                  <a:pt x="747799" y="77309"/>
                </a:lnTo>
                <a:lnTo>
                  <a:pt x="772032" y="86359"/>
                </a:lnTo>
                <a:lnTo>
                  <a:pt x="768832" y="56133"/>
                </a:lnTo>
                <a:close/>
              </a:path>
              <a:path w="772160" h="2011679">
                <a:moveTo>
                  <a:pt x="728091" y="56133"/>
                </a:moveTo>
                <a:lnTo>
                  <a:pt x="723555" y="68255"/>
                </a:lnTo>
                <a:lnTo>
                  <a:pt x="747799" y="77309"/>
                </a:lnTo>
                <a:lnTo>
                  <a:pt x="752347" y="65150"/>
                </a:lnTo>
                <a:lnTo>
                  <a:pt x="728091" y="56133"/>
                </a:lnTo>
                <a:close/>
              </a:path>
              <a:path w="772160" h="2011679">
                <a:moveTo>
                  <a:pt x="762888" y="0"/>
                </a:moveTo>
                <a:lnTo>
                  <a:pt x="699261" y="59181"/>
                </a:lnTo>
                <a:lnTo>
                  <a:pt x="723555" y="68255"/>
                </a:lnTo>
                <a:lnTo>
                  <a:pt x="728091" y="56133"/>
                </a:lnTo>
                <a:lnTo>
                  <a:pt x="768832" y="56133"/>
                </a:lnTo>
                <a:lnTo>
                  <a:pt x="762888" y="0"/>
                </a:lnTo>
                <a:close/>
              </a:path>
            </a:pathLst>
          </a:custGeom>
          <a:solidFill>
            <a:srgbClr val="000000"/>
          </a:solidFill>
        </p:spPr>
        <p:txBody>
          <a:bodyPr wrap="square" lIns="0" tIns="0" rIns="0" bIns="0" rtlCol="0"/>
          <a:lstStyle/>
          <a:p>
            <a:endParaRPr/>
          </a:p>
        </p:txBody>
      </p:sp>
      <p:sp>
        <p:nvSpPr>
          <p:cNvPr id="59" name="object 58">
            <a:extLst>
              <a:ext uri="{FF2B5EF4-FFF2-40B4-BE49-F238E27FC236}">
                <a16:creationId xmlns:a16="http://schemas.microsoft.com/office/drawing/2014/main" id="{3A510098-7B68-6B4D-1D5A-488E5B942C8D}"/>
              </a:ext>
            </a:extLst>
          </p:cNvPr>
          <p:cNvSpPr/>
          <p:nvPr/>
        </p:nvSpPr>
        <p:spPr>
          <a:xfrm>
            <a:off x="3644919" y="3412387"/>
            <a:ext cx="764540" cy="1235075"/>
          </a:xfrm>
          <a:custGeom>
            <a:avLst/>
            <a:gdLst/>
            <a:ahLst/>
            <a:cxnLst/>
            <a:rect l="l" t="t" r="r" b="b"/>
            <a:pathLst>
              <a:path w="764539" h="1235075">
                <a:moveTo>
                  <a:pt x="712388" y="59496"/>
                </a:moveTo>
                <a:lnTo>
                  <a:pt x="0" y="1221231"/>
                </a:lnTo>
                <a:lnTo>
                  <a:pt x="22097" y="1234820"/>
                </a:lnTo>
                <a:lnTo>
                  <a:pt x="734493" y="73073"/>
                </a:lnTo>
                <a:lnTo>
                  <a:pt x="712388" y="59496"/>
                </a:lnTo>
                <a:close/>
              </a:path>
              <a:path w="764539" h="1235075">
                <a:moveTo>
                  <a:pt x="759846" y="48387"/>
                </a:moveTo>
                <a:lnTo>
                  <a:pt x="719201" y="48387"/>
                </a:lnTo>
                <a:lnTo>
                  <a:pt x="741299" y="61975"/>
                </a:lnTo>
                <a:lnTo>
                  <a:pt x="734493" y="73073"/>
                </a:lnTo>
                <a:lnTo>
                  <a:pt x="756538" y="86613"/>
                </a:lnTo>
                <a:lnTo>
                  <a:pt x="759846" y="48387"/>
                </a:lnTo>
                <a:close/>
              </a:path>
              <a:path w="764539" h="1235075">
                <a:moveTo>
                  <a:pt x="719201" y="48387"/>
                </a:moveTo>
                <a:lnTo>
                  <a:pt x="712388" y="59496"/>
                </a:lnTo>
                <a:lnTo>
                  <a:pt x="734493" y="73073"/>
                </a:lnTo>
                <a:lnTo>
                  <a:pt x="741299" y="61975"/>
                </a:lnTo>
                <a:lnTo>
                  <a:pt x="719201" y="48387"/>
                </a:lnTo>
                <a:close/>
              </a:path>
              <a:path w="764539" h="1235075">
                <a:moveTo>
                  <a:pt x="764031" y="0"/>
                </a:moveTo>
                <a:lnTo>
                  <a:pt x="690372" y="45974"/>
                </a:lnTo>
                <a:lnTo>
                  <a:pt x="712388" y="59496"/>
                </a:lnTo>
                <a:lnTo>
                  <a:pt x="719201" y="48387"/>
                </a:lnTo>
                <a:lnTo>
                  <a:pt x="759846" y="48387"/>
                </a:lnTo>
                <a:lnTo>
                  <a:pt x="764031" y="0"/>
                </a:lnTo>
                <a:close/>
              </a:path>
            </a:pathLst>
          </a:custGeom>
          <a:solidFill>
            <a:srgbClr val="000000"/>
          </a:solidFill>
        </p:spPr>
        <p:txBody>
          <a:bodyPr wrap="square" lIns="0" tIns="0" rIns="0" bIns="0" rtlCol="0"/>
          <a:lstStyle/>
          <a:p>
            <a:endParaRPr/>
          </a:p>
        </p:txBody>
      </p:sp>
      <p:sp>
        <p:nvSpPr>
          <p:cNvPr id="60" name="object 59">
            <a:extLst>
              <a:ext uri="{FF2B5EF4-FFF2-40B4-BE49-F238E27FC236}">
                <a16:creationId xmlns:a16="http://schemas.microsoft.com/office/drawing/2014/main" id="{1D8E09DC-9CF4-BB8B-0930-6A7E8C187CE0}"/>
              </a:ext>
            </a:extLst>
          </p:cNvPr>
          <p:cNvSpPr/>
          <p:nvPr/>
        </p:nvSpPr>
        <p:spPr>
          <a:xfrm>
            <a:off x="2230519" y="2597555"/>
            <a:ext cx="860425" cy="79375"/>
          </a:xfrm>
          <a:custGeom>
            <a:avLst/>
            <a:gdLst/>
            <a:ahLst/>
            <a:cxnLst/>
            <a:rect l="l" t="t" r="r" b="b"/>
            <a:pathLst>
              <a:path w="860425" h="79375">
                <a:moveTo>
                  <a:pt x="781811" y="25851"/>
                </a:moveTo>
                <a:lnTo>
                  <a:pt x="0" y="53086"/>
                </a:lnTo>
                <a:lnTo>
                  <a:pt x="1015" y="78994"/>
                </a:lnTo>
                <a:lnTo>
                  <a:pt x="782701" y="51759"/>
                </a:lnTo>
                <a:lnTo>
                  <a:pt x="781811" y="25851"/>
                </a:lnTo>
                <a:close/>
              </a:path>
              <a:path w="860425" h="79375">
                <a:moveTo>
                  <a:pt x="836552" y="25400"/>
                </a:moveTo>
                <a:lnTo>
                  <a:pt x="794765" y="25400"/>
                </a:lnTo>
                <a:lnTo>
                  <a:pt x="795655" y="51308"/>
                </a:lnTo>
                <a:lnTo>
                  <a:pt x="782701" y="51759"/>
                </a:lnTo>
                <a:lnTo>
                  <a:pt x="783589" y="77597"/>
                </a:lnTo>
                <a:lnTo>
                  <a:pt x="859916" y="36068"/>
                </a:lnTo>
                <a:lnTo>
                  <a:pt x="836552" y="25400"/>
                </a:lnTo>
                <a:close/>
              </a:path>
              <a:path w="860425" h="79375">
                <a:moveTo>
                  <a:pt x="794765" y="25400"/>
                </a:moveTo>
                <a:lnTo>
                  <a:pt x="781811" y="25851"/>
                </a:lnTo>
                <a:lnTo>
                  <a:pt x="782701" y="51759"/>
                </a:lnTo>
                <a:lnTo>
                  <a:pt x="795655" y="51308"/>
                </a:lnTo>
                <a:lnTo>
                  <a:pt x="794765" y="25400"/>
                </a:lnTo>
                <a:close/>
              </a:path>
              <a:path w="860425" h="79375">
                <a:moveTo>
                  <a:pt x="780922" y="0"/>
                </a:moveTo>
                <a:lnTo>
                  <a:pt x="781811" y="25851"/>
                </a:lnTo>
                <a:lnTo>
                  <a:pt x="794765" y="25400"/>
                </a:lnTo>
                <a:lnTo>
                  <a:pt x="836552" y="25400"/>
                </a:lnTo>
                <a:lnTo>
                  <a:pt x="780922" y="0"/>
                </a:lnTo>
                <a:close/>
              </a:path>
            </a:pathLst>
          </a:custGeom>
          <a:solidFill>
            <a:srgbClr val="000000"/>
          </a:solidFill>
        </p:spPr>
        <p:txBody>
          <a:bodyPr wrap="square" lIns="0" tIns="0" rIns="0" bIns="0" rtlCol="0"/>
          <a:lstStyle/>
          <a:p>
            <a:endParaRPr/>
          </a:p>
        </p:txBody>
      </p:sp>
      <p:sp>
        <p:nvSpPr>
          <p:cNvPr id="61" name="object 60">
            <a:extLst>
              <a:ext uri="{FF2B5EF4-FFF2-40B4-BE49-F238E27FC236}">
                <a16:creationId xmlns:a16="http://schemas.microsoft.com/office/drawing/2014/main" id="{FC53C9E2-F02B-E642-99CA-BB7B40E09DAA}"/>
              </a:ext>
            </a:extLst>
          </p:cNvPr>
          <p:cNvSpPr/>
          <p:nvPr/>
        </p:nvSpPr>
        <p:spPr>
          <a:xfrm>
            <a:off x="2219598" y="2672485"/>
            <a:ext cx="874394" cy="740410"/>
          </a:xfrm>
          <a:custGeom>
            <a:avLst/>
            <a:gdLst/>
            <a:ahLst/>
            <a:cxnLst/>
            <a:rect l="l" t="t" r="r" b="b"/>
            <a:pathLst>
              <a:path w="874394" h="740410">
                <a:moveTo>
                  <a:pt x="806032" y="699890"/>
                </a:moveTo>
                <a:lnTo>
                  <a:pt x="789305" y="719708"/>
                </a:lnTo>
                <a:lnTo>
                  <a:pt x="873887" y="740155"/>
                </a:lnTo>
                <a:lnTo>
                  <a:pt x="860153" y="708278"/>
                </a:lnTo>
                <a:lnTo>
                  <a:pt x="815975" y="708278"/>
                </a:lnTo>
                <a:lnTo>
                  <a:pt x="806032" y="699890"/>
                </a:lnTo>
                <a:close/>
              </a:path>
              <a:path w="874394" h="740410">
                <a:moveTo>
                  <a:pt x="822771" y="680057"/>
                </a:moveTo>
                <a:lnTo>
                  <a:pt x="806032" y="699890"/>
                </a:lnTo>
                <a:lnTo>
                  <a:pt x="815975" y="708278"/>
                </a:lnTo>
                <a:lnTo>
                  <a:pt x="832738" y="688466"/>
                </a:lnTo>
                <a:lnTo>
                  <a:pt x="822771" y="680057"/>
                </a:lnTo>
                <a:close/>
              </a:path>
              <a:path w="874394" h="740410">
                <a:moveTo>
                  <a:pt x="839469" y="660272"/>
                </a:moveTo>
                <a:lnTo>
                  <a:pt x="822771" y="680057"/>
                </a:lnTo>
                <a:lnTo>
                  <a:pt x="832738" y="688466"/>
                </a:lnTo>
                <a:lnTo>
                  <a:pt x="815975" y="708278"/>
                </a:lnTo>
                <a:lnTo>
                  <a:pt x="860153" y="708278"/>
                </a:lnTo>
                <a:lnTo>
                  <a:pt x="839469" y="660272"/>
                </a:lnTo>
                <a:close/>
              </a:path>
              <a:path w="874394" h="740410">
                <a:moveTo>
                  <a:pt x="16763" y="0"/>
                </a:moveTo>
                <a:lnTo>
                  <a:pt x="0" y="19811"/>
                </a:lnTo>
                <a:lnTo>
                  <a:pt x="806032" y="699890"/>
                </a:lnTo>
                <a:lnTo>
                  <a:pt x="822771" y="680057"/>
                </a:lnTo>
                <a:lnTo>
                  <a:pt x="16763" y="0"/>
                </a:lnTo>
                <a:close/>
              </a:path>
            </a:pathLst>
          </a:custGeom>
          <a:solidFill>
            <a:srgbClr val="000000"/>
          </a:solidFill>
        </p:spPr>
        <p:txBody>
          <a:bodyPr wrap="square" lIns="0" tIns="0" rIns="0" bIns="0" rtlCol="0"/>
          <a:lstStyle/>
          <a:p>
            <a:endParaRPr/>
          </a:p>
        </p:txBody>
      </p:sp>
      <p:sp>
        <p:nvSpPr>
          <p:cNvPr id="62" name="object 61">
            <a:extLst>
              <a:ext uri="{FF2B5EF4-FFF2-40B4-BE49-F238E27FC236}">
                <a16:creationId xmlns:a16="http://schemas.microsoft.com/office/drawing/2014/main" id="{49A1AAAB-59FB-17C6-F7A7-6999B66AAE63}"/>
              </a:ext>
            </a:extLst>
          </p:cNvPr>
          <p:cNvSpPr/>
          <p:nvPr/>
        </p:nvSpPr>
        <p:spPr>
          <a:xfrm>
            <a:off x="2216041" y="2677183"/>
            <a:ext cx="870585" cy="1963420"/>
          </a:xfrm>
          <a:custGeom>
            <a:avLst/>
            <a:gdLst/>
            <a:ahLst/>
            <a:cxnLst/>
            <a:rect l="l" t="t" r="r" b="b"/>
            <a:pathLst>
              <a:path w="870585" h="1963420">
                <a:moveTo>
                  <a:pt x="822864" y="1897323"/>
                </a:moveTo>
                <a:lnTo>
                  <a:pt x="799084" y="1907667"/>
                </a:lnTo>
                <a:lnTo>
                  <a:pt x="865759" y="1963420"/>
                </a:lnTo>
                <a:lnTo>
                  <a:pt x="868617" y="1909191"/>
                </a:lnTo>
                <a:lnTo>
                  <a:pt x="828040" y="1909191"/>
                </a:lnTo>
                <a:lnTo>
                  <a:pt x="822864" y="1897323"/>
                </a:lnTo>
                <a:close/>
              </a:path>
              <a:path w="870585" h="1963420">
                <a:moveTo>
                  <a:pt x="846598" y="1887001"/>
                </a:moveTo>
                <a:lnTo>
                  <a:pt x="822864" y="1897323"/>
                </a:lnTo>
                <a:lnTo>
                  <a:pt x="828040" y="1909191"/>
                </a:lnTo>
                <a:lnTo>
                  <a:pt x="851789" y="1898904"/>
                </a:lnTo>
                <a:lnTo>
                  <a:pt x="846598" y="1887001"/>
                </a:lnTo>
                <a:close/>
              </a:path>
              <a:path w="870585" h="1963420">
                <a:moveTo>
                  <a:pt x="870331" y="1876679"/>
                </a:moveTo>
                <a:lnTo>
                  <a:pt x="846598" y="1887001"/>
                </a:lnTo>
                <a:lnTo>
                  <a:pt x="851789" y="1898904"/>
                </a:lnTo>
                <a:lnTo>
                  <a:pt x="828040" y="1909191"/>
                </a:lnTo>
                <a:lnTo>
                  <a:pt x="868617" y="1909191"/>
                </a:lnTo>
                <a:lnTo>
                  <a:pt x="870331" y="1876679"/>
                </a:lnTo>
                <a:close/>
              </a:path>
              <a:path w="870585" h="1963420">
                <a:moveTo>
                  <a:pt x="23749" y="0"/>
                </a:moveTo>
                <a:lnTo>
                  <a:pt x="0" y="10414"/>
                </a:lnTo>
                <a:lnTo>
                  <a:pt x="822864" y="1897323"/>
                </a:lnTo>
                <a:lnTo>
                  <a:pt x="846598" y="1887001"/>
                </a:lnTo>
                <a:lnTo>
                  <a:pt x="23749" y="0"/>
                </a:lnTo>
                <a:close/>
              </a:path>
            </a:pathLst>
          </a:custGeom>
          <a:solidFill>
            <a:srgbClr val="000000"/>
          </a:solidFill>
        </p:spPr>
        <p:txBody>
          <a:bodyPr wrap="square" lIns="0" tIns="0" rIns="0" bIns="0" rtlCol="0"/>
          <a:lstStyle/>
          <a:p>
            <a:endParaRPr/>
          </a:p>
        </p:txBody>
      </p:sp>
      <p:sp>
        <p:nvSpPr>
          <p:cNvPr id="63" name="object 62">
            <a:extLst>
              <a:ext uri="{FF2B5EF4-FFF2-40B4-BE49-F238E27FC236}">
                <a16:creationId xmlns:a16="http://schemas.microsoft.com/office/drawing/2014/main" id="{2E65B010-C104-D277-E701-86AF74F2F196}"/>
              </a:ext>
            </a:extLst>
          </p:cNvPr>
          <p:cNvSpPr/>
          <p:nvPr/>
        </p:nvSpPr>
        <p:spPr>
          <a:xfrm>
            <a:off x="2247919" y="2633623"/>
            <a:ext cx="843280" cy="606425"/>
          </a:xfrm>
          <a:custGeom>
            <a:avLst/>
            <a:gdLst/>
            <a:ahLst/>
            <a:cxnLst/>
            <a:rect l="l" t="t" r="r" b="b"/>
            <a:pathLst>
              <a:path w="843280" h="606425">
                <a:moveTo>
                  <a:pt x="772267" y="34575"/>
                </a:moveTo>
                <a:lnTo>
                  <a:pt x="0" y="584834"/>
                </a:lnTo>
                <a:lnTo>
                  <a:pt x="14985" y="605916"/>
                </a:lnTo>
                <a:lnTo>
                  <a:pt x="787309" y="55617"/>
                </a:lnTo>
                <a:lnTo>
                  <a:pt x="772267" y="34575"/>
                </a:lnTo>
                <a:close/>
              </a:path>
              <a:path w="843280" h="606425">
                <a:moveTo>
                  <a:pt x="828694" y="27050"/>
                </a:moveTo>
                <a:lnTo>
                  <a:pt x="782827" y="27050"/>
                </a:lnTo>
                <a:lnTo>
                  <a:pt x="797813" y="48132"/>
                </a:lnTo>
                <a:lnTo>
                  <a:pt x="787309" y="55617"/>
                </a:lnTo>
                <a:lnTo>
                  <a:pt x="802385" y="76707"/>
                </a:lnTo>
                <a:lnTo>
                  <a:pt x="828694" y="27050"/>
                </a:lnTo>
                <a:close/>
              </a:path>
              <a:path w="843280" h="606425">
                <a:moveTo>
                  <a:pt x="782827" y="27050"/>
                </a:moveTo>
                <a:lnTo>
                  <a:pt x="772267" y="34575"/>
                </a:lnTo>
                <a:lnTo>
                  <a:pt x="787309" y="55617"/>
                </a:lnTo>
                <a:lnTo>
                  <a:pt x="797813" y="48132"/>
                </a:lnTo>
                <a:lnTo>
                  <a:pt x="782827" y="27050"/>
                </a:lnTo>
                <a:close/>
              </a:path>
              <a:path w="843280" h="606425">
                <a:moveTo>
                  <a:pt x="843026" y="0"/>
                </a:moveTo>
                <a:lnTo>
                  <a:pt x="757173" y="13462"/>
                </a:lnTo>
                <a:lnTo>
                  <a:pt x="772267" y="34575"/>
                </a:lnTo>
                <a:lnTo>
                  <a:pt x="782827" y="27050"/>
                </a:lnTo>
                <a:lnTo>
                  <a:pt x="828694" y="27050"/>
                </a:lnTo>
                <a:lnTo>
                  <a:pt x="843026" y="0"/>
                </a:lnTo>
                <a:close/>
              </a:path>
            </a:pathLst>
          </a:custGeom>
          <a:solidFill>
            <a:srgbClr val="000000"/>
          </a:solidFill>
        </p:spPr>
        <p:txBody>
          <a:bodyPr wrap="square" lIns="0" tIns="0" rIns="0" bIns="0" rtlCol="0"/>
          <a:lstStyle/>
          <a:p>
            <a:endParaRPr/>
          </a:p>
        </p:txBody>
      </p:sp>
      <p:sp>
        <p:nvSpPr>
          <p:cNvPr id="64" name="object 63">
            <a:extLst>
              <a:ext uri="{FF2B5EF4-FFF2-40B4-BE49-F238E27FC236}">
                <a16:creationId xmlns:a16="http://schemas.microsoft.com/office/drawing/2014/main" id="{03415140-3E68-5B12-88F9-DBC0F435252C}"/>
              </a:ext>
            </a:extLst>
          </p:cNvPr>
          <p:cNvSpPr/>
          <p:nvPr/>
        </p:nvSpPr>
        <p:spPr>
          <a:xfrm>
            <a:off x="2219598" y="3239667"/>
            <a:ext cx="873760" cy="196850"/>
          </a:xfrm>
          <a:custGeom>
            <a:avLst/>
            <a:gdLst/>
            <a:ahLst/>
            <a:cxnLst/>
            <a:rect l="l" t="t" r="r" b="b"/>
            <a:pathLst>
              <a:path w="873760" h="196850">
                <a:moveTo>
                  <a:pt x="794758" y="171276"/>
                </a:moveTo>
                <a:lnTo>
                  <a:pt x="790067" y="196723"/>
                </a:lnTo>
                <a:lnTo>
                  <a:pt x="869992" y="173609"/>
                </a:lnTo>
                <a:lnTo>
                  <a:pt x="807466" y="173609"/>
                </a:lnTo>
                <a:lnTo>
                  <a:pt x="794758" y="171276"/>
                </a:lnTo>
                <a:close/>
              </a:path>
              <a:path w="873760" h="196850">
                <a:moveTo>
                  <a:pt x="799465" y="145753"/>
                </a:moveTo>
                <a:lnTo>
                  <a:pt x="794758" y="171276"/>
                </a:lnTo>
                <a:lnTo>
                  <a:pt x="807466" y="173609"/>
                </a:lnTo>
                <a:lnTo>
                  <a:pt x="812165" y="148082"/>
                </a:lnTo>
                <a:lnTo>
                  <a:pt x="799465" y="145753"/>
                </a:lnTo>
                <a:close/>
              </a:path>
              <a:path w="873760" h="196850">
                <a:moveTo>
                  <a:pt x="804163" y="120269"/>
                </a:moveTo>
                <a:lnTo>
                  <a:pt x="799465" y="145753"/>
                </a:lnTo>
                <a:lnTo>
                  <a:pt x="812165" y="148082"/>
                </a:lnTo>
                <a:lnTo>
                  <a:pt x="807466" y="173609"/>
                </a:lnTo>
                <a:lnTo>
                  <a:pt x="869992" y="173609"/>
                </a:lnTo>
                <a:lnTo>
                  <a:pt x="873506" y="172593"/>
                </a:lnTo>
                <a:lnTo>
                  <a:pt x="804163" y="120269"/>
                </a:lnTo>
                <a:close/>
              </a:path>
              <a:path w="873760" h="196850">
                <a:moveTo>
                  <a:pt x="4572" y="0"/>
                </a:moveTo>
                <a:lnTo>
                  <a:pt x="0" y="25400"/>
                </a:lnTo>
                <a:lnTo>
                  <a:pt x="794758" y="171276"/>
                </a:lnTo>
                <a:lnTo>
                  <a:pt x="799465" y="145753"/>
                </a:lnTo>
                <a:lnTo>
                  <a:pt x="4572" y="0"/>
                </a:lnTo>
                <a:close/>
              </a:path>
            </a:pathLst>
          </a:custGeom>
          <a:solidFill>
            <a:srgbClr val="000000"/>
          </a:solidFill>
        </p:spPr>
        <p:txBody>
          <a:bodyPr wrap="square" lIns="0" tIns="0" rIns="0" bIns="0" rtlCol="0"/>
          <a:lstStyle/>
          <a:p>
            <a:endParaRPr/>
          </a:p>
        </p:txBody>
      </p:sp>
      <p:sp>
        <p:nvSpPr>
          <p:cNvPr id="65" name="object 64">
            <a:extLst>
              <a:ext uri="{FF2B5EF4-FFF2-40B4-BE49-F238E27FC236}">
                <a16:creationId xmlns:a16="http://schemas.microsoft.com/office/drawing/2014/main" id="{4F44FFA1-8CC3-A372-C825-A301544EE897}"/>
              </a:ext>
            </a:extLst>
          </p:cNvPr>
          <p:cNvSpPr/>
          <p:nvPr/>
        </p:nvSpPr>
        <p:spPr>
          <a:xfrm>
            <a:off x="2210835" y="3245508"/>
            <a:ext cx="871219" cy="1395095"/>
          </a:xfrm>
          <a:custGeom>
            <a:avLst/>
            <a:gdLst/>
            <a:ahLst/>
            <a:cxnLst/>
            <a:rect l="l" t="t" r="r" b="b"/>
            <a:pathLst>
              <a:path w="871219" h="1395095">
                <a:moveTo>
                  <a:pt x="818804" y="1335441"/>
                </a:moveTo>
                <a:lnTo>
                  <a:pt x="796671" y="1349121"/>
                </a:lnTo>
                <a:lnTo>
                  <a:pt x="870712" y="1394714"/>
                </a:lnTo>
                <a:lnTo>
                  <a:pt x="866318" y="1346454"/>
                </a:lnTo>
                <a:lnTo>
                  <a:pt x="825626" y="1346454"/>
                </a:lnTo>
                <a:lnTo>
                  <a:pt x="818804" y="1335441"/>
                </a:lnTo>
                <a:close/>
              </a:path>
              <a:path w="871219" h="1395095">
                <a:moveTo>
                  <a:pt x="840781" y="1321858"/>
                </a:moveTo>
                <a:lnTo>
                  <a:pt x="818804" y="1335441"/>
                </a:lnTo>
                <a:lnTo>
                  <a:pt x="825626" y="1346454"/>
                </a:lnTo>
                <a:lnTo>
                  <a:pt x="847598" y="1332865"/>
                </a:lnTo>
                <a:lnTo>
                  <a:pt x="840781" y="1321858"/>
                </a:lnTo>
                <a:close/>
              </a:path>
              <a:path w="871219" h="1395095">
                <a:moveTo>
                  <a:pt x="862838" y="1308227"/>
                </a:moveTo>
                <a:lnTo>
                  <a:pt x="840781" y="1321858"/>
                </a:lnTo>
                <a:lnTo>
                  <a:pt x="847598" y="1332865"/>
                </a:lnTo>
                <a:lnTo>
                  <a:pt x="825626" y="1346454"/>
                </a:lnTo>
                <a:lnTo>
                  <a:pt x="866318" y="1346454"/>
                </a:lnTo>
                <a:lnTo>
                  <a:pt x="862838" y="1308227"/>
                </a:lnTo>
                <a:close/>
              </a:path>
              <a:path w="871219" h="1395095">
                <a:moveTo>
                  <a:pt x="22098" y="0"/>
                </a:moveTo>
                <a:lnTo>
                  <a:pt x="0" y="13716"/>
                </a:lnTo>
                <a:lnTo>
                  <a:pt x="818804" y="1335441"/>
                </a:lnTo>
                <a:lnTo>
                  <a:pt x="840781" y="1321858"/>
                </a:lnTo>
                <a:lnTo>
                  <a:pt x="22098" y="0"/>
                </a:lnTo>
                <a:close/>
              </a:path>
            </a:pathLst>
          </a:custGeom>
          <a:solidFill>
            <a:srgbClr val="000000"/>
          </a:solidFill>
        </p:spPr>
        <p:txBody>
          <a:bodyPr wrap="square" lIns="0" tIns="0" rIns="0" bIns="0" rtlCol="0"/>
          <a:lstStyle/>
          <a:p>
            <a:endParaRPr/>
          </a:p>
        </p:txBody>
      </p:sp>
      <p:sp>
        <p:nvSpPr>
          <p:cNvPr id="66" name="object 65">
            <a:extLst>
              <a:ext uri="{FF2B5EF4-FFF2-40B4-BE49-F238E27FC236}">
                <a16:creationId xmlns:a16="http://schemas.microsoft.com/office/drawing/2014/main" id="{0B687227-210D-FFBB-55DA-BC94586B32FE}"/>
              </a:ext>
            </a:extLst>
          </p:cNvPr>
          <p:cNvSpPr/>
          <p:nvPr/>
        </p:nvSpPr>
        <p:spPr>
          <a:xfrm>
            <a:off x="2281447" y="2633623"/>
            <a:ext cx="817244" cy="1998345"/>
          </a:xfrm>
          <a:custGeom>
            <a:avLst/>
            <a:gdLst/>
            <a:ahLst/>
            <a:cxnLst/>
            <a:rect l="l" t="t" r="r" b="b"/>
            <a:pathLst>
              <a:path w="817244" h="1998345">
                <a:moveTo>
                  <a:pt x="768623" y="67385"/>
                </a:moveTo>
                <a:lnTo>
                  <a:pt x="0" y="1988438"/>
                </a:lnTo>
                <a:lnTo>
                  <a:pt x="24130" y="1998090"/>
                </a:lnTo>
                <a:lnTo>
                  <a:pt x="792603" y="76969"/>
                </a:lnTo>
                <a:lnTo>
                  <a:pt x="768623" y="67385"/>
                </a:lnTo>
                <a:close/>
              </a:path>
              <a:path w="817244" h="1998345">
                <a:moveTo>
                  <a:pt x="814125" y="55371"/>
                </a:moveTo>
                <a:lnTo>
                  <a:pt x="773430" y="55371"/>
                </a:lnTo>
                <a:lnTo>
                  <a:pt x="797432" y="64896"/>
                </a:lnTo>
                <a:lnTo>
                  <a:pt x="792603" y="76969"/>
                </a:lnTo>
                <a:lnTo>
                  <a:pt x="816737" y="86613"/>
                </a:lnTo>
                <a:lnTo>
                  <a:pt x="814125" y="55371"/>
                </a:lnTo>
                <a:close/>
              </a:path>
              <a:path w="817244" h="1998345">
                <a:moveTo>
                  <a:pt x="773430" y="55371"/>
                </a:moveTo>
                <a:lnTo>
                  <a:pt x="768623" y="67385"/>
                </a:lnTo>
                <a:lnTo>
                  <a:pt x="792603" y="76969"/>
                </a:lnTo>
                <a:lnTo>
                  <a:pt x="797432" y="64896"/>
                </a:lnTo>
                <a:lnTo>
                  <a:pt x="773430" y="55371"/>
                </a:lnTo>
                <a:close/>
              </a:path>
              <a:path w="817244" h="1998345">
                <a:moveTo>
                  <a:pt x="809498" y="0"/>
                </a:moveTo>
                <a:lnTo>
                  <a:pt x="744601" y="57784"/>
                </a:lnTo>
                <a:lnTo>
                  <a:pt x="768623" y="67385"/>
                </a:lnTo>
                <a:lnTo>
                  <a:pt x="773430" y="55371"/>
                </a:lnTo>
                <a:lnTo>
                  <a:pt x="814125" y="55371"/>
                </a:lnTo>
                <a:lnTo>
                  <a:pt x="809498" y="0"/>
                </a:lnTo>
                <a:close/>
              </a:path>
            </a:pathLst>
          </a:custGeom>
          <a:solidFill>
            <a:srgbClr val="000000"/>
          </a:solidFill>
        </p:spPr>
        <p:txBody>
          <a:bodyPr wrap="square" lIns="0" tIns="0" rIns="0" bIns="0" rtlCol="0"/>
          <a:lstStyle/>
          <a:p>
            <a:endParaRPr/>
          </a:p>
        </p:txBody>
      </p:sp>
      <p:sp>
        <p:nvSpPr>
          <p:cNvPr id="67" name="object 66">
            <a:extLst>
              <a:ext uri="{FF2B5EF4-FFF2-40B4-BE49-F238E27FC236}">
                <a16:creationId xmlns:a16="http://schemas.microsoft.com/office/drawing/2014/main" id="{DBD7D27C-6CEC-5E29-F6BC-54BC6FEB9762}"/>
              </a:ext>
            </a:extLst>
          </p:cNvPr>
          <p:cNvSpPr/>
          <p:nvPr/>
        </p:nvSpPr>
        <p:spPr>
          <a:xfrm>
            <a:off x="2256935" y="3412387"/>
            <a:ext cx="836930" cy="1222375"/>
          </a:xfrm>
          <a:custGeom>
            <a:avLst/>
            <a:gdLst/>
            <a:ahLst/>
            <a:cxnLst/>
            <a:rect l="l" t="t" r="r" b="b"/>
            <a:pathLst>
              <a:path w="836930" h="1222375">
                <a:moveTo>
                  <a:pt x="782382" y="56965"/>
                </a:moveTo>
                <a:lnTo>
                  <a:pt x="0" y="1207261"/>
                </a:lnTo>
                <a:lnTo>
                  <a:pt x="21336" y="1221866"/>
                </a:lnTo>
                <a:lnTo>
                  <a:pt x="803851" y="71560"/>
                </a:lnTo>
                <a:lnTo>
                  <a:pt x="782382" y="56965"/>
                </a:lnTo>
                <a:close/>
              </a:path>
              <a:path w="836930" h="1222375">
                <a:moveTo>
                  <a:pt x="830598" y="46227"/>
                </a:moveTo>
                <a:lnTo>
                  <a:pt x="789686" y="46227"/>
                </a:lnTo>
                <a:lnTo>
                  <a:pt x="811149" y="60832"/>
                </a:lnTo>
                <a:lnTo>
                  <a:pt x="803851" y="71560"/>
                </a:lnTo>
                <a:lnTo>
                  <a:pt x="825246" y="86105"/>
                </a:lnTo>
                <a:lnTo>
                  <a:pt x="830598" y="46227"/>
                </a:lnTo>
                <a:close/>
              </a:path>
              <a:path w="836930" h="1222375">
                <a:moveTo>
                  <a:pt x="789686" y="46227"/>
                </a:moveTo>
                <a:lnTo>
                  <a:pt x="782382" y="56965"/>
                </a:lnTo>
                <a:lnTo>
                  <a:pt x="803851" y="71560"/>
                </a:lnTo>
                <a:lnTo>
                  <a:pt x="811149" y="60832"/>
                </a:lnTo>
                <a:lnTo>
                  <a:pt x="789686" y="46227"/>
                </a:lnTo>
                <a:close/>
              </a:path>
              <a:path w="836930" h="1222375">
                <a:moveTo>
                  <a:pt x="836803" y="0"/>
                </a:moveTo>
                <a:lnTo>
                  <a:pt x="760984" y="42417"/>
                </a:lnTo>
                <a:lnTo>
                  <a:pt x="782382" y="56965"/>
                </a:lnTo>
                <a:lnTo>
                  <a:pt x="789686" y="46227"/>
                </a:lnTo>
                <a:lnTo>
                  <a:pt x="830598" y="46227"/>
                </a:lnTo>
                <a:lnTo>
                  <a:pt x="836803" y="0"/>
                </a:lnTo>
                <a:close/>
              </a:path>
            </a:pathLst>
          </a:custGeom>
          <a:solidFill>
            <a:srgbClr val="000000"/>
          </a:solidFill>
        </p:spPr>
        <p:txBody>
          <a:bodyPr wrap="square" lIns="0" tIns="0" rIns="0" bIns="0" rtlCol="0"/>
          <a:lstStyle/>
          <a:p>
            <a:endParaRPr/>
          </a:p>
        </p:txBody>
      </p:sp>
      <p:sp>
        <p:nvSpPr>
          <p:cNvPr id="68" name="object 67">
            <a:extLst>
              <a:ext uri="{FF2B5EF4-FFF2-40B4-BE49-F238E27FC236}">
                <a16:creationId xmlns:a16="http://schemas.microsoft.com/office/drawing/2014/main" id="{954E0D22-2B2F-EBA6-8514-3D81A46AFEDD}"/>
              </a:ext>
            </a:extLst>
          </p:cNvPr>
          <p:cNvSpPr/>
          <p:nvPr/>
        </p:nvSpPr>
        <p:spPr>
          <a:xfrm>
            <a:off x="2267350" y="4600344"/>
            <a:ext cx="814705" cy="78105"/>
          </a:xfrm>
          <a:custGeom>
            <a:avLst/>
            <a:gdLst/>
            <a:ahLst/>
            <a:cxnLst/>
            <a:rect l="l" t="t" r="r" b="b"/>
            <a:pathLst>
              <a:path w="814705" h="78104">
                <a:moveTo>
                  <a:pt x="737742" y="0"/>
                </a:moveTo>
                <a:lnTo>
                  <a:pt x="737278" y="25822"/>
                </a:lnTo>
                <a:lnTo>
                  <a:pt x="750188" y="26035"/>
                </a:lnTo>
                <a:lnTo>
                  <a:pt x="749807" y="51943"/>
                </a:lnTo>
                <a:lnTo>
                  <a:pt x="736807" y="51943"/>
                </a:lnTo>
                <a:lnTo>
                  <a:pt x="736345" y="77597"/>
                </a:lnTo>
                <a:lnTo>
                  <a:pt x="790001" y="51943"/>
                </a:lnTo>
                <a:lnTo>
                  <a:pt x="749807" y="51943"/>
                </a:lnTo>
                <a:lnTo>
                  <a:pt x="736811" y="51729"/>
                </a:lnTo>
                <a:lnTo>
                  <a:pt x="790448" y="51729"/>
                </a:lnTo>
                <a:lnTo>
                  <a:pt x="814704" y="40132"/>
                </a:lnTo>
                <a:lnTo>
                  <a:pt x="737742" y="0"/>
                </a:lnTo>
                <a:close/>
              </a:path>
              <a:path w="814705" h="78104">
                <a:moveTo>
                  <a:pt x="737278" y="25822"/>
                </a:moveTo>
                <a:lnTo>
                  <a:pt x="736811" y="51729"/>
                </a:lnTo>
                <a:lnTo>
                  <a:pt x="749807" y="51943"/>
                </a:lnTo>
                <a:lnTo>
                  <a:pt x="750188" y="26035"/>
                </a:lnTo>
                <a:lnTo>
                  <a:pt x="737278" y="25822"/>
                </a:lnTo>
                <a:close/>
              </a:path>
              <a:path w="814705" h="78104">
                <a:moveTo>
                  <a:pt x="507" y="13716"/>
                </a:moveTo>
                <a:lnTo>
                  <a:pt x="0" y="39624"/>
                </a:lnTo>
                <a:lnTo>
                  <a:pt x="736811" y="51729"/>
                </a:lnTo>
                <a:lnTo>
                  <a:pt x="737278" y="25822"/>
                </a:lnTo>
                <a:lnTo>
                  <a:pt x="507" y="13716"/>
                </a:lnTo>
                <a:close/>
              </a:path>
            </a:pathLst>
          </a:custGeom>
          <a:solidFill>
            <a:srgbClr val="000000"/>
          </a:solidFill>
        </p:spPr>
        <p:txBody>
          <a:bodyPr wrap="square" lIns="0" tIns="0" rIns="0" bIns="0" rtlCol="0"/>
          <a:lstStyle/>
          <a:p>
            <a:endParaRPr/>
          </a:p>
        </p:txBody>
      </p:sp>
      <p:sp>
        <p:nvSpPr>
          <p:cNvPr id="69" name="object 68">
            <a:extLst>
              <a:ext uri="{FF2B5EF4-FFF2-40B4-BE49-F238E27FC236}">
                <a16:creationId xmlns:a16="http://schemas.microsoft.com/office/drawing/2014/main" id="{EBCBE74A-2420-CD1E-F8C4-77104B043714}"/>
              </a:ext>
            </a:extLst>
          </p:cNvPr>
          <p:cNvSpPr/>
          <p:nvPr/>
        </p:nvSpPr>
        <p:spPr>
          <a:xfrm>
            <a:off x="5855099" y="2588664"/>
            <a:ext cx="741680" cy="78105"/>
          </a:xfrm>
          <a:custGeom>
            <a:avLst/>
            <a:gdLst/>
            <a:ahLst/>
            <a:cxnLst/>
            <a:rect l="l" t="t" r="r" b="b"/>
            <a:pathLst>
              <a:path w="741679" h="78105">
                <a:moveTo>
                  <a:pt x="663701" y="0"/>
                </a:moveTo>
                <a:lnTo>
                  <a:pt x="663701" y="77724"/>
                </a:lnTo>
                <a:lnTo>
                  <a:pt x="715518" y="51815"/>
                </a:lnTo>
                <a:lnTo>
                  <a:pt x="676656" y="51815"/>
                </a:lnTo>
                <a:lnTo>
                  <a:pt x="676656" y="25908"/>
                </a:lnTo>
                <a:lnTo>
                  <a:pt x="715518" y="25908"/>
                </a:lnTo>
                <a:lnTo>
                  <a:pt x="663701" y="0"/>
                </a:lnTo>
                <a:close/>
              </a:path>
              <a:path w="741679" h="78105">
                <a:moveTo>
                  <a:pt x="663701" y="25908"/>
                </a:moveTo>
                <a:lnTo>
                  <a:pt x="0" y="25908"/>
                </a:lnTo>
                <a:lnTo>
                  <a:pt x="0" y="51815"/>
                </a:lnTo>
                <a:lnTo>
                  <a:pt x="663701" y="51815"/>
                </a:lnTo>
                <a:lnTo>
                  <a:pt x="663701" y="25908"/>
                </a:lnTo>
                <a:close/>
              </a:path>
              <a:path w="741679" h="78105">
                <a:moveTo>
                  <a:pt x="715518" y="25908"/>
                </a:moveTo>
                <a:lnTo>
                  <a:pt x="676656" y="25908"/>
                </a:lnTo>
                <a:lnTo>
                  <a:pt x="676656" y="51815"/>
                </a:lnTo>
                <a:lnTo>
                  <a:pt x="715518" y="51815"/>
                </a:lnTo>
                <a:lnTo>
                  <a:pt x="741426" y="38862"/>
                </a:lnTo>
                <a:lnTo>
                  <a:pt x="715518" y="25908"/>
                </a:lnTo>
                <a:close/>
              </a:path>
            </a:pathLst>
          </a:custGeom>
          <a:solidFill>
            <a:srgbClr val="000000"/>
          </a:solidFill>
        </p:spPr>
        <p:txBody>
          <a:bodyPr wrap="square" lIns="0" tIns="0" rIns="0" bIns="0" rtlCol="0"/>
          <a:lstStyle/>
          <a:p>
            <a:endParaRPr/>
          </a:p>
        </p:txBody>
      </p:sp>
      <p:sp>
        <p:nvSpPr>
          <p:cNvPr id="70" name="object 69">
            <a:extLst>
              <a:ext uri="{FF2B5EF4-FFF2-40B4-BE49-F238E27FC236}">
                <a16:creationId xmlns:a16="http://schemas.microsoft.com/office/drawing/2014/main" id="{9E990F05-1E80-59E1-5D0F-854BE8D792DD}"/>
              </a:ext>
            </a:extLst>
          </p:cNvPr>
          <p:cNvSpPr/>
          <p:nvPr/>
        </p:nvSpPr>
        <p:spPr>
          <a:xfrm>
            <a:off x="5855099" y="3379620"/>
            <a:ext cx="741680" cy="78105"/>
          </a:xfrm>
          <a:custGeom>
            <a:avLst/>
            <a:gdLst/>
            <a:ahLst/>
            <a:cxnLst/>
            <a:rect l="l" t="t" r="r" b="b"/>
            <a:pathLst>
              <a:path w="741679" h="78104">
                <a:moveTo>
                  <a:pt x="663701" y="0"/>
                </a:moveTo>
                <a:lnTo>
                  <a:pt x="663701" y="77724"/>
                </a:lnTo>
                <a:lnTo>
                  <a:pt x="715517" y="51816"/>
                </a:lnTo>
                <a:lnTo>
                  <a:pt x="676656" y="51816"/>
                </a:lnTo>
                <a:lnTo>
                  <a:pt x="676656" y="25908"/>
                </a:lnTo>
                <a:lnTo>
                  <a:pt x="715518" y="25908"/>
                </a:lnTo>
                <a:lnTo>
                  <a:pt x="663701" y="0"/>
                </a:lnTo>
                <a:close/>
              </a:path>
              <a:path w="741679" h="78104">
                <a:moveTo>
                  <a:pt x="663701" y="25908"/>
                </a:moveTo>
                <a:lnTo>
                  <a:pt x="0" y="25908"/>
                </a:lnTo>
                <a:lnTo>
                  <a:pt x="0" y="51816"/>
                </a:lnTo>
                <a:lnTo>
                  <a:pt x="663701" y="51816"/>
                </a:lnTo>
                <a:lnTo>
                  <a:pt x="663701" y="25908"/>
                </a:lnTo>
                <a:close/>
              </a:path>
              <a:path w="741679" h="78104">
                <a:moveTo>
                  <a:pt x="715518" y="25908"/>
                </a:moveTo>
                <a:lnTo>
                  <a:pt x="676656" y="25908"/>
                </a:lnTo>
                <a:lnTo>
                  <a:pt x="676656" y="51816"/>
                </a:lnTo>
                <a:lnTo>
                  <a:pt x="715517" y="51816"/>
                </a:lnTo>
                <a:lnTo>
                  <a:pt x="741426" y="38862"/>
                </a:lnTo>
                <a:lnTo>
                  <a:pt x="715518" y="25908"/>
                </a:lnTo>
                <a:close/>
              </a:path>
            </a:pathLst>
          </a:custGeom>
          <a:solidFill>
            <a:srgbClr val="000000"/>
          </a:solidFill>
        </p:spPr>
        <p:txBody>
          <a:bodyPr wrap="square" lIns="0" tIns="0" rIns="0" bIns="0" rtlCol="0"/>
          <a:lstStyle/>
          <a:p>
            <a:endParaRPr/>
          </a:p>
        </p:txBody>
      </p:sp>
      <p:sp>
        <p:nvSpPr>
          <p:cNvPr id="71" name="object 70">
            <a:extLst>
              <a:ext uri="{FF2B5EF4-FFF2-40B4-BE49-F238E27FC236}">
                <a16:creationId xmlns:a16="http://schemas.microsoft.com/office/drawing/2014/main" id="{8D256B51-7295-6287-60D8-27D88A0A54A8}"/>
              </a:ext>
            </a:extLst>
          </p:cNvPr>
          <p:cNvSpPr/>
          <p:nvPr/>
        </p:nvSpPr>
        <p:spPr>
          <a:xfrm>
            <a:off x="5845955" y="4601869"/>
            <a:ext cx="741680" cy="78105"/>
          </a:xfrm>
          <a:custGeom>
            <a:avLst/>
            <a:gdLst/>
            <a:ahLst/>
            <a:cxnLst/>
            <a:rect l="l" t="t" r="r" b="b"/>
            <a:pathLst>
              <a:path w="741679" h="78104">
                <a:moveTo>
                  <a:pt x="663701" y="0"/>
                </a:moveTo>
                <a:lnTo>
                  <a:pt x="663701" y="77724"/>
                </a:lnTo>
                <a:lnTo>
                  <a:pt x="715517" y="51816"/>
                </a:lnTo>
                <a:lnTo>
                  <a:pt x="676655" y="51816"/>
                </a:lnTo>
                <a:lnTo>
                  <a:pt x="676655" y="25908"/>
                </a:lnTo>
                <a:lnTo>
                  <a:pt x="715518" y="25908"/>
                </a:lnTo>
                <a:lnTo>
                  <a:pt x="663701" y="0"/>
                </a:lnTo>
                <a:close/>
              </a:path>
              <a:path w="741679" h="78104">
                <a:moveTo>
                  <a:pt x="663701" y="25908"/>
                </a:moveTo>
                <a:lnTo>
                  <a:pt x="0" y="25908"/>
                </a:lnTo>
                <a:lnTo>
                  <a:pt x="0" y="51816"/>
                </a:lnTo>
                <a:lnTo>
                  <a:pt x="663701" y="51816"/>
                </a:lnTo>
                <a:lnTo>
                  <a:pt x="663701" y="25908"/>
                </a:lnTo>
                <a:close/>
              </a:path>
              <a:path w="741679" h="78104">
                <a:moveTo>
                  <a:pt x="715518" y="25908"/>
                </a:moveTo>
                <a:lnTo>
                  <a:pt x="676655" y="25908"/>
                </a:lnTo>
                <a:lnTo>
                  <a:pt x="676655" y="51816"/>
                </a:lnTo>
                <a:lnTo>
                  <a:pt x="715517" y="51816"/>
                </a:lnTo>
                <a:lnTo>
                  <a:pt x="741426" y="38862"/>
                </a:lnTo>
                <a:lnTo>
                  <a:pt x="715518" y="25908"/>
                </a:lnTo>
                <a:close/>
              </a:path>
            </a:pathLst>
          </a:custGeom>
          <a:solidFill>
            <a:srgbClr val="000000"/>
          </a:solidFill>
        </p:spPr>
        <p:txBody>
          <a:bodyPr wrap="square" lIns="0" tIns="0" rIns="0" bIns="0" rtlCol="0"/>
          <a:lstStyle/>
          <a:p>
            <a:endParaRPr/>
          </a:p>
        </p:txBody>
      </p:sp>
      <p:sp>
        <p:nvSpPr>
          <p:cNvPr id="72" name="object 71">
            <a:extLst>
              <a:ext uri="{FF2B5EF4-FFF2-40B4-BE49-F238E27FC236}">
                <a16:creationId xmlns:a16="http://schemas.microsoft.com/office/drawing/2014/main" id="{9E3BA9C3-1930-C893-A3E4-C9BFFB96DA70}"/>
              </a:ext>
            </a:extLst>
          </p:cNvPr>
          <p:cNvSpPr/>
          <p:nvPr/>
        </p:nvSpPr>
        <p:spPr>
          <a:xfrm>
            <a:off x="5848749" y="2627526"/>
            <a:ext cx="748665" cy="788035"/>
          </a:xfrm>
          <a:custGeom>
            <a:avLst/>
            <a:gdLst/>
            <a:ahLst/>
            <a:cxnLst/>
            <a:rect l="l" t="t" r="r" b="b"/>
            <a:pathLst>
              <a:path w="748664" h="788035">
                <a:moveTo>
                  <a:pt x="685550" y="47459"/>
                </a:moveTo>
                <a:lnTo>
                  <a:pt x="0" y="769619"/>
                </a:lnTo>
                <a:lnTo>
                  <a:pt x="18796" y="787526"/>
                </a:lnTo>
                <a:lnTo>
                  <a:pt x="704305" y="65285"/>
                </a:lnTo>
                <a:lnTo>
                  <a:pt x="685550" y="47459"/>
                </a:lnTo>
                <a:close/>
              </a:path>
              <a:path w="748664" h="788035">
                <a:moveTo>
                  <a:pt x="736835" y="38100"/>
                </a:moveTo>
                <a:lnTo>
                  <a:pt x="694436" y="38100"/>
                </a:lnTo>
                <a:lnTo>
                  <a:pt x="713232" y="55879"/>
                </a:lnTo>
                <a:lnTo>
                  <a:pt x="704305" y="65285"/>
                </a:lnTo>
                <a:lnTo>
                  <a:pt x="723138" y="83185"/>
                </a:lnTo>
                <a:lnTo>
                  <a:pt x="736835" y="38100"/>
                </a:lnTo>
                <a:close/>
              </a:path>
              <a:path w="748664" h="788035">
                <a:moveTo>
                  <a:pt x="694436" y="38100"/>
                </a:moveTo>
                <a:lnTo>
                  <a:pt x="685550" y="47459"/>
                </a:lnTo>
                <a:lnTo>
                  <a:pt x="704305" y="65285"/>
                </a:lnTo>
                <a:lnTo>
                  <a:pt x="713232" y="55879"/>
                </a:lnTo>
                <a:lnTo>
                  <a:pt x="694436" y="38100"/>
                </a:lnTo>
                <a:close/>
              </a:path>
              <a:path w="748664" h="788035">
                <a:moveTo>
                  <a:pt x="748411" y="0"/>
                </a:moveTo>
                <a:lnTo>
                  <a:pt x="666750" y="29590"/>
                </a:lnTo>
                <a:lnTo>
                  <a:pt x="685550" y="47459"/>
                </a:lnTo>
                <a:lnTo>
                  <a:pt x="694436" y="38100"/>
                </a:lnTo>
                <a:lnTo>
                  <a:pt x="736835" y="38100"/>
                </a:lnTo>
                <a:lnTo>
                  <a:pt x="748411" y="0"/>
                </a:lnTo>
                <a:close/>
              </a:path>
            </a:pathLst>
          </a:custGeom>
          <a:solidFill>
            <a:srgbClr val="000000"/>
          </a:solidFill>
        </p:spPr>
        <p:txBody>
          <a:bodyPr wrap="square" lIns="0" tIns="0" rIns="0" bIns="0" rtlCol="0"/>
          <a:lstStyle/>
          <a:p>
            <a:endParaRPr/>
          </a:p>
        </p:txBody>
      </p:sp>
      <p:sp>
        <p:nvSpPr>
          <p:cNvPr id="73" name="object 72">
            <a:extLst>
              <a:ext uri="{FF2B5EF4-FFF2-40B4-BE49-F238E27FC236}">
                <a16:creationId xmlns:a16="http://schemas.microsoft.com/office/drawing/2014/main" id="{4FC7B973-DADB-7802-AD08-36EC93A33C2B}"/>
              </a:ext>
            </a:extLst>
          </p:cNvPr>
          <p:cNvSpPr/>
          <p:nvPr/>
        </p:nvSpPr>
        <p:spPr>
          <a:xfrm>
            <a:off x="5845701" y="2618636"/>
            <a:ext cx="753110" cy="787400"/>
          </a:xfrm>
          <a:custGeom>
            <a:avLst/>
            <a:gdLst/>
            <a:ahLst/>
            <a:cxnLst/>
            <a:rect l="l" t="t" r="r" b="b"/>
            <a:pathLst>
              <a:path w="753110" h="787400">
                <a:moveTo>
                  <a:pt x="690073" y="740200"/>
                </a:moveTo>
                <a:lnTo>
                  <a:pt x="671322" y="758063"/>
                </a:lnTo>
                <a:lnTo>
                  <a:pt x="753110" y="787400"/>
                </a:lnTo>
                <a:lnTo>
                  <a:pt x="741460" y="749553"/>
                </a:lnTo>
                <a:lnTo>
                  <a:pt x="699008" y="749553"/>
                </a:lnTo>
                <a:lnTo>
                  <a:pt x="690073" y="740200"/>
                </a:lnTo>
                <a:close/>
              </a:path>
              <a:path w="753110" h="787400">
                <a:moveTo>
                  <a:pt x="708869" y="722295"/>
                </a:moveTo>
                <a:lnTo>
                  <a:pt x="690073" y="740200"/>
                </a:lnTo>
                <a:lnTo>
                  <a:pt x="699008" y="749553"/>
                </a:lnTo>
                <a:lnTo>
                  <a:pt x="717804" y="731646"/>
                </a:lnTo>
                <a:lnTo>
                  <a:pt x="708869" y="722295"/>
                </a:lnTo>
                <a:close/>
              </a:path>
              <a:path w="753110" h="787400">
                <a:moveTo>
                  <a:pt x="727583" y="704468"/>
                </a:moveTo>
                <a:lnTo>
                  <a:pt x="708869" y="722295"/>
                </a:lnTo>
                <a:lnTo>
                  <a:pt x="717804" y="731646"/>
                </a:lnTo>
                <a:lnTo>
                  <a:pt x="699008" y="749553"/>
                </a:lnTo>
                <a:lnTo>
                  <a:pt x="741460" y="749553"/>
                </a:lnTo>
                <a:lnTo>
                  <a:pt x="727583" y="704468"/>
                </a:lnTo>
                <a:close/>
              </a:path>
              <a:path w="753110" h="787400">
                <a:moveTo>
                  <a:pt x="18796" y="0"/>
                </a:moveTo>
                <a:lnTo>
                  <a:pt x="0" y="17779"/>
                </a:lnTo>
                <a:lnTo>
                  <a:pt x="690073" y="740200"/>
                </a:lnTo>
                <a:lnTo>
                  <a:pt x="708869" y="722295"/>
                </a:lnTo>
                <a:lnTo>
                  <a:pt x="18796" y="0"/>
                </a:lnTo>
                <a:close/>
              </a:path>
            </a:pathLst>
          </a:custGeom>
          <a:solidFill>
            <a:srgbClr val="000000"/>
          </a:solidFill>
        </p:spPr>
        <p:txBody>
          <a:bodyPr wrap="square" lIns="0" tIns="0" rIns="0" bIns="0" rtlCol="0"/>
          <a:lstStyle/>
          <a:p>
            <a:endParaRPr/>
          </a:p>
        </p:txBody>
      </p:sp>
      <p:sp>
        <p:nvSpPr>
          <p:cNvPr id="74" name="object 73">
            <a:extLst>
              <a:ext uri="{FF2B5EF4-FFF2-40B4-BE49-F238E27FC236}">
                <a16:creationId xmlns:a16="http://schemas.microsoft.com/office/drawing/2014/main" id="{C7E15074-C9FD-2B7F-732C-0382AABBEAB3}"/>
              </a:ext>
            </a:extLst>
          </p:cNvPr>
          <p:cNvSpPr/>
          <p:nvPr/>
        </p:nvSpPr>
        <p:spPr>
          <a:xfrm>
            <a:off x="5842907" y="2623082"/>
            <a:ext cx="754380" cy="2011045"/>
          </a:xfrm>
          <a:custGeom>
            <a:avLst/>
            <a:gdLst/>
            <a:ahLst/>
            <a:cxnLst/>
            <a:rect l="l" t="t" r="r" b="b"/>
            <a:pathLst>
              <a:path w="754379" h="2011045">
                <a:moveTo>
                  <a:pt x="705477" y="1942452"/>
                </a:moveTo>
                <a:lnTo>
                  <a:pt x="681101" y="1951355"/>
                </a:lnTo>
                <a:lnTo>
                  <a:pt x="744347" y="2011045"/>
                </a:lnTo>
                <a:lnTo>
                  <a:pt x="750732" y="1954657"/>
                </a:lnTo>
                <a:lnTo>
                  <a:pt x="709929" y="1954657"/>
                </a:lnTo>
                <a:lnTo>
                  <a:pt x="705477" y="1942452"/>
                </a:lnTo>
                <a:close/>
              </a:path>
              <a:path w="754379" h="2011045">
                <a:moveTo>
                  <a:pt x="729856" y="1933548"/>
                </a:moveTo>
                <a:lnTo>
                  <a:pt x="705477" y="1942452"/>
                </a:lnTo>
                <a:lnTo>
                  <a:pt x="709929" y="1954657"/>
                </a:lnTo>
                <a:lnTo>
                  <a:pt x="734313" y="1945767"/>
                </a:lnTo>
                <a:lnTo>
                  <a:pt x="729856" y="1933548"/>
                </a:lnTo>
                <a:close/>
              </a:path>
              <a:path w="754379" h="2011045">
                <a:moveTo>
                  <a:pt x="754126" y="1924685"/>
                </a:moveTo>
                <a:lnTo>
                  <a:pt x="729856" y="1933548"/>
                </a:lnTo>
                <a:lnTo>
                  <a:pt x="734313" y="1945767"/>
                </a:lnTo>
                <a:lnTo>
                  <a:pt x="709929" y="1954657"/>
                </a:lnTo>
                <a:lnTo>
                  <a:pt x="750732" y="1954657"/>
                </a:lnTo>
                <a:lnTo>
                  <a:pt x="754126" y="1924685"/>
                </a:lnTo>
                <a:close/>
              </a:path>
              <a:path w="754379" h="2011045">
                <a:moveTo>
                  <a:pt x="24384" y="0"/>
                </a:moveTo>
                <a:lnTo>
                  <a:pt x="0" y="8889"/>
                </a:lnTo>
                <a:lnTo>
                  <a:pt x="705477" y="1942452"/>
                </a:lnTo>
                <a:lnTo>
                  <a:pt x="729856" y="1933548"/>
                </a:lnTo>
                <a:lnTo>
                  <a:pt x="24384" y="0"/>
                </a:lnTo>
                <a:close/>
              </a:path>
            </a:pathLst>
          </a:custGeom>
          <a:solidFill>
            <a:srgbClr val="000000"/>
          </a:solidFill>
        </p:spPr>
        <p:txBody>
          <a:bodyPr wrap="square" lIns="0" tIns="0" rIns="0" bIns="0" rtlCol="0"/>
          <a:lstStyle/>
          <a:p>
            <a:endParaRPr/>
          </a:p>
        </p:txBody>
      </p:sp>
      <p:sp>
        <p:nvSpPr>
          <p:cNvPr id="75" name="object 74">
            <a:extLst>
              <a:ext uri="{FF2B5EF4-FFF2-40B4-BE49-F238E27FC236}">
                <a16:creationId xmlns:a16="http://schemas.microsoft.com/office/drawing/2014/main" id="{58AF9742-7833-AFB5-5DAA-AC5FE1D23E9D}"/>
              </a:ext>
            </a:extLst>
          </p:cNvPr>
          <p:cNvSpPr/>
          <p:nvPr/>
        </p:nvSpPr>
        <p:spPr>
          <a:xfrm>
            <a:off x="5846972" y="3399687"/>
            <a:ext cx="741045" cy="1235075"/>
          </a:xfrm>
          <a:custGeom>
            <a:avLst/>
            <a:gdLst/>
            <a:ahLst/>
            <a:cxnLst/>
            <a:rect l="l" t="t" r="r" b="b"/>
            <a:pathLst>
              <a:path w="741045" h="1235075">
                <a:moveTo>
                  <a:pt x="690138" y="1174466"/>
                </a:moveTo>
                <a:lnTo>
                  <a:pt x="667892" y="1187703"/>
                </a:lnTo>
                <a:lnTo>
                  <a:pt x="740917" y="1234566"/>
                </a:lnTo>
                <a:lnTo>
                  <a:pt x="737395" y="1185545"/>
                </a:lnTo>
                <a:lnTo>
                  <a:pt x="696722" y="1185545"/>
                </a:lnTo>
                <a:lnTo>
                  <a:pt x="690138" y="1174466"/>
                </a:lnTo>
                <a:close/>
              </a:path>
              <a:path w="741045" h="1235075">
                <a:moveTo>
                  <a:pt x="712356" y="1161245"/>
                </a:moveTo>
                <a:lnTo>
                  <a:pt x="690138" y="1174466"/>
                </a:lnTo>
                <a:lnTo>
                  <a:pt x="696722" y="1185545"/>
                </a:lnTo>
                <a:lnTo>
                  <a:pt x="718947" y="1172336"/>
                </a:lnTo>
                <a:lnTo>
                  <a:pt x="712356" y="1161245"/>
                </a:lnTo>
                <a:close/>
              </a:path>
              <a:path w="741045" h="1235075">
                <a:moveTo>
                  <a:pt x="734695" y="1147952"/>
                </a:moveTo>
                <a:lnTo>
                  <a:pt x="712356" y="1161245"/>
                </a:lnTo>
                <a:lnTo>
                  <a:pt x="718947" y="1172336"/>
                </a:lnTo>
                <a:lnTo>
                  <a:pt x="696722" y="1185545"/>
                </a:lnTo>
                <a:lnTo>
                  <a:pt x="737395" y="1185545"/>
                </a:lnTo>
                <a:lnTo>
                  <a:pt x="734695" y="1147952"/>
                </a:lnTo>
                <a:close/>
              </a:path>
              <a:path w="741045" h="1235075">
                <a:moveTo>
                  <a:pt x="22351" y="0"/>
                </a:moveTo>
                <a:lnTo>
                  <a:pt x="0" y="13207"/>
                </a:lnTo>
                <a:lnTo>
                  <a:pt x="690138" y="1174466"/>
                </a:lnTo>
                <a:lnTo>
                  <a:pt x="712356" y="1161245"/>
                </a:lnTo>
                <a:lnTo>
                  <a:pt x="22351" y="0"/>
                </a:lnTo>
                <a:close/>
              </a:path>
            </a:pathLst>
          </a:custGeom>
          <a:solidFill>
            <a:srgbClr val="000000"/>
          </a:solidFill>
        </p:spPr>
        <p:txBody>
          <a:bodyPr wrap="square" lIns="0" tIns="0" rIns="0" bIns="0" rtlCol="0"/>
          <a:lstStyle/>
          <a:p>
            <a:endParaRPr/>
          </a:p>
        </p:txBody>
      </p:sp>
      <p:sp>
        <p:nvSpPr>
          <p:cNvPr id="76" name="object 75">
            <a:extLst>
              <a:ext uri="{FF2B5EF4-FFF2-40B4-BE49-F238E27FC236}">
                <a16:creationId xmlns:a16="http://schemas.microsoft.com/office/drawing/2014/main" id="{C692BEFB-F67F-35BE-E64F-B7EE262E89C5}"/>
              </a:ext>
            </a:extLst>
          </p:cNvPr>
          <p:cNvSpPr/>
          <p:nvPr/>
        </p:nvSpPr>
        <p:spPr>
          <a:xfrm>
            <a:off x="5833763" y="2627526"/>
            <a:ext cx="772160" cy="2011680"/>
          </a:xfrm>
          <a:custGeom>
            <a:avLst/>
            <a:gdLst/>
            <a:ahLst/>
            <a:cxnLst/>
            <a:rect l="l" t="t" r="r" b="b"/>
            <a:pathLst>
              <a:path w="772160" h="2011679">
                <a:moveTo>
                  <a:pt x="723555" y="68255"/>
                </a:moveTo>
                <a:lnTo>
                  <a:pt x="0" y="2002027"/>
                </a:lnTo>
                <a:lnTo>
                  <a:pt x="24384" y="2011171"/>
                </a:lnTo>
                <a:lnTo>
                  <a:pt x="747799" y="77309"/>
                </a:lnTo>
                <a:lnTo>
                  <a:pt x="723555" y="68255"/>
                </a:lnTo>
                <a:close/>
              </a:path>
              <a:path w="772160" h="2011679">
                <a:moveTo>
                  <a:pt x="768832" y="56134"/>
                </a:moveTo>
                <a:lnTo>
                  <a:pt x="728091" y="56134"/>
                </a:lnTo>
                <a:lnTo>
                  <a:pt x="752348" y="65150"/>
                </a:lnTo>
                <a:lnTo>
                  <a:pt x="747799" y="77309"/>
                </a:lnTo>
                <a:lnTo>
                  <a:pt x="772033" y="86360"/>
                </a:lnTo>
                <a:lnTo>
                  <a:pt x="768832" y="56134"/>
                </a:lnTo>
                <a:close/>
              </a:path>
              <a:path w="772160" h="2011679">
                <a:moveTo>
                  <a:pt x="728091" y="56134"/>
                </a:moveTo>
                <a:lnTo>
                  <a:pt x="723555" y="68255"/>
                </a:lnTo>
                <a:lnTo>
                  <a:pt x="747799" y="77309"/>
                </a:lnTo>
                <a:lnTo>
                  <a:pt x="752348" y="65150"/>
                </a:lnTo>
                <a:lnTo>
                  <a:pt x="728091" y="56134"/>
                </a:lnTo>
                <a:close/>
              </a:path>
              <a:path w="772160" h="2011679">
                <a:moveTo>
                  <a:pt x="762889" y="0"/>
                </a:moveTo>
                <a:lnTo>
                  <a:pt x="699262" y="59181"/>
                </a:lnTo>
                <a:lnTo>
                  <a:pt x="723555" y="68255"/>
                </a:lnTo>
                <a:lnTo>
                  <a:pt x="728091" y="56134"/>
                </a:lnTo>
                <a:lnTo>
                  <a:pt x="768832" y="56134"/>
                </a:lnTo>
                <a:lnTo>
                  <a:pt x="762889" y="0"/>
                </a:lnTo>
                <a:close/>
              </a:path>
            </a:pathLst>
          </a:custGeom>
          <a:solidFill>
            <a:srgbClr val="000000"/>
          </a:solidFill>
        </p:spPr>
        <p:txBody>
          <a:bodyPr wrap="square" lIns="0" tIns="0" rIns="0" bIns="0" rtlCol="0"/>
          <a:lstStyle/>
          <a:p>
            <a:endParaRPr/>
          </a:p>
        </p:txBody>
      </p:sp>
      <p:sp>
        <p:nvSpPr>
          <p:cNvPr id="77" name="object 76">
            <a:extLst>
              <a:ext uri="{FF2B5EF4-FFF2-40B4-BE49-F238E27FC236}">
                <a16:creationId xmlns:a16="http://schemas.microsoft.com/office/drawing/2014/main" id="{860A3EB6-FCB3-39CA-DDA2-94393E5B84C1}"/>
              </a:ext>
            </a:extLst>
          </p:cNvPr>
          <p:cNvSpPr/>
          <p:nvPr/>
        </p:nvSpPr>
        <p:spPr>
          <a:xfrm>
            <a:off x="5834906" y="3406291"/>
            <a:ext cx="764540" cy="1235075"/>
          </a:xfrm>
          <a:custGeom>
            <a:avLst/>
            <a:gdLst/>
            <a:ahLst/>
            <a:cxnLst/>
            <a:rect l="l" t="t" r="r" b="b"/>
            <a:pathLst>
              <a:path w="764539" h="1235075">
                <a:moveTo>
                  <a:pt x="712388" y="59496"/>
                </a:moveTo>
                <a:lnTo>
                  <a:pt x="0" y="1221232"/>
                </a:lnTo>
                <a:lnTo>
                  <a:pt x="22098" y="1234820"/>
                </a:lnTo>
                <a:lnTo>
                  <a:pt x="734493" y="73073"/>
                </a:lnTo>
                <a:lnTo>
                  <a:pt x="712388" y="59496"/>
                </a:lnTo>
                <a:close/>
              </a:path>
              <a:path w="764539" h="1235075">
                <a:moveTo>
                  <a:pt x="759846" y="48387"/>
                </a:moveTo>
                <a:lnTo>
                  <a:pt x="719201" y="48387"/>
                </a:lnTo>
                <a:lnTo>
                  <a:pt x="741299" y="61975"/>
                </a:lnTo>
                <a:lnTo>
                  <a:pt x="734493" y="73073"/>
                </a:lnTo>
                <a:lnTo>
                  <a:pt x="756538" y="86613"/>
                </a:lnTo>
                <a:lnTo>
                  <a:pt x="759846" y="48387"/>
                </a:lnTo>
                <a:close/>
              </a:path>
              <a:path w="764539" h="1235075">
                <a:moveTo>
                  <a:pt x="719201" y="48387"/>
                </a:moveTo>
                <a:lnTo>
                  <a:pt x="712388" y="59496"/>
                </a:lnTo>
                <a:lnTo>
                  <a:pt x="734493" y="73073"/>
                </a:lnTo>
                <a:lnTo>
                  <a:pt x="741299" y="61975"/>
                </a:lnTo>
                <a:lnTo>
                  <a:pt x="719201" y="48387"/>
                </a:lnTo>
                <a:close/>
              </a:path>
              <a:path w="764539" h="1235075">
                <a:moveTo>
                  <a:pt x="764031" y="0"/>
                </a:moveTo>
                <a:lnTo>
                  <a:pt x="690372" y="45974"/>
                </a:lnTo>
                <a:lnTo>
                  <a:pt x="712388" y="59496"/>
                </a:lnTo>
                <a:lnTo>
                  <a:pt x="719201" y="48387"/>
                </a:lnTo>
                <a:lnTo>
                  <a:pt x="759846" y="48387"/>
                </a:lnTo>
                <a:lnTo>
                  <a:pt x="764031" y="0"/>
                </a:lnTo>
                <a:close/>
              </a:path>
            </a:pathLst>
          </a:custGeom>
          <a:solidFill>
            <a:srgbClr val="000000"/>
          </a:solidFill>
        </p:spPr>
        <p:txBody>
          <a:bodyPr wrap="square" lIns="0" tIns="0" rIns="0" bIns="0" rtlCol="0"/>
          <a:lstStyle/>
          <a:p>
            <a:endParaRPr/>
          </a:p>
        </p:txBody>
      </p:sp>
      <p:sp>
        <p:nvSpPr>
          <p:cNvPr id="78" name="object 77">
            <a:extLst>
              <a:ext uri="{FF2B5EF4-FFF2-40B4-BE49-F238E27FC236}">
                <a16:creationId xmlns:a16="http://schemas.microsoft.com/office/drawing/2014/main" id="{BF918997-75A1-4E56-6872-86C80F9D37BE}"/>
              </a:ext>
            </a:extLst>
          </p:cNvPr>
          <p:cNvSpPr/>
          <p:nvPr/>
        </p:nvSpPr>
        <p:spPr>
          <a:xfrm>
            <a:off x="2751473" y="1881529"/>
            <a:ext cx="4875530" cy="3884929"/>
          </a:xfrm>
          <a:custGeom>
            <a:avLst/>
            <a:gdLst/>
            <a:ahLst/>
            <a:cxnLst/>
            <a:rect l="l" t="t" r="r" b="b"/>
            <a:pathLst>
              <a:path w="4875530" h="3884929">
                <a:moveTo>
                  <a:pt x="0" y="3884676"/>
                </a:moveTo>
                <a:lnTo>
                  <a:pt x="4875275" y="3884676"/>
                </a:lnTo>
                <a:lnTo>
                  <a:pt x="4875275" y="0"/>
                </a:lnTo>
                <a:lnTo>
                  <a:pt x="0" y="0"/>
                </a:lnTo>
                <a:lnTo>
                  <a:pt x="0" y="3884676"/>
                </a:lnTo>
                <a:close/>
              </a:path>
            </a:pathLst>
          </a:custGeom>
          <a:ln w="57912">
            <a:solidFill>
              <a:srgbClr val="FF0000"/>
            </a:solidFill>
          </a:ln>
        </p:spPr>
        <p:txBody>
          <a:bodyPr wrap="square" lIns="0" tIns="0" rIns="0" bIns="0" rtlCol="0"/>
          <a:lstStyle/>
          <a:p>
            <a:endParaRPr/>
          </a:p>
        </p:txBody>
      </p:sp>
      <p:sp>
        <p:nvSpPr>
          <p:cNvPr id="79" name="object 78">
            <a:extLst>
              <a:ext uri="{FF2B5EF4-FFF2-40B4-BE49-F238E27FC236}">
                <a16:creationId xmlns:a16="http://schemas.microsoft.com/office/drawing/2014/main" id="{E9EC0053-2AB9-E9F3-DE74-A036017A6303}"/>
              </a:ext>
            </a:extLst>
          </p:cNvPr>
          <p:cNvSpPr txBox="1"/>
          <p:nvPr/>
        </p:nvSpPr>
        <p:spPr>
          <a:xfrm>
            <a:off x="7920881" y="3639869"/>
            <a:ext cx="546735" cy="407670"/>
          </a:xfrm>
          <a:prstGeom prst="rect">
            <a:avLst/>
          </a:prstGeom>
        </p:spPr>
        <p:txBody>
          <a:bodyPr vert="horz" wrap="square" lIns="0" tIns="0" rIns="0" bIns="0" rtlCol="0">
            <a:spAutoFit/>
          </a:bodyPr>
          <a:lstStyle/>
          <a:p>
            <a:pPr>
              <a:lnSpc>
                <a:spcPts val="3045"/>
              </a:lnSpc>
            </a:pPr>
            <a:r>
              <a:rPr sz="3200" spc="-5" dirty="0">
                <a:latin typeface="Calibri"/>
                <a:cs typeface="Calibri"/>
              </a:rPr>
              <a:t>“2”</a:t>
            </a:r>
            <a:endParaRPr sz="3200">
              <a:latin typeface="Calibri"/>
              <a:cs typeface="Calibri"/>
            </a:endParaRPr>
          </a:p>
        </p:txBody>
      </p:sp>
      <p:sp>
        <p:nvSpPr>
          <p:cNvPr id="80" name="object 79">
            <a:extLst>
              <a:ext uri="{FF2B5EF4-FFF2-40B4-BE49-F238E27FC236}">
                <a16:creationId xmlns:a16="http://schemas.microsoft.com/office/drawing/2014/main" id="{0270F462-6E8E-59C3-BF18-94E509495863}"/>
              </a:ext>
            </a:extLst>
          </p:cNvPr>
          <p:cNvSpPr txBox="1"/>
          <p:nvPr/>
        </p:nvSpPr>
        <p:spPr>
          <a:xfrm>
            <a:off x="8061725" y="3870475"/>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81" name="object 80">
            <a:extLst>
              <a:ext uri="{FF2B5EF4-FFF2-40B4-BE49-F238E27FC236}">
                <a16:creationId xmlns:a16="http://schemas.microsoft.com/office/drawing/2014/main" id="{12DA4D3E-6C12-CA48-29D6-5509B11E934C}"/>
              </a:ext>
            </a:extLst>
          </p:cNvPr>
          <p:cNvSpPr txBox="1"/>
          <p:nvPr/>
        </p:nvSpPr>
        <p:spPr>
          <a:xfrm>
            <a:off x="7951362" y="2364636"/>
            <a:ext cx="498475" cy="2626360"/>
          </a:xfrm>
          <a:prstGeom prst="rect">
            <a:avLst/>
          </a:prstGeom>
          <a:solidFill>
            <a:srgbClr val="D9D9D9"/>
          </a:solidFill>
        </p:spPr>
        <p:txBody>
          <a:bodyPr vert="horz" wrap="square" lIns="0" tIns="5715" rIns="0" bIns="0" rtlCol="0">
            <a:spAutoFit/>
          </a:bodyPr>
          <a:lstStyle/>
          <a:p>
            <a:pPr marL="104139">
              <a:lnSpc>
                <a:spcPct val="100000"/>
              </a:lnSpc>
              <a:spcBef>
                <a:spcPts val="45"/>
              </a:spcBef>
            </a:pPr>
            <a:r>
              <a:rPr sz="2800" spc="-5" dirty="0">
                <a:latin typeface="Calibri"/>
                <a:cs typeface="Calibri"/>
              </a:rPr>
              <a:t>y</a:t>
            </a:r>
            <a:r>
              <a:rPr sz="2775" spc="-7" baseline="-21021" dirty="0">
                <a:latin typeface="Calibri"/>
                <a:cs typeface="Calibri"/>
              </a:rPr>
              <a:t>1</a:t>
            </a:r>
            <a:endParaRPr sz="2775" baseline="-21021">
              <a:latin typeface="Calibri"/>
              <a:cs typeface="Calibri"/>
            </a:endParaRPr>
          </a:p>
          <a:p>
            <a:pPr>
              <a:lnSpc>
                <a:spcPct val="100000"/>
              </a:lnSpc>
              <a:spcBef>
                <a:spcPts val="50"/>
              </a:spcBef>
            </a:pPr>
            <a:endParaRPr sz="2500">
              <a:latin typeface="Times New Roman"/>
              <a:cs typeface="Times New Roman"/>
            </a:endParaRPr>
          </a:p>
          <a:p>
            <a:pPr marL="92710">
              <a:lnSpc>
                <a:spcPct val="100000"/>
              </a:lnSpc>
            </a:pPr>
            <a:r>
              <a:rPr sz="2800" dirty="0">
                <a:latin typeface="Calibri"/>
                <a:cs typeface="Calibri"/>
              </a:rPr>
              <a:t>y</a:t>
            </a:r>
            <a:r>
              <a:rPr sz="2775" baseline="-21021" dirty="0">
                <a:latin typeface="Calibri"/>
                <a:cs typeface="Calibri"/>
              </a:rPr>
              <a:t>2</a:t>
            </a:r>
            <a:endParaRPr sz="2775" baseline="-21021">
              <a:latin typeface="Calibri"/>
              <a:cs typeface="Calibri"/>
            </a:endParaRPr>
          </a:p>
          <a:p>
            <a:pPr>
              <a:lnSpc>
                <a:spcPct val="100000"/>
              </a:lnSpc>
            </a:pPr>
            <a:endParaRPr sz="3200">
              <a:latin typeface="Times New Roman"/>
              <a:cs typeface="Times New Roman"/>
            </a:endParaRPr>
          </a:p>
          <a:p>
            <a:pPr>
              <a:lnSpc>
                <a:spcPct val="100000"/>
              </a:lnSpc>
              <a:spcBef>
                <a:spcPts val="55"/>
              </a:spcBef>
            </a:pPr>
            <a:endParaRPr sz="3100">
              <a:latin typeface="Times New Roman"/>
              <a:cs typeface="Times New Roman"/>
            </a:endParaRPr>
          </a:p>
          <a:p>
            <a:pPr marL="92710">
              <a:lnSpc>
                <a:spcPct val="100000"/>
              </a:lnSpc>
            </a:pPr>
            <a:r>
              <a:rPr sz="4200" spc="-22" baseline="13888" dirty="0">
                <a:latin typeface="Calibri"/>
                <a:cs typeface="Calibri"/>
              </a:rPr>
              <a:t>y</a:t>
            </a:r>
            <a:r>
              <a:rPr sz="1850" spc="0" dirty="0">
                <a:latin typeface="Calibri"/>
                <a:cs typeface="Calibri"/>
              </a:rPr>
              <a:t>10</a:t>
            </a:r>
            <a:endParaRPr sz="1850">
              <a:latin typeface="Calibri"/>
              <a:cs typeface="Calibri"/>
            </a:endParaRPr>
          </a:p>
        </p:txBody>
      </p:sp>
      <p:sp>
        <p:nvSpPr>
          <p:cNvPr id="82" name="object 81">
            <a:extLst>
              <a:ext uri="{FF2B5EF4-FFF2-40B4-BE49-F238E27FC236}">
                <a16:creationId xmlns:a16="http://schemas.microsoft.com/office/drawing/2014/main" id="{DA919437-2A1A-898E-C1DD-E3F17755B87A}"/>
              </a:ext>
            </a:extLst>
          </p:cNvPr>
          <p:cNvSpPr/>
          <p:nvPr/>
        </p:nvSpPr>
        <p:spPr>
          <a:xfrm>
            <a:off x="8564010" y="2378352"/>
            <a:ext cx="979931" cy="579120"/>
          </a:xfrm>
          <a:prstGeom prst="rect">
            <a:avLst/>
          </a:prstGeom>
          <a:blipFill>
            <a:blip r:embed="rId14" cstate="print"/>
            <a:stretch>
              <a:fillRect/>
            </a:stretch>
          </a:blipFill>
        </p:spPr>
        <p:txBody>
          <a:bodyPr wrap="square" lIns="0" tIns="0" rIns="0" bIns="0" rtlCol="0"/>
          <a:lstStyle/>
          <a:p>
            <a:endParaRPr/>
          </a:p>
        </p:txBody>
      </p:sp>
      <p:sp>
        <p:nvSpPr>
          <p:cNvPr id="83" name="object 82">
            <a:extLst>
              <a:ext uri="{FF2B5EF4-FFF2-40B4-BE49-F238E27FC236}">
                <a16:creationId xmlns:a16="http://schemas.microsoft.com/office/drawing/2014/main" id="{27F5104D-DFF6-1A32-5236-45A9F172BC7C}"/>
              </a:ext>
            </a:extLst>
          </p:cNvPr>
          <p:cNvSpPr/>
          <p:nvPr/>
        </p:nvSpPr>
        <p:spPr>
          <a:xfrm>
            <a:off x="8605157" y="2332633"/>
            <a:ext cx="896112" cy="758951"/>
          </a:xfrm>
          <a:prstGeom prst="rect">
            <a:avLst/>
          </a:prstGeom>
          <a:blipFill>
            <a:blip r:embed="rId15" cstate="print"/>
            <a:stretch>
              <a:fillRect/>
            </a:stretch>
          </a:blipFill>
        </p:spPr>
        <p:txBody>
          <a:bodyPr wrap="square" lIns="0" tIns="0" rIns="0" bIns="0" rtlCol="0"/>
          <a:lstStyle/>
          <a:p>
            <a:endParaRPr/>
          </a:p>
        </p:txBody>
      </p:sp>
      <p:sp>
        <p:nvSpPr>
          <p:cNvPr id="84" name="object 83">
            <a:extLst>
              <a:ext uri="{FF2B5EF4-FFF2-40B4-BE49-F238E27FC236}">
                <a16:creationId xmlns:a16="http://schemas.microsoft.com/office/drawing/2014/main" id="{9E150780-1926-4841-066A-82CA62428D73}"/>
              </a:ext>
            </a:extLst>
          </p:cNvPr>
          <p:cNvSpPr/>
          <p:nvPr/>
        </p:nvSpPr>
        <p:spPr>
          <a:xfrm>
            <a:off x="8623445" y="2417976"/>
            <a:ext cx="861059" cy="461772"/>
          </a:xfrm>
          <a:prstGeom prst="rect">
            <a:avLst/>
          </a:prstGeom>
          <a:blipFill>
            <a:blip r:embed="rId16" cstate="print"/>
            <a:stretch>
              <a:fillRect/>
            </a:stretch>
          </a:blipFill>
        </p:spPr>
        <p:txBody>
          <a:bodyPr wrap="square" lIns="0" tIns="0" rIns="0" bIns="0" rtlCol="0"/>
          <a:lstStyle/>
          <a:p>
            <a:endParaRPr/>
          </a:p>
        </p:txBody>
      </p:sp>
      <p:sp>
        <p:nvSpPr>
          <p:cNvPr id="85" name="object 84">
            <a:extLst>
              <a:ext uri="{FF2B5EF4-FFF2-40B4-BE49-F238E27FC236}">
                <a16:creationId xmlns:a16="http://schemas.microsoft.com/office/drawing/2014/main" id="{02B9DBF4-5552-BE2C-4C29-08F29B1DA1E1}"/>
              </a:ext>
            </a:extLst>
          </p:cNvPr>
          <p:cNvSpPr txBox="1"/>
          <p:nvPr/>
        </p:nvSpPr>
        <p:spPr>
          <a:xfrm>
            <a:off x="8623445" y="2432074"/>
            <a:ext cx="861060" cy="391160"/>
          </a:xfrm>
          <a:prstGeom prst="rect">
            <a:avLst/>
          </a:prstGeom>
        </p:spPr>
        <p:txBody>
          <a:bodyPr vert="horz" wrap="square" lIns="0" tIns="12700" rIns="0" bIns="0" rtlCol="0">
            <a:spAutoFit/>
          </a:bodyPr>
          <a:lstStyle/>
          <a:p>
            <a:pPr marL="224790">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1</a:t>
            </a:r>
            <a:endParaRPr sz="2400">
              <a:latin typeface="Calibri"/>
              <a:cs typeface="Calibri"/>
            </a:endParaRPr>
          </a:p>
        </p:txBody>
      </p:sp>
      <p:sp>
        <p:nvSpPr>
          <p:cNvPr id="86" name="object 85">
            <a:extLst>
              <a:ext uri="{FF2B5EF4-FFF2-40B4-BE49-F238E27FC236}">
                <a16:creationId xmlns:a16="http://schemas.microsoft.com/office/drawing/2014/main" id="{5D59CEF5-5E5B-068C-458B-C8ED79FA0537}"/>
              </a:ext>
            </a:extLst>
          </p:cNvPr>
          <p:cNvSpPr/>
          <p:nvPr/>
        </p:nvSpPr>
        <p:spPr>
          <a:xfrm>
            <a:off x="8570105" y="3160164"/>
            <a:ext cx="966216" cy="579119"/>
          </a:xfrm>
          <a:prstGeom prst="rect">
            <a:avLst/>
          </a:prstGeom>
          <a:blipFill>
            <a:blip r:embed="rId17" cstate="print"/>
            <a:stretch>
              <a:fillRect/>
            </a:stretch>
          </a:blipFill>
        </p:spPr>
        <p:txBody>
          <a:bodyPr wrap="square" lIns="0" tIns="0" rIns="0" bIns="0" rtlCol="0"/>
          <a:lstStyle/>
          <a:p>
            <a:endParaRPr/>
          </a:p>
        </p:txBody>
      </p:sp>
      <p:sp>
        <p:nvSpPr>
          <p:cNvPr id="87" name="object 86">
            <a:extLst>
              <a:ext uri="{FF2B5EF4-FFF2-40B4-BE49-F238E27FC236}">
                <a16:creationId xmlns:a16="http://schemas.microsoft.com/office/drawing/2014/main" id="{3274945D-17C7-60CB-A4D0-8E82225F080D}"/>
              </a:ext>
            </a:extLst>
          </p:cNvPr>
          <p:cNvSpPr/>
          <p:nvPr/>
        </p:nvSpPr>
        <p:spPr>
          <a:xfrm>
            <a:off x="8605157" y="3112920"/>
            <a:ext cx="896112" cy="758952"/>
          </a:xfrm>
          <a:prstGeom prst="rect">
            <a:avLst/>
          </a:prstGeom>
          <a:blipFill>
            <a:blip r:embed="rId18" cstate="print"/>
            <a:stretch>
              <a:fillRect/>
            </a:stretch>
          </a:blipFill>
        </p:spPr>
        <p:txBody>
          <a:bodyPr wrap="square" lIns="0" tIns="0" rIns="0" bIns="0" rtlCol="0"/>
          <a:lstStyle/>
          <a:p>
            <a:endParaRPr/>
          </a:p>
        </p:txBody>
      </p:sp>
      <p:sp>
        <p:nvSpPr>
          <p:cNvPr id="88" name="object 87">
            <a:extLst>
              <a:ext uri="{FF2B5EF4-FFF2-40B4-BE49-F238E27FC236}">
                <a16:creationId xmlns:a16="http://schemas.microsoft.com/office/drawing/2014/main" id="{42B04EA8-0093-C831-0BBB-CF2532577A6E}"/>
              </a:ext>
            </a:extLst>
          </p:cNvPr>
          <p:cNvSpPr/>
          <p:nvPr/>
        </p:nvSpPr>
        <p:spPr>
          <a:xfrm>
            <a:off x="8629541" y="3199789"/>
            <a:ext cx="847344" cy="461772"/>
          </a:xfrm>
          <a:prstGeom prst="rect">
            <a:avLst/>
          </a:prstGeom>
          <a:blipFill>
            <a:blip r:embed="rId19" cstate="print"/>
            <a:stretch>
              <a:fillRect/>
            </a:stretch>
          </a:blipFill>
        </p:spPr>
        <p:txBody>
          <a:bodyPr wrap="square" lIns="0" tIns="0" rIns="0" bIns="0" rtlCol="0"/>
          <a:lstStyle/>
          <a:p>
            <a:endParaRPr/>
          </a:p>
        </p:txBody>
      </p:sp>
      <p:sp>
        <p:nvSpPr>
          <p:cNvPr id="89" name="object 88">
            <a:extLst>
              <a:ext uri="{FF2B5EF4-FFF2-40B4-BE49-F238E27FC236}">
                <a16:creationId xmlns:a16="http://schemas.microsoft.com/office/drawing/2014/main" id="{BAAA59A5-37E6-928C-D115-EA434C03CD61}"/>
              </a:ext>
            </a:extLst>
          </p:cNvPr>
          <p:cNvSpPr txBox="1"/>
          <p:nvPr/>
        </p:nvSpPr>
        <p:spPr>
          <a:xfrm>
            <a:off x="8629541" y="3213631"/>
            <a:ext cx="847725" cy="391160"/>
          </a:xfrm>
          <a:prstGeom prst="rect">
            <a:avLst/>
          </a:prstGeom>
        </p:spPr>
        <p:txBody>
          <a:bodyPr vert="horz" wrap="square" lIns="0" tIns="12700" rIns="0" bIns="0" rtlCol="0">
            <a:spAutoFit/>
          </a:bodyPr>
          <a:lstStyle/>
          <a:p>
            <a:pPr marL="218440">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2</a:t>
            </a:r>
            <a:endParaRPr sz="2400">
              <a:latin typeface="Calibri"/>
              <a:cs typeface="Calibri"/>
            </a:endParaRPr>
          </a:p>
        </p:txBody>
      </p:sp>
      <p:sp>
        <p:nvSpPr>
          <p:cNvPr id="90" name="object 89">
            <a:extLst>
              <a:ext uri="{FF2B5EF4-FFF2-40B4-BE49-F238E27FC236}">
                <a16:creationId xmlns:a16="http://schemas.microsoft.com/office/drawing/2014/main" id="{8ACC03EC-DF1B-CAB9-C826-2DB0356693BE}"/>
              </a:ext>
            </a:extLst>
          </p:cNvPr>
          <p:cNvSpPr/>
          <p:nvPr/>
        </p:nvSpPr>
        <p:spPr>
          <a:xfrm>
            <a:off x="8570105" y="4434229"/>
            <a:ext cx="954024" cy="579119"/>
          </a:xfrm>
          <a:prstGeom prst="rect">
            <a:avLst/>
          </a:prstGeom>
          <a:blipFill>
            <a:blip r:embed="rId20" cstate="print"/>
            <a:stretch>
              <a:fillRect/>
            </a:stretch>
          </a:blipFill>
        </p:spPr>
        <p:txBody>
          <a:bodyPr wrap="square" lIns="0" tIns="0" rIns="0" bIns="0" rtlCol="0"/>
          <a:lstStyle/>
          <a:p>
            <a:endParaRPr/>
          </a:p>
        </p:txBody>
      </p:sp>
      <p:sp>
        <p:nvSpPr>
          <p:cNvPr id="91" name="object 90">
            <a:extLst>
              <a:ext uri="{FF2B5EF4-FFF2-40B4-BE49-F238E27FC236}">
                <a16:creationId xmlns:a16="http://schemas.microsoft.com/office/drawing/2014/main" id="{B2DD0485-5153-8C69-5928-E8666B8046C5}"/>
              </a:ext>
            </a:extLst>
          </p:cNvPr>
          <p:cNvSpPr/>
          <p:nvPr/>
        </p:nvSpPr>
        <p:spPr>
          <a:xfrm>
            <a:off x="8599062" y="4386985"/>
            <a:ext cx="896112" cy="758951"/>
          </a:xfrm>
          <a:prstGeom prst="rect">
            <a:avLst/>
          </a:prstGeom>
          <a:blipFill>
            <a:blip r:embed="rId21" cstate="print"/>
            <a:stretch>
              <a:fillRect/>
            </a:stretch>
          </a:blipFill>
        </p:spPr>
        <p:txBody>
          <a:bodyPr wrap="square" lIns="0" tIns="0" rIns="0" bIns="0" rtlCol="0"/>
          <a:lstStyle/>
          <a:p>
            <a:endParaRPr/>
          </a:p>
        </p:txBody>
      </p:sp>
      <p:sp>
        <p:nvSpPr>
          <p:cNvPr id="92" name="object 91">
            <a:extLst>
              <a:ext uri="{FF2B5EF4-FFF2-40B4-BE49-F238E27FC236}">
                <a16:creationId xmlns:a16="http://schemas.microsoft.com/office/drawing/2014/main" id="{12F51FBA-1977-1EB1-9065-CCB1245078F7}"/>
              </a:ext>
            </a:extLst>
          </p:cNvPr>
          <p:cNvSpPr/>
          <p:nvPr/>
        </p:nvSpPr>
        <p:spPr>
          <a:xfrm>
            <a:off x="8629541" y="4473852"/>
            <a:ext cx="835151" cy="461771"/>
          </a:xfrm>
          <a:prstGeom prst="rect">
            <a:avLst/>
          </a:prstGeom>
          <a:blipFill>
            <a:blip r:embed="rId22" cstate="print"/>
            <a:stretch>
              <a:fillRect/>
            </a:stretch>
          </a:blipFill>
        </p:spPr>
        <p:txBody>
          <a:bodyPr wrap="square" lIns="0" tIns="0" rIns="0" bIns="0" rtlCol="0"/>
          <a:lstStyle/>
          <a:p>
            <a:endParaRPr/>
          </a:p>
        </p:txBody>
      </p:sp>
      <p:sp>
        <p:nvSpPr>
          <p:cNvPr id="93" name="object 92">
            <a:extLst>
              <a:ext uri="{FF2B5EF4-FFF2-40B4-BE49-F238E27FC236}">
                <a16:creationId xmlns:a16="http://schemas.microsoft.com/office/drawing/2014/main" id="{50F15BA7-4760-25E5-31C2-D6FA665145FD}"/>
              </a:ext>
            </a:extLst>
          </p:cNvPr>
          <p:cNvSpPr txBox="1"/>
          <p:nvPr/>
        </p:nvSpPr>
        <p:spPr>
          <a:xfrm>
            <a:off x="8629541" y="4487949"/>
            <a:ext cx="835660" cy="391160"/>
          </a:xfrm>
          <a:prstGeom prst="rect">
            <a:avLst/>
          </a:prstGeom>
        </p:spPr>
        <p:txBody>
          <a:bodyPr vert="horz" wrap="square" lIns="0" tIns="12700" rIns="0" bIns="0" rtlCol="0">
            <a:spAutoFit/>
          </a:bodyPr>
          <a:lstStyle/>
          <a:p>
            <a:pPr marL="212725">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0</a:t>
            </a:r>
            <a:endParaRPr sz="2400">
              <a:latin typeface="Calibri"/>
              <a:cs typeface="Calibri"/>
            </a:endParaRPr>
          </a:p>
        </p:txBody>
      </p:sp>
      <p:sp>
        <p:nvSpPr>
          <p:cNvPr id="94" name="object 93">
            <a:extLst>
              <a:ext uri="{FF2B5EF4-FFF2-40B4-BE49-F238E27FC236}">
                <a16:creationId xmlns:a16="http://schemas.microsoft.com/office/drawing/2014/main" id="{E7E500BA-7D03-061D-5887-F0E204AFA2F2}"/>
              </a:ext>
            </a:extLst>
          </p:cNvPr>
          <p:cNvSpPr txBox="1"/>
          <p:nvPr/>
        </p:nvSpPr>
        <p:spPr>
          <a:xfrm>
            <a:off x="8931039" y="3860443"/>
            <a:ext cx="381000" cy="516890"/>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grpSp>
        <p:nvGrpSpPr>
          <p:cNvPr id="100" name="组合 99">
            <a:extLst>
              <a:ext uri="{FF2B5EF4-FFF2-40B4-BE49-F238E27FC236}">
                <a16:creationId xmlns:a16="http://schemas.microsoft.com/office/drawing/2014/main" id="{A40D462F-5D6B-B306-291D-68A734B6BE97}"/>
              </a:ext>
            </a:extLst>
          </p:cNvPr>
          <p:cNvGrpSpPr/>
          <p:nvPr/>
        </p:nvGrpSpPr>
        <p:grpSpPr>
          <a:xfrm>
            <a:off x="2581356" y="5966482"/>
            <a:ext cx="5450459" cy="589282"/>
            <a:chOff x="4044231" y="231712"/>
            <a:chExt cx="4739639" cy="1383791"/>
          </a:xfrm>
        </p:grpSpPr>
        <p:sp>
          <p:nvSpPr>
            <p:cNvPr id="97" name="object 96">
              <a:extLst>
                <a:ext uri="{FF2B5EF4-FFF2-40B4-BE49-F238E27FC236}">
                  <a16:creationId xmlns:a16="http://schemas.microsoft.com/office/drawing/2014/main" id="{791C5E5A-C7D0-FF0F-1529-F0DF9BECCEA9}"/>
                </a:ext>
              </a:extLst>
            </p:cNvPr>
            <p:cNvSpPr/>
            <p:nvPr/>
          </p:nvSpPr>
          <p:spPr>
            <a:xfrm>
              <a:off x="4044231" y="231712"/>
              <a:ext cx="4608576" cy="1383791"/>
            </a:xfrm>
            <a:prstGeom prst="rect">
              <a:avLst/>
            </a:prstGeom>
            <a:blipFill>
              <a:blip r:embed="rId23" cstate="print"/>
              <a:stretch>
                <a:fillRect/>
              </a:stretch>
            </a:blipFill>
          </p:spPr>
          <p:txBody>
            <a:bodyPr wrap="square" lIns="0" tIns="0" rIns="0" bIns="0" rtlCol="0"/>
            <a:lstStyle/>
            <a:p>
              <a:endParaRPr sz="1400"/>
            </a:p>
          </p:txBody>
        </p:sp>
        <p:sp>
          <p:nvSpPr>
            <p:cNvPr id="98" name="object 97">
              <a:extLst>
                <a:ext uri="{FF2B5EF4-FFF2-40B4-BE49-F238E27FC236}">
                  <a16:creationId xmlns:a16="http://schemas.microsoft.com/office/drawing/2014/main" id="{C3F5B4EA-7C1A-FE8E-D934-B12DE3661A17}"/>
                </a:ext>
              </a:extLst>
            </p:cNvPr>
            <p:cNvSpPr txBox="1"/>
            <p:nvPr/>
          </p:nvSpPr>
          <p:spPr>
            <a:xfrm>
              <a:off x="4175040" y="447002"/>
              <a:ext cx="4608830" cy="456011"/>
            </a:xfrm>
            <a:prstGeom prst="rect">
              <a:avLst/>
            </a:prstGeom>
          </p:spPr>
          <p:txBody>
            <a:bodyPr vert="horz" wrap="square" lIns="0" tIns="12065" rIns="0" bIns="0" rtlCol="0">
              <a:spAutoFit/>
            </a:bodyPr>
            <a:lstStyle/>
            <a:p>
              <a:pPr marL="223520" marR="213995" algn="ctr">
                <a:lnSpc>
                  <a:spcPct val="100000"/>
                </a:lnSpc>
                <a:spcBef>
                  <a:spcPts val="95"/>
                </a:spcBef>
              </a:pPr>
              <a:r>
                <a:rPr lang="zh-CN" altLang="en-US" sz="2000" spc="-5" dirty="0">
                  <a:solidFill>
                    <a:srgbClr val="FFFFFF"/>
                  </a:solidFill>
                  <a:latin typeface="Calibri"/>
                  <a:cs typeface="Calibri"/>
                </a:rPr>
                <a:t>一个包含手写体数字识别候选项的函数集</a:t>
              </a:r>
              <a:endParaRPr sz="2000" dirty="0">
                <a:latin typeface="Calibri"/>
                <a:cs typeface="Calibri"/>
              </a:endParaRPr>
            </a:p>
          </p:txBody>
        </p:sp>
      </p:grpSp>
      <p:sp>
        <p:nvSpPr>
          <p:cNvPr id="101" name="object 21">
            <a:extLst>
              <a:ext uri="{FF2B5EF4-FFF2-40B4-BE49-F238E27FC236}">
                <a16:creationId xmlns:a16="http://schemas.microsoft.com/office/drawing/2014/main" id="{47913013-3AA4-DDFA-70E2-759406750E29}"/>
              </a:ext>
            </a:extLst>
          </p:cNvPr>
          <p:cNvSpPr/>
          <p:nvPr/>
        </p:nvSpPr>
        <p:spPr>
          <a:xfrm>
            <a:off x="9766444" y="2388529"/>
            <a:ext cx="500380" cy="104139"/>
          </a:xfrm>
          <a:custGeom>
            <a:avLst/>
            <a:gdLst/>
            <a:ahLst/>
            <a:cxnLst/>
            <a:rect l="l" t="t" r="r" b="b"/>
            <a:pathLst>
              <a:path w="500379" h="104139">
                <a:moveTo>
                  <a:pt x="0" y="103632"/>
                </a:moveTo>
                <a:lnTo>
                  <a:pt x="499872" y="103632"/>
                </a:lnTo>
                <a:lnTo>
                  <a:pt x="499872" y="0"/>
                </a:lnTo>
                <a:lnTo>
                  <a:pt x="0" y="0"/>
                </a:lnTo>
                <a:lnTo>
                  <a:pt x="0" y="103632"/>
                </a:lnTo>
                <a:close/>
              </a:path>
            </a:pathLst>
          </a:custGeom>
          <a:solidFill>
            <a:srgbClr val="D9D9D9"/>
          </a:solidFill>
        </p:spPr>
        <p:txBody>
          <a:bodyPr wrap="square" lIns="0" tIns="0" rIns="0" bIns="0" rtlCol="0"/>
          <a:lstStyle/>
          <a:p>
            <a:endParaRPr/>
          </a:p>
        </p:txBody>
      </p:sp>
      <p:sp>
        <p:nvSpPr>
          <p:cNvPr id="102" name="object 22">
            <a:extLst>
              <a:ext uri="{FF2B5EF4-FFF2-40B4-BE49-F238E27FC236}">
                <a16:creationId xmlns:a16="http://schemas.microsoft.com/office/drawing/2014/main" id="{23111519-84CF-E939-F04C-008768575BAC}"/>
              </a:ext>
            </a:extLst>
          </p:cNvPr>
          <p:cNvSpPr/>
          <p:nvPr/>
        </p:nvSpPr>
        <p:spPr>
          <a:xfrm>
            <a:off x="9766444" y="4918370"/>
            <a:ext cx="500380" cy="94615"/>
          </a:xfrm>
          <a:custGeom>
            <a:avLst/>
            <a:gdLst/>
            <a:ahLst/>
            <a:cxnLst/>
            <a:rect l="l" t="t" r="r" b="b"/>
            <a:pathLst>
              <a:path w="500379" h="94614">
                <a:moveTo>
                  <a:pt x="0" y="94487"/>
                </a:moveTo>
                <a:lnTo>
                  <a:pt x="499872" y="94487"/>
                </a:lnTo>
                <a:lnTo>
                  <a:pt x="499872" y="0"/>
                </a:lnTo>
                <a:lnTo>
                  <a:pt x="0" y="0"/>
                </a:lnTo>
                <a:lnTo>
                  <a:pt x="0" y="94487"/>
                </a:lnTo>
                <a:close/>
              </a:path>
            </a:pathLst>
          </a:custGeom>
          <a:solidFill>
            <a:srgbClr val="D9D9D9"/>
          </a:solidFill>
        </p:spPr>
        <p:txBody>
          <a:bodyPr wrap="square" lIns="0" tIns="0" rIns="0" bIns="0" rtlCol="0"/>
          <a:lstStyle/>
          <a:p>
            <a:endParaRPr/>
          </a:p>
        </p:txBody>
      </p:sp>
      <p:sp>
        <p:nvSpPr>
          <p:cNvPr id="103" name="object 23">
            <a:extLst>
              <a:ext uri="{FF2B5EF4-FFF2-40B4-BE49-F238E27FC236}">
                <a16:creationId xmlns:a16="http://schemas.microsoft.com/office/drawing/2014/main" id="{6DBCBF18-699B-D54A-6322-04BE92479CEB}"/>
              </a:ext>
            </a:extLst>
          </p:cNvPr>
          <p:cNvSpPr txBox="1"/>
          <p:nvPr/>
        </p:nvSpPr>
        <p:spPr>
          <a:xfrm>
            <a:off x="9870711" y="2482510"/>
            <a:ext cx="280670" cy="412750"/>
          </a:xfrm>
          <a:prstGeom prst="rect">
            <a:avLst/>
          </a:prstGeom>
        </p:spPr>
        <p:txBody>
          <a:bodyPr vert="horz" wrap="square" lIns="0" tIns="0" rIns="0" bIns="0" rtlCol="0">
            <a:spAutoFit/>
          </a:bodyPr>
          <a:lstStyle/>
          <a:p>
            <a:pPr>
              <a:lnSpc>
                <a:spcPts val="2655"/>
              </a:lnSpc>
            </a:pPr>
            <a:r>
              <a:rPr sz="2800" spc="-15" dirty="0">
                <a:latin typeface="Calibri"/>
                <a:cs typeface="Calibri"/>
              </a:rPr>
              <a:t>y</a:t>
            </a:r>
            <a:r>
              <a:rPr sz="2775" spc="7" baseline="-21021" dirty="0">
                <a:latin typeface="Calibri"/>
                <a:cs typeface="Calibri"/>
              </a:rPr>
              <a:t>1</a:t>
            </a:r>
            <a:endParaRPr sz="2775" baseline="-21021">
              <a:latin typeface="Calibri"/>
              <a:cs typeface="Calibri"/>
            </a:endParaRPr>
          </a:p>
        </p:txBody>
      </p:sp>
      <p:sp>
        <p:nvSpPr>
          <p:cNvPr id="104" name="object 24">
            <a:extLst>
              <a:ext uri="{FF2B5EF4-FFF2-40B4-BE49-F238E27FC236}">
                <a16:creationId xmlns:a16="http://schemas.microsoft.com/office/drawing/2014/main" id="{1FBE687D-45C0-1464-7F8E-5C455F7A309B}"/>
              </a:ext>
            </a:extLst>
          </p:cNvPr>
          <p:cNvSpPr txBox="1"/>
          <p:nvPr/>
        </p:nvSpPr>
        <p:spPr>
          <a:xfrm>
            <a:off x="9859407" y="3280476"/>
            <a:ext cx="281305" cy="413384"/>
          </a:xfrm>
          <a:prstGeom prst="rect">
            <a:avLst/>
          </a:prstGeom>
        </p:spPr>
        <p:txBody>
          <a:bodyPr vert="horz" wrap="square" lIns="0" tIns="0" rIns="0" bIns="0" rtlCol="0">
            <a:spAutoFit/>
          </a:bodyPr>
          <a:lstStyle/>
          <a:p>
            <a:pPr>
              <a:lnSpc>
                <a:spcPts val="2660"/>
              </a:lnSpc>
            </a:pPr>
            <a:r>
              <a:rPr sz="2800" spc="-15" dirty="0">
                <a:latin typeface="Calibri"/>
                <a:cs typeface="Calibri"/>
              </a:rPr>
              <a:t>y</a:t>
            </a:r>
            <a:r>
              <a:rPr sz="2775" spc="7" baseline="-21021" dirty="0">
                <a:latin typeface="Calibri"/>
                <a:cs typeface="Calibri"/>
              </a:rPr>
              <a:t>2</a:t>
            </a:r>
            <a:endParaRPr sz="2775" baseline="-21021">
              <a:latin typeface="Calibri"/>
              <a:cs typeface="Calibri"/>
            </a:endParaRPr>
          </a:p>
        </p:txBody>
      </p:sp>
      <p:sp>
        <p:nvSpPr>
          <p:cNvPr id="105" name="object 25">
            <a:extLst>
              <a:ext uri="{FF2B5EF4-FFF2-40B4-BE49-F238E27FC236}">
                <a16:creationId xmlns:a16="http://schemas.microsoft.com/office/drawing/2014/main" id="{1AC61E72-8FA9-5288-57DC-6ED286930482}"/>
              </a:ext>
            </a:extLst>
          </p:cNvPr>
          <p:cNvSpPr txBox="1"/>
          <p:nvPr/>
        </p:nvSpPr>
        <p:spPr>
          <a:xfrm>
            <a:off x="9859407" y="4547529"/>
            <a:ext cx="401320" cy="412750"/>
          </a:xfrm>
          <a:prstGeom prst="rect">
            <a:avLst/>
          </a:prstGeom>
        </p:spPr>
        <p:txBody>
          <a:bodyPr vert="horz" wrap="square" lIns="0" tIns="0" rIns="0" bIns="0" rtlCol="0">
            <a:spAutoFit/>
          </a:bodyPr>
          <a:lstStyle/>
          <a:p>
            <a:pPr>
              <a:lnSpc>
                <a:spcPts val="3250"/>
              </a:lnSpc>
            </a:pPr>
            <a:r>
              <a:rPr sz="4200" spc="-22" baseline="13888" dirty="0">
                <a:latin typeface="Calibri"/>
                <a:cs typeface="Calibri"/>
              </a:rPr>
              <a:t>y</a:t>
            </a:r>
            <a:r>
              <a:rPr sz="1850" spc="0" dirty="0">
                <a:latin typeface="Calibri"/>
                <a:cs typeface="Calibri"/>
              </a:rPr>
              <a:t>10</a:t>
            </a:r>
            <a:endParaRPr sz="1850">
              <a:latin typeface="Calibri"/>
              <a:cs typeface="Calibri"/>
            </a:endParaRPr>
          </a:p>
        </p:txBody>
      </p:sp>
      <p:graphicFrame>
        <p:nvGraphicFramePr>
          <p:cNvPr id="106" name="object 27">
            <a:extLst>
              <a:ext uri="{FF2B5EF4-FFF2-40B4-BE49-F238E27FC236}">
                <a16:creationId xmlns:a16="http://schemas.microsoft.com/office/drawing/2014/main" id="{20077E0A-F1A2-AFDD-4E1B-F8BB2E70ACAE}"/>
              </a:ext>
            </a:extLst>
          </p:cNvPr>
          <p:cNvGraphicFramePr>
            <a:graphicFrameLocks noGrp="1"/>
          </p:cNvGraphicFramePr>
          <p:nvPr>
            <p:extLst>
              <p:ext uri="{D42A27DB-BD31-4B8C-83A1-F6EECF244321}">
                <p14:modId xmlns:p14="http://schemas.microsoft.com/office/powerpoint/2010/main" val="2664800414"/>
              </p:ext>
            </p:extLst>
          </p:nvPr>
        </p:nvGraphicFramePr>
        <p:xfrm>
          <a:off x="9577468" y="2486066"/>
          <a:ext cx="1950720" cy="2424428"/>
        </p:xfrm>
        <a:graphic>
          <a:graphicData uri="http://schemas.openxmlformats.org/drawingml/2006/table">
            <a:tbl>
              <a:tblPr firstRow="1" bandRow="1">
                <a:tableStyleId>{2D5ABB26-0587-4C30-8999-92F81FD0307C}</a:tableStyleId>
              </a:tblPr>
              <a:tblGrid>
                <a:gridCol w="100965">
                  <a:extLst>
                    <a:ext uri="{9D8B030D-6E8A-4147-A177-3AD203B41FA5}">
                      <a16:colId xmlns:a16="http://schemas.microsoft.com/office/drawing/2014/main" val="20000"/>
                    </a:ext>
                  </a:extLst>
                </a:gridCol>
                <a:gridCol w="69215">
                  <a:extLst>
                    <a:ext uri="{9D8B030D-6E8A-4147-A177-3AD203B41FA5}">
                      <a16:colId xmlns:a16="http://schemas.microsoft.com/office/drawing/2014/main" val="20001"/>
                    </a:ext>
                  </a:extLst>
                </a:gridCol>
                <a:gridCol w="499745">
                  <a:extLst>
                    <a:ext uri="{9D8B030D-6E8A-4147-A177-3AD203B41FA5}">
                      <a16:colId xmlns:a16="http://schemas.microsoft.com/office/drawing/2014/main" val="20002"/>
                    </a:ext>
                  </a:extLst>
                </a:gridCol>
                <a:gridCol w="63500">
                  <a:extLst>
                    <a:ext uri="{9D8B030D-6E8A-4147-A177-3AD203B41FA5}">
                      <a16:colId xmlns:a16="http://schemas.microsoft.com/office/drawing/2014/main" val="20003"/>
                    </a:ext>
                  </a:extLst>
                </a:gridCol>
                <a:gridCol w="1217295">
                  <a:extLst>
                    <a:ext uri="{9D8B030D-6E8A-4147-A177-3AD203B41FA5}">
                      <a16:colId xmlns:a16="http://schemas.microsoft.com/office/drawing/2014/main" val="20004"/>
                    </a:ext>
                  </a:extLst>
                </a:gridCol>
              </a:tblGrid>
              <a:tr h="432434">
                <a:tc>
                  <a:txBody>
                    <a:bodyPr/>
                    <a:lstStyle/>
                    <a:p>
                      <a:pPr>
                        <a:lnSpc>
                          <a:spcPct val="100000"/>
                        </a:lnSpc>
                      </a:pPr>
                      <a:endParaRPr sz="2600">
                        <a:latin typeface="Times New Roman"/>
                        <a:cs typeface="Times New Roman"/>
                      </a:endParaRPr>
                    </a:p>
                  </a:txBody>
                  <a:tcPr marL="0" marR="0" marT="0" marB="0">
                    <a:lnR w="12700">
                      <a:solidFill>
                        <a:srgbClr val="2E528F"/>
                      </a:solidFill>
                      <a:prstDash val="solid"/>
                    </a:lnR>
                  </a:tcPr>
                </a:tc>
                <a:tc gridSpan="3">
                  <a:txBody>
                    <a:bodyPr/>
                    <a:lstStyle/>
                    <a:p>
                      <a:pPr marL="143510">
                        <a:lnSpc>
                          <a:spcPct val="100000"/>
                        </a:lnSpc>
                        <a:spcBef>
                          <a:spcPts val="110"/>
                        </a:spcBef>
                      </a:pPr>
                      <a:r>
                        <a:rPr sz="2400" spc="-10" dirty="0">
                          <a:solidFill>
                            <a:srgbClr val="FFFFFF"/>
                          </a:solidFill>
                          <a:latin typeface="Calibri"/>
                          <a:cs typeface="Calibri"/>
                        </a:rPr>
                        <a:t>0.1</a:t>
                      </a:r>
                      <a:endParaRPr sz="2400" dirty="0">
                        <a:latin typeface="Calibri"/>
                        <a:cs typeface="Calibri"/>
                      </a:endParaRPr>
                    </a:p>
                  </a:txBody>
                  <a:tcPr marL="0" marR="0" marT="13970" marB="0">
                    <a:lnL w="12700">
                      <a:solidFill>
                        <a:srgbClr val="2E528F"/>
                      </a:solidFill>
                      <a:prstDash val="solid"/>
                    </a:lnL>
                    <a:lnR w="12700">
                      <a:solidFill>
                        <a:srgbClr val="2E528F"/>
                      </a:solidFill>
                      <a:prstDash val="solid"/>
                    </a:lnR>
                    <a:lnT w="12700">
                      <a:solidFill>
                        <a:srgbClr val="2E528F"/>
                      </a:solidFill>
                      <a:prstDash val="solid"/>
                    </a:lnT>
                    <a:lnB w="12700">
                      <a:solidFill>
                        <a:srgbClr val="2E528F"/>
                      </a:solidFill>
                      <a:prstDash val="solid"/>
                    </a:lnB>
                    <a:solidFill>
                      <a:srgbClr val="4471C4"/>
                    </a:solidFill>
                  </a:tcPr>
                </a:tc>
                <a:tc hMerge="1">
                  <a:txBody>
                    <a:bodyPr/>
                    <a:lstStyle/>
                    <a:p>
                      <a:endParaRPr/>
                    </a:p>
                  </a:txBody>
                  <a:tcPr marL="0" marR="0" marT="0" marB="0"/>
                </a:tc>
                <a:tc hMerge="1">
                  <a:txBody>
                    <a:bodyPr/>
                    <a:lstStyle/>
                    <a:p>
                      <a:endParaRPr/>
                    </a:p>
                  </a:txBody>
                  <a:tcPr marL="0" marR="0" marT="0" marB="0"/>
                </a:tc>
                <a:tc>
                  <a:txBody>
                    <a:bodyPr/>
                    <a:lstStyle/>
                    <a:p>
                      <a:pPr marR="245745" algn="r">
                        <a:lnSpc>
                          <a:spcPts val="2615"/>
                        </a:lnSpc>
                      </a:pPr>
                      <a:r>
                        <a:rPr sz="2400" dirty="0">
                          <a:solidFill>
                            <a:srgbClr val="FFFFFF"/>
                          </a:solidFill>
                          <a:latin typeface="Calibri"/>
                          <a:cs typeface="Calibri"/>
                        </a:rPr>
                        <a:t>is</a:t>
                      </a:r>
                      <a:r>
                        <a:rPr sz="2400" spc="-100" dirty="0">
                          <a:solidFill>
                            <a:srgbClr val="FFFFFF"/>
                          </a:solidFill>
                          <a:latin typeface="Calibri"/>
                          <a:cs typeface="Calibri"/>
                        </a:rPr>
                        <a:t> </a:t>
                      </a:r>
                      <a:r>
                        <a:rPr sz="2400" dirty="0">
                          <a:solidFill>
                            <a:srgbClr val="FFFFFF"/>
                          </a:solidFill>
                          <a:latin typeface="Calibri"/>
                          <a:cs typeface="Calibri"/>
                        </a:rPr>
                        <a:t>1</a:t>
                      </a:r>
                      <a:endParaRPr sz="2400">
                        <a:latin typeface="Calibri"/>
                        <a:cs typeface="Calibri"/>
                      </a:endParaRPr>
                    </a:p>
                  </a:txBody>
                  <a:tcPr marL="0" marR="0" marT="0" marB="0">
                    <a:lnL w="12700">
                      <a:solidFill>
                        <a:srgbClr val="2E528F"/>
                      </a:solidFill>
                      <a:prstDash val="solid"/>
                    </a:lnL>
                  </a:tcPr>
                </a:tc>
                <a:extLst>
                  <a:ext uri="{0D108BD9-81ED-4DB2-BD59-A6C34878D82A}">
                    <a16:rowId xmlns:a16="http://schemas.microsoft.com/office/drawing/2014/main" val="10000"/>
                  </a:ext>
                </a:extLst>
              </a:tr>
              <a:tr h="200025">
                <a:tc gridSpan="2">
                  <a:txBody>
                    <a:bodyPr/>
                    <a:lstStyle/>
                    <a:p>
                      <a:pPr>
                        <a:lnSpc>
                          <a:spcPct val="100000"/>
                        </a:lnSpc>
                      </a:pPr>
                      <a:endParaRPr sz="1100">
                        <a:latin typeface="Times New Roman"/>
                        <a:cs typeface="Times New Roman"/>
                      </a:endParaRPr>
                    </a:p>
                  </a:txBody>
                  <a:tcPr marL="0" marR="0" marT="0" marB="0">
                    <a:lnB w="38100">
                      <a:solidFill>
                        <a:srgbClr val="FF0000"/>
                      </a:solidFill>
                      <a:prstDash val="solid"/>
                    </a:lnB>
                  </a:tcPr>
                </a:tc>
                <a:tc hMerge="1">
                  <a:txBody>
                    <a:bodyPr/>
                    <a:lstStyle/>
                    <a:p>
                      <a:endParaRPr/>
                    </a:p>
                  </a:txBody>
                  <a:tcPr marL="0" marR="0" marT="0" marB="0"/>
                </a:tc>
                <a:tc>
                  <a:txBody>
                    <a:bodyPr/>
                    <a:lstStyle/>
                    <a:p>
                      <a:pPr>
                        <a:lnSpc>
                          <a:spcPct val="100000"/>
                        </a:lnSpc>
                      </a:pPr>
                      <a:endParaRPr sz="1100">
                        <a:latin typeface="Times New Roman"/>
                        <a:cs typeface="Times New Roman"/>
                      </a:endParaRPr>
                    </a:p>
                  </a:txBody>
                  <a:tcPr marL="0" marR="0" marT="0" marB="0">
                    <a:lnT w="12700">
                      <a:solidFill>
                        <a:srgbClr val="2E528F"/>
                      </a:solidFill>
                      <a:prstDash val="solid"/>
                    </a:lnT>
                    <a:lnB w="38100">
                      <a:solidFill>
                        <a:srgbClr val="FF0000"/>
                      </a:solidFill>
                      <a:prstDash val="solid"/>
                    </a:lnB>
                    <a:solidFill>
                      <a:srgbClr val="D9D9D9"/>
                    </a:solidFill>
                  </a:tcPr>
                </a:tc>
                <a:tc gridSpan="2">
                  <a:txBody>
                    <a:bodyPr/>
                    <a:lstStyle/>
                    <a:p>
                      <a:pPr>
                        <a:lnSpc>
                          <a:spcPct val="100000"/>
                        </a:lnSpc>
                      </a:pPr>
                      <a:endParaRPr sz="1100" dirty="0">
                        <a:latin typeface="Times New Roman"/>
                        <a:cs typeface="Times New Roman"/>
                      </a:endParaRPr>
                    </a:p>
                  </a:txBody>
                  <a:tcPr marL="0" marR="0" marT="0" marB="0">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92075">
                <a:tc gridSpan="2">
                  <a:txBody>
                    <a:bodyPr/>
                    <a:lstStyle/>
                    <a:p>
                      <a:pPr>
                        <a:lnSpc>
                          <a:spcPct val="100000"/>
                        </a:lnSpc>
                      </a:pPr>
                      <a:endParaRPr sz="400">
                        <a:latin typeface="Times New Roman"/>
                        <a:cs typeface="Times New Roman"/>
                      </a:endParaRPr>
                    </a:p>
                  </a:txBody>
                  <a:tcPr marL="0" marR="0" marT="0" marB="0">
                    <a:lnL w="38100">
                      <a:solidFill>
                        <a:srgbClr val="FF0000"/>
                      </a:solidFill>
                      <a:prstDash val="solid"/>
                    </a:lnL>
                    <a:lnT w="38100">
                      <a:solidFill>
                        <a:srgbClr val="FF0000"/>
                      </a:solidFill>
                      <a:prstDash val="solid"/>
                    </a:lnT>
                  </a:tcPr>
                </a:tc>
                <a:tc hMerge="1">
                  <a:txBody>
                    <a:bodyPr/>
                    <a:lstStyle/>
                    <a:p>
                      <a:endParaRPr/>
                    </a:p>
                  </a:txBody>
                  <a:tcPr marL="0" marR="0" marT="0" marB="0"/>
                </a:tc>
                <a:tc>
                  <a:txBody>
                    <a:bodyPr/>
                    <a:lstStyle/>
                    <a:p>
                      <a:pPr>
                        <a:lnSpc>
                          <a:spcPct val="100000"/>
                        </a:lnSpc>
                      </a:pPr>
                      <a:endParaRPr sz="400">
                        <a:latin typeface="Times New Roman"/>
                        <a:cs typeface="Times New Roman"/>
                      </a:endParaRPr>
                    </a:p>
                  </a:txBody>
                  <a:tcPr marL="0" marR="0" marT="0" marB="0">
                    <a:lnT w="38100">
                      <a:solidFill>
                        <a:srgbClr val="FF0000"/>
                      </a:solidFill>
                      <a:prstDash val="solid"/>
                    </a:lnT>
                    <a:lnB w="12700">
                      <a:solidFill>
                        <a:srgbClr val="2E528F"/>
                      </a:solidFill>
                      <a:prstDash val="solid"/>
                    </a:lnB>
                    <a:solidFill>
                      <a:srgbClr val="D9D9D9"/>
                    </a:solidFill>
                  </a:tcPr>
                </a:tc>
                <a:tc gridSpan="2">
                  <a:txBody>
                    <a:bodyPr/>
                    <a:lstStyle/>
                    <a:p>
                      <a:pPr>
                        <a:lnSpc>
                          <a:spcPct val="100000"/>
                        </a:lnSpc>
                      </a:pPr>
                      <a:endParaRPr sz="400">
                        <a:latin typeface="Times New Roman"/>
                        <a:cs typeface="Times New Roman"/>
                      </a:endParaRPr>
                    </a:p>
                  </a:txBody>
                  <a:tcPr marL="0" marR="0" marT="0" marB="0">
                    <a:lnR w="38100">
                      <a:solidFill>
                        <a:srgbClr val="FF0000"/>
                      </a:solidFill>
                      <a:prstDash val="solid"/>
                    </a:lnR>
                    <a:lnT w="38100">
                      <a:solidFill>
                        <a:srgbClr val="FF0000"/>
                      </a:solidFill>
                      <a:prstDash val="solid"/>
                    </a:lnT>
                  </a:tcPr>
                </a:tc>
                <a:tc hMerge="1">
                  <a:txBody>
                    <a:bodyPr/>
                    <a:lstStyle/>
                    <a:p>
                      <a:endParaRPr/>
                    </a:p>
                  </a:txBody>
                  <a:tcPr marL="0" marR="0" marT="0" marB="0"/>
                </a:tc>
                <a:extLst>
                  <a:ext uri="{0D108BD9-81ED-4DB2-BD59-A6C34878D82A}">
                    <a16:rowId xmlns:a16="http://schemas.microsoft.com/office/drawing/2014/main" val="10002"/>
                  </a:ext>
                </a:extLst>
              </a:tr>
              <a:tr h="431165">
                <a:tc>
                  <a:txBody>
                    <a:bodyPr/>
                    <a:lstStyle/>
                    <a:p>
                      <a:pPr>
                        <a:lnSpc>
                          <a:spcPct val="100000"/>
                        </a:lnSpc>
                      </a:pPr>
                      <a:endParaRPr sz="2600">
                        <a:latin typeface="Times New Roman"/>
                        <a:cs typeface="Times New Roman"/>
                      </a:endParaRPr>
                    </a:p>
                  </a:txBody>
                  <a:tcPr marL="0" marR="0" marT="0" marB="0">
                    <a:lnL w="38100">
                      <a:solidFill>
                        <a:srgbClr val="FF0000"/>
                      </a:solidFill>
                      <a:prstDash val="solid"/>
                    </a:lnL>
                    <a:lnR w="12700">
                      <a:solidFill>
                        <a:srgbClr val="2E528F"/>
                      </a:solidFill>
                      <a:prstDash val="solid"/>
                    </a:lnR>
                  </a:tcPr>
                </a:tc>
                <a:tc gridSpan="3">
                  <a:txBody>
                    <a:bodyPr/>
                    <a:lstStyle/>
                    <a:p>
                      <a:pPr marL="143510">
                        <a:lnSpc>
                          <a:spcPct val="100000"/>
                        </a:lnSpc>
                        <a:spcBef>
                          <a:spcPts val="105"/>
                        </a:spcBef>
                      </a:pPr>
                      <a:r>
                        <a:rPr sz="2400" spc="-5" dirty="0">
                          <a:solidFill>
                            <a:srgbClr val="FFFFFF"/>
                          </a:solidFill>
                          <a:latin typeface="Calibri"/>
                          <a:cs typeface="Calibri"/>
                        </a:rPr>
                        <a:t>0.7</a:t>
                      </a:r>
                      <a:endParaRPr sz="2400">
                        <a:latin typeface="Calibri"/>
                        <a:cs typeface="Calibri"/>
                      </a:endParaRPr>
                    </a:p>
                  </a:txBody>
                  <a:tcPr marL="0" marR="0" marT="13335" marB="0">
                    <a:lnL w="12700">
                      <a:solidFill>
                        <a:srgbClr val="2E528F"/>
                      </a:solidFill>
                      <a:prstDash val="solid"/>
                    </a:lnL>
                    <a:lnR w="12700">
                      <a:solidFill>
                        <a:srgbClr val="2E528F"/>
                      </a:solidFill>
                      <a:prstDash val="solid"/>
                    </a:lnR>
                    <a:lnT w="12700">
                      <a:solidFill>
                        <a:srgbClr val="2E528F"/>
                      </a:solidFill>
                      <a:prstDash val="solid"/>
                    </a:lnT>
                    <a:lnB w="12700">
                      <a:solidFill>
                        <a:srgbClr val="2E528F"/>
                      </a:solidFill>
                      <a:prstDash val="solid"/>
                    </a:lnB>
                    <a:solidFill>
                      <a:srgbClr val="4471C4"/>
                    </a:solidFill>
                  </a:tcPr>
                </a:tc>
                <a:tc hMerge="1">
                  <a:txBody>
                    <a:bodyPr/>
                    <a:lstStyle/>
                    <a:p>
                      <a:endParaRPr/>
                    </a:p>
                  </a:txBody>
                  <a:tcPr marL="0" marR="0" marT="0" marB="0"/>
                </a:tc>
                <a:tc hMerge="1">
                  <a:txBody>
                    <a:bodyPr/>
                    <a:lstStyle/>
                    <a:p>
                      <a:endParaRPr/>
                    </a:p>
                  </a:txBody>
                  <a:tcPr marL="0" marR="0" marT="0" marB="0"/>
                </a:tc>
                <a:tc>
                  <a:txBody>
                    <a:bodyPr/>
                    <a:lstStyle/>
                    <a:p>
                      <a:pPr marR="245745" algn="r">
                        <a:lnSpc>
                          <a:spcPct val="100000"/>
                        </a:lnSpc>
                        <a:spcBef>
                          <a:spcPts val="175"/>
                        </a:spcBef>
                      </a:pPr>
                      <a:r>
                        <a:rPr sz="2400" dirty="0">
                          <a:solidFill>
                            <a:srgbClr val="FFFFFF"/>
                          </a:solidFill>
                          <a:latin typeface="Calibri"/>
                          <a:cs typeface="Calibri"/>
                        </a:rPr>
                        <a:t>is</a:t>
                      </a:r>
                      <a:r>
                        <a:rPr sz="2400" spc="-100" dirty="0">
                          <a:solidFill>
                            <a:srgbClr val="FFFFFF"/>
                          </a:solidFill>
                          <a:latin typeface="Calibri"/>
                          <a:cs typeface="Calibri"/>
                        </a:rPr>
                        <a:t> </a:t>
                      </a:r>
                      <a:r>
                        <a:rPr sz="2400" dirty="0">
                          <a:solidFill>
                            <a:srgbClr val="FFFFFF"/>
                          </a:solidFill>
                          <a:latin typeface="Calibri"/>
                          <a:cs typeface="Calibri"/>
                        </a:rPr>
                        <a:t>2</a:t>
                      </a:r>
                      <a:endParaRPr sz="2400">
                        <a:latin typeface="Calibri"/>
                        <a:cs typeface="Calibri"/>
                      </a:endParaRPr>
                    </a:p>
                  </a:txBody>
                  <a:tcPr marL="0" marR="0" marT="22225" marB="0">
                    <a:lnL w="12700">
                      <a:solidFill>
                        <a:srgbClr val="2E528F"/>
                      </a:solidFill>
                      <a:prstDash val="solid"/>
                    </a:lnL>
                    <a:lnR w="38100">
                      <a:solidFill>
                        <a:srgbClr val="FF0000"/>
                      </a:solidFill>
                      <a:prstDash val="solid"/>
                    </a:lnR>
                  </a:tcPr>
                </a:tc>
                <a:extLst>
                  <a:ext uri="{0D108BD9-81ED-4DB2-BD59-A6C34878D82A}">
                    <a16:rowId xmlns:a16="http://schemas.microsoft.com/office/drawing/2014/main" val="10003"/>
                  </a:ext>
                </a:extLst>
              </a:tr>
              <a:tr h="118110">
                <a:tc gridSpan="2">
                  <a:txBody>
                    <a:bodyPr/>
                    <a:lstStyle/>
                    <a:p>
                      <a:pPr>
                        <a:lnSpc>
                          <a:spcPct val="100000"/>
                        </a:lnSpc>
                      </a:pPr>
                      <a:endParaRPr sz="600">
                        <a:latin typeface="Times New Roman"/>
                        <a:cs typeface="Times New Roman"/>
                      </a:endParaRPr>
                    </a:p>
                  </a:txBody>
                  <a:tcPr marL="0" marR="0" marT="0" marB="0">
                    <a:lnL w="38100">
                      <a:solidFill>
                        <a:srgbClr val="FF0000"/>
                      </a:solidFill>
                      <a:prstDash val="solid"/>
                    </a:lnL>
                    <a:lnB w="38100">
                      <a:solidFill>
                        <a:srgbClr val="FF0000"/>
                      </a:solidFill>
                      <a:prstDash val="solid"/>
                    </a:lnB>
                  </a:tcPr>
                </a:tc>
                <a:tc hMerge="1">
                  <a:txBody>
                    <a:bodyPr/>
                    <a:lstStyle/>
                    <a:p>
                      <a:endParaRPr/>
                    </a:p>
                  </a:txBody>
                  <a:tcPr marL="0" marR="0" marT="0" marB="0"/>
                </a:tc>
                <a:tc>
                  <a:txBody>
                    <a:bodyPr/>
                    <a:lstStyle/>
                    <a:p>
                      <a:pPr>
                        <a:lnSpc>
                          <a:spcPct val="100000"/>
                        </a:lnSpc>
                      </a:pPr>
                      <a:endParaRPr sz="600">
                        <a:latin typeface="Times New Roman"/>
                        <a:cs typeface="Times New Roman"/>
                      </a:endParaRPr>
                    </a:p>
                  </a:txBody>
                  <a:tcPr marL="0" marR="0" marT="0" marB="0">
                    <a:lnT w="12700">
                      <a:solidFill>
                        <a:srgbClr val="2E528F"/>
                      </a:solidFill>
                      <a:prstDash val="solid"/>
                    </a:lnT>
                    <a:lnB w="38100">
                      <a:solidFill>
                        <a:srgbClr val="FF0000"/>
                      </a:solidFill>
                      <a:prstDash val="solid"/>
                    </a:lnB>
                    <a:solidFill>
                      <a:srgbClr val="D9D9D9"/>
                    </a:solidFill>
                  </a:tcPr>
                </a:tc>
                <a:tc gridSpan="2">
                  <a:txBody>
                    <a:bodyPr/>
                    <a:lstStyle/>
                    <a:p>
                      <a:pPr>
                        <a:lnSpc>
                          <a:spcPct val="100000"/>
                        </a:lnSpc>
                      </a:pPr>
                      <a:endParaRPr sz="600" dirty="0">
                        <a:latin typeface="Times New Roman"/>
                        <a:cs typeface="Times New Roman"/>
                      </a:endParaRPr>
                    </a:p>
                  </a:txBody>
                  <a:tcPr marL="0" marR="0" marT="0" marB="0">
                    <a:lnR w="38100">
                      <a:solidFill>
                        <a:srgbClr val="FF0000"/>
                      </a:solidFill>
                      <a:prstDash val="solid"/>
                    </a:lnR>
                    <a:lnB w="38100">
                      <a:solidFill>
                        <a:srgbClr val="FF000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718185">
                <a:tc gridSpan="2">
                  <a:txBody>
                    <a:bodyPr/>
                    <a:lstStyle/>
                    <a:p>
                      <a:pPr>
                        <a:lnSpc>
                          <a:spcPct val="100000"/>
                        </a:lnSpc>
                      </a:pPr>
                      <a:endParaRPr sz="2600">
                        <a:latin typeface="Times New Roman"/>
                        <a:cs typeface="Times New Roman"/>
                      </a:endParaRPr>
                    </a:p>
                  </a:txBody>
                  <a:tcPr marL="0" marR="0" marT="0" marB="0">
                    <a:lnT w="38100">
                      <a:solidFill>
                        <a:srgbClr val="FF0000"/>
                      </a:solidFill>
                      <a:prstDash val="solid"/>
                    </a:lnT>
                    <a:lnB w="12700">
                      <a:solidFill>
                        <a:srgbClr val="2E528F"/>
                      </a:solidFill>
                      <a:prstDash val="solid"/>
                    </a:lnB>
                  </a:tcPr>
                </a:tc>
                <a:tc hMerge="1">
                  <a:txBody>
                    <a:bodyPr/>
                    <a:lstStyle/>
                    <a:p>
                      <a:endParaRPr/>
                    </a:p>
                  </a:txBody>
                  <a:tcPr marL="0" marR="0" marT="0" marB="0"/>
                </a:tc>
                <a:tc>
                  <a:txBody>
                    <a:bodyPr/>
                    <a:lstStyle/>
                    <a:p>
                      <a:pPr marL="138430">
                        <a:lnSpc>
                          <a:spcPts val="2680"/>
                        </a:lnSpc>
                      </a:pPr>
                      <a:r>
                        <a:rPr sz="2800" spc="-5" dirty="0">
                          <a:latin typeface="Calibri"/>
                          <a:cs typeface="Calibri"/>
                        </a:rPr>
                        <a:t>……</a:t>
                      </a:r>
                      <a:endParaRPr sz="2800">
                        <a:latin typeface="Calibri"/>
                        <a:cs typeface="Calibri"/>
                      </a:endParaRPr>
                    </a:p>
                  </a:txBody>
                  <a:tcPr marL="0" marR="0" marT="0" marB="0" vert="vert">
                    <a:lnT w="38100">
                      <a:solidFill>
                        <a:srgbClr val="FF0000"/>
                      </a:solidFill>
                      <a:prstDash val="solid"/>
                    </a:lnT>
                    <a:lnB w="12700">
                      <a:solidFill>
                        <a:srgbClr val="2E528F"/>
                      </a:solidFill>
                      <a:prstDash val="solid"/>
                    </a:lnB>
                    <a:solidFill>
                      <a:srgbClr val="D9D9D9"/>
                    </a:solidFill>
                  </a:tcPr>
                </a:tc>
                <a:tc gridSpan="2">
                  <a:txBody>
                    <a:bodyPr/>
                    <a:lstStyle/>
                    <a:p>
                      <a:pPr marL="119380">
                        <a:lnSpc>
                          <a:spcPct val="100000"/>
                        </a:lnSpc>
                        <a:spcBef>
                          <a:spcPts val="1000"/>
                        </a:spcBef>
                      </a:pPr>
                      <a:endParaRPr sz="2800" dirty="0">
                        <a:latin typeface="Calibri"/>
                        <a:cs typeface="Calibri"/>
                      </a:endParaRPr>
                    </a:p>
                  </a:txBody>
                  <a:tcPr marL="0" marR="0" marT="127000" marB="0" vert="vert">
                    <a:lnT w="38100">
                      <a:solidFill>
                        <a:srgbClr val="FF0000"/>
                      </a:solidFill>
                      <a:prstDash val="solid"/>
                    </a:lnT>
                  </a:tcPr>
                </a:tc>
                <a:tc hMerge="1">
                  <a:txBody>
                    <a:bodyPr/>
                    <a:lstStyle/>
                    <a:p>
                      <a:endParaRPr/>
                    </a:p>
                  </a:txBody>
                  <a:tcPr marL="0" marR="0" marT="0" marB="0"/>
                </a:tc>
                <a:extLst>
                  <a:ext uri="{0D108BD9-81ED-4DB2-BD59-A6C34878D82A}">
                    <a16:rowId xmlns:a16="http://schemas.microsoft.com/office/drawing/2014/main" val="10005"/>
                  </a:ext>
                </a:extLst>
              </a:tr>
              <a:tr h="432434">
                <a:tc>
                  <a:txBody>
                    <a:bodyPr/>
                    <a:lstStyle/>
                    <a:p>
                      <a:pPr>
                        <a:lnSpc>
                          <a:spcPct val="100000"/>
                        </a:lnSpc>
                      </a:pPr>
                      <a:endParaRPr sz="2600">
                        <a:latin typeface="Times New Roman"/>
                        <a:cs typeface="Times New Roman"/>
                      </a:endParaRPr>
                    </a:p>
                  </a:txBody>
                  <a:tcPr marL="0" marR="0" marT="0" marB="0">
                    <a:lnR w="12700">
                      <a:solidFill>
                        <a:srgbClr val="2E528F"/>
                      </a:solidFill>
                      <a:prstDash val="solid"/>
                    </a:lnR>
                    <a:lnT w="12700" cap="flat" cmpd="sng" algn="ctr">
                      <a:solidFill>
                        <a:srgbClr val="2E528F"/>
                      </a:solidFill>
                      <a:prstDash val="solid"/>
                      <a:round/>
                      <a:headEnd type="none" w="med" len="med"/>
                      <a:tailEnd type="none" w="med" len="med"/>
                    </a:lnT>
                  </a:tcPr>
                </a:tc>
                <a:tc gridSpan="3">
                  <a:txBody>
                    <a:bodyPr/>
                    <a:lstStyle/>
                    <a:p>
                      <a:pPr marL="142875">
                        <a:lnSpc>
                          <a:spcPct val="100000"/>
                        </a:lnSpc>
                        <a:spcBef>
                          <a:spcPts val="120"/>
                        </a:spcBef>
                      </a:pPr>
                      <a:r>
                        <a:rPr sz="2400" spc="-5" dirty="0">
                          <a:solidFill>
                            <a:srgbClr val="FFFFFF"/>
                          </a:solidFill>
                          <a:latin typeface="Calibri"/>
                          <a:cs typeface="Calibri"/>
                        </a:rPr>
                        <a:t>0.2</a:t>
                      </a:r>
                      <a:endParaRPr sz="2400">
                        <a:latin typeface="Calibri"/>
                        <a:cs typeface="Calibri"/>
                      </a:endParaRPr>
                    </a:p>
                  </a:txBody>
                  <a:tcPr marL="0" marR="0" marT="15240" marB="0">
                    <a:lnL w="12700">
                      <a:solidFill>
                        <a:srgbClr val="2E528F"/>
                      </a:solidFill>
                      <a:prstDash val="solid"/>
                    </a:lnL>
                    <a:lnR w="12700">
                      <a:solidFill>
                        <a:srgbClr val="2E528F"/>
                      </a:solidFill>
                      <a:prstDash val="solid"/>
                    </a:lnR>
                    <a:lnT w="12700">
                      <a:solidFill>
                        <a:srgbClr val="2E528F"/>
                      </a:solidFill>
                      <a:prstDash val="solid"/>
                    </a:lnT>
                    <a:lnB w="12700">
                      <a:solidFill>
                        <a:srgbClr val="2E528F"/>
                      </a:solidFill>
                      <a:prstDash val="solid"/>
                    </a:lnB>
                    <a:solidFill>
                      <a:srgbClr val="4471C4"/>
                    </a:solidFill>
                  </a:tcPr>
                </a:tc>
                <a:tc hMerge="1">
                  <a:txBody>
                    <a:bodyPr/>
                    <a:lstStyle/>
                    <a:p>
                      <a:endParaRPr/>
                    </a:p>
                  </a:txBody>
                  <a:tcPr marL="0" marR="0" marT="0" marB="0"/>
                </a:tc>
                <a:tc hMerge="1">
                  <a:txBody>
                    <a:bodyPr/>
                    <a:lstStyle/>
                    <a:p>
                      <a:endParaRPr/>
                    </a:p>
                  </a:txBody>
                  <a:tcPr marL="0" marR="0" marT="0" marB="0"/>
                </a:tc>
                <a:tc>
                  <a:txBody>
                    <a:bodyPr/>
                    <a:lstStyle/>
                    <a:p>
                      <a:pPr marR="251460" algn="r">
                        <a:lnSpc>
                          <a:spcPct val="100000"/>
                        </a:lnSpc>
                        <a:spcBef>
                          <a:spcPts val="220"/>
                        </a:spcBef>
                      </a:pPr>
                      <a:r>
                        <a:rPr sz="2400" dirty="0">
                          <a:solidFill>
                            <a:srgbClr val="FFFFFF"/>
                          </a:solidFill>
                          <a:latin typeface="Calibri"/>
                          <a:cs typeface="Calibri"/>
                        </a:rPr>
                        <a:t>is</a:t>
                      </a:r>
                      <a:r>
                        <a:rPr sz="2400" spc="-100" dirty="0">
                          <a:solidFill>
                            <a:srgbClr val="FFFFFF"/>
                          </a:solidFill>
                          <a:latin typeface="Calibri"/>
                          <a:cs typeface="Calibri"/>
                        </a:rPr>
                        <a:t> </a:t>
                      </a:r>
                      <a:r>
                        <a:rPr sz="2400" dirty="0">
                          <a:solidFill>
                            <a:srgbClr val="FFFFFF"/>
                          </a:solidFill>
                          <a:latin typeface="Calibri"/>
                          <a:cs typeface="Calibri"/>
                        </a:rPr>
                        <a:t>0</a:t>
                      </a:r>
                      <a:endParaRPr sz="2400" dirty="0">
                        <a:latin typeface="Calibri"/>
                        <a:cs typeface="Calibri"/>
                      </a:endParaRPr>
                    </a:p>
                  </a:txBody>
                  <a:tcPr marL="0" marR="0" marT="27940" marB="0">
                    <a:lnL w="12700">
                      <a:solidFill>
                        <a:srgbClr val="2E528F"/>
                      </a:solidFill>
                      <a:prstDash val="solid"/>
                    </a:lnL>
                  </a:tcPr>
                </a:tc>
                <a:extLst>
                  <a:ext uri="{0D108BD9-81ED-4DB2-BD59-A6C34878D82A}">
                    <a16:rowId xmlns:a16="http://schemas.microsoft.com/office/drawing/2014/main" val="10006"/>
                  </a:ext>
                </a:extLst>
              </a:tr>
            </a:tbl>
          </a:graphicData>
        </a:graphic>
      </p:graphicFrame>
      <p:sp>
        <p:nvSpPr>
          <p:cNvPr id="116" name="object 40">
            <a:extLst>
              <a:ext uri="{FF2B5EF4-FFF2-40B4-BE49-F238E27FC236}">
                <a16:creationId xmlns:a16="http://schemas.microsoft.com/office/drawing/2014/main" id="{9896AFBE-5533-83F2-BE59-8802D7DD0D1C}"/>
              </a:ext>
            </a:extLst>
          </p:cNvPr>
          <p:cNvSpPr txBox="1"/>
          <p:nvPr/>
        </p:nvSpPr>
        <p:spPr>
          <a:xfrm>
            <a:off x="10373288" y="3133257"/>
            <a:ext cx="1285753" cy="618759"/>
          </a:xfrm>
          <a:prstGeom prst="rect">
            <a:avLst/>
          </a:prstGeom>
          <a:solidFill>
            <a:srgbClr val="EC7C30"/>
          </a:solidFill>
          <a:ln w="12192">
            <a:solidFill>
              <a:srgbClr val="AD5A20"/>
            </a:solidFill>
          </a:ln>
        </p:spPr>
        <p:txBody>
          <a:bodyPr vert="horz" wrap="square" lIns="0" tIns="3175" rIns="0" bIns="0" rtlCol="0">
            <a:spAutoFit/>
          </a:bodyPr>
          <a:lstStyle/>
          <a:p>
            <a:pPr marR="215265" algn="ctr">
              <a:lnSpc>
                <a:spcPct val="100000"/>
              </a:lnSpc>
              <a:tabLst>
                <a:tab pos="922655" algn="l"/>
              </a:tabLst>
            </a:pPr>
            <a:r>
              <a:rPr sz="2000" spc="-10" dirty="0">
                <a:solidFill>
                  <a:srgbClr val="FFFFFF"/>
                </a:solidFill>
                <a:latin typeface="Calibri"/>
                <a:cs typeface="Calibri"/>
              </a:rPr>
              <a:t>The</a:t>
            </a:r>
            <a:r>
              <a:rPr sz="2000" spc="-70" dirty="0">
                <a:solidFill>
                  <a:srgbClr val="FFFFFF"/>
                </a:solidFill>
                <a:latin typeface="Calibri"/>
                <a:cs typeface="Calibri"/>
              </a:rPr>
              <a:t> </a:t>
            </a:r>
            <a:r>
              <a:rPr sz="2000" spc="-10" dirty="0">
                <a:solidFill>
                  <a:srgbClr val="FFFFFF"/>
                </a:solidFill>
                <a:latin typeface="Calibri"/>
                <a:cs typeface="Calibri"/>
              </a:rPr>
              <a:t>image  </a:t>
            </a:r>
            <a:r>
              <a:rPr sz="2000" spc="-5" dirty="0">
                <a:solidFill>
                  <a:srgbClr val="FFFFFF"/>
                </a:solidFill>
                <a:latin typeface="Calibri"/>
                <a:cs typeface="Calibri"/>
              </a:rPr>
              <a:t>is</a:t>
            </a:r>
            <a:r>
              <a:rPr sz="2000" spc="-10" dirty="0">
                <a:solidFill>
                  <a:srgbClr val="FFFFFF"/>
                </a:solidFill>
                <a:latin typeface="Calibri"/>
                <a:cs typeface="Calibri"/>
              </a:rPr>
              <a:t>“2”</a:t>
            </a:r>
            <a:endParaRPr sz="2000" dirty="0">
              <a:latin typeface="Calibri"/>
              <a:cs typeface="Calibri"/>
            </a:endParaRPr>
          </a:p>
        </p:txBody>
      </p:sp>
      <p:sp>
        <p:nvSpPr>
          <p:cNvPr id="117" name="object 20">
            <a:extLst>
              <a:ext uri="{FF2B5EF4-FFF2-40B4-BE49-F238E27FC236}">
                <a16:creationId xmlns:a16="http://schemas.microsoft.com/office/drawing/2014/main" id="{B8C7AF26-0C59-F968-C72E-1FAD9DE94EB9}"/>
              </a:ext>
            </a:extLst>
          </p:cNvPr>
          <p:cNvSpPr txBox="1"/>
          <p:nvPr/>
        </p:nvSpPr>
        <p:spPr>
          <a:xfrm>
            <a:off x="148969" y="4616855"/>
            <a:ext cx="1423035" cy="1160780"/>
          </a:xfrm>
          <a:prstGeom prst="rect">
            <a:avLst/>
          </a:prstGeom>
        </p:spPr>
        <p:txBody>
          <a:bodyPr vert="horz" wrap="square" lIns="0" tIns="67945" rIns="0" bIns="0" rtlCol="0">
            <a:spAutoFit/>
          </a:bodyPr>
          <a:lstStyle/>
          <a:p>
            <a:pPr marL="12700">
              <a:lnSpc>
                <a:spcPct val="100000"/>
              </a:lnSpc>
              <a:spcBef>
                <a:spcPts val="535"/>
              </a:spcBef>
            </a:pPr>
            <a:r>
              <a:rPr sz="1800" dirty="0">
                <a:latin typeface="Calibri"/>
                <a:cs typeface="Calibri"/>
              </a:rPr>
              <a:t>16 x 16 =</a:t>
            </a:r>
            <a:r>
              <a:rPr sz="1800" spc="-55" dirty="0">
                <a:latin typeface="Calibri"/>
                <a:cs typeface="Calibri"/>
              </a:rPr>
              <a:t> </a:t>
            </a:r>
            <a:r>
              <a:rPr sz="1800" dirty="0">
                <a:latin typeface="Calibri"/>
                <a:cs typeface="Calibri"/>
              </a:rPr>
              <a:t>256</a:t>
            </a:r>
          </a:p>
          <a:p>
            <a:pPr marL="47625">
              <a:lnSpc>
                <a:spcPct val="100000"/>
              </a:lnSpc>
              <a:spcBef>
                <a:spcPts val="580"/>
              </a:spcBef>
            </a:pPr>
            <a:r>
              <a:rPr sz="2400" dirty="0">
                <a:latin typeface="Calibri"/>
                <a:cs typeface="Calibri"/>
              </a:rPr>
              <a:t>Ink →</a:t>
            </a:r>
            <a:r>
              <a:rPr sz="2400" spc="-40" dirty="0">
                <a:latin typeface="Calibri"/>
                <a:cs typeface="Calibri"/>
              </a:rPr>
              <a:t> </a:t>
            </a:r>
            <a:r>
              <a:rPr sz="2400" dirty="0">
                <a:latin typeface="Calibri"/>
                <a:cs typeface="Calibri"/>
              </a:rPr>
              <a:t>1</a:t>
            </a:r>
          </a:p>
          <a:p>
            <a:pPr marL="47625">
              <a:lnSpc>
                <a:spcPct val="100000"/>
              </a:lnSpc>
            </a:pPr>
            <a:r>
              <a:rPr sz="2400" dirty="0">
                <a:latin typeface="Calibri"/>
                <a:cs typeface="Calibri"/>
              </a:rPr>
              <a:t>No ink →</a:t>
            </a:r>
            <a:r>
              <a:rPr sz="2400" spc="-114" dirty="0">
                <a:latin typeface="Calibri"/>
                <a:cs typeface="Calibri"/>
              </a:rPr>
              <a:t> </a:t>
            </a:r>
            <a:r>
              <a:rPr sz="2400" dirty="0">
                <a:latin typeface="Calibri"/>
                <a:cs typeface="Calibri"/>
              </a:rPr>
              <a:t>0</a:t>
            </a:r>
          </a:p>
        </p:txBody>
      </p:sp>
      <p:grpSp>
        <p:nvGrpSpPr>
          <p:cNvPr id="3" name="组合 2">
            <a:extLst>
              <a:ext uri="{FF2B5EF4-FFF2-40B4-BE49-F238E27FC236}">
                <a16:creationId xmlns:a16="http://schemas.microsoft.com/office/drawing/2014/main" id="{70475153-934F-D1C0-FB2D-DE8B76B8ED45}"/>
              </a:ext>
            </a:extLst>
          </p:cNvPr>
          <p:cNvGrpSpPr/>
          <p:nvPr/>
        </p:nvGrpSpPr>
        <p:grpSpPr>
          <a:xfrm>
            <a:off x="0" y="67733"/>
            <a:ext cx="4367671" cy="1058822"/>
            <a:chOff x="0" y="260648"/>
            <a:chExt cx="4367671" cy="1058822"/>
          </a:xfrm>
        </p:grpSpPr>
        <p:sp>
          <p:nvSpPr>
            <p:cNvPr id="95" name="矩形 94">
              <a:extLst>
                <a:ext uri="{FF2B5EF4-FFF2-40B4-BE49-F238E27FC236}">
                  <a16:creationId xmlns:a16="http://schemas.microsoft.com/office/drawing/2014/main" id="{BA04E2D0-8CC6-F86E-CB52-EC3E1277507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6" name="组合 95">
              <a:extLst>
                <a:ext uri="{FF2B5EF4-FFF2-40B4-BE49-F238E27FC236}">
                  <a16:creationId xmlns:a16="http://schemas.microsoft.com/office/drawing/2014/main" id="{0FD7069A-DAA7-1F18-BE2B-F94BAB084D2A}"/>
                </a:ext>
              </a:extLst>
            </p:cNvPr>
            <p:cNvGrpSpPr/>
            <p:nvPr/>
          </p:nvGrpSpPr>
          <p:grpSpPr>
            <a:xfrm>
              <a:off x="695400" y="260648"/>
              <a:ext cx="3672271" cy="1058822"/>
              <a:chOff x="623392" y="310880"/>
              <a:chExt cx="3672271" cy="1058822"/>
            </a:xfrm>
          </p:grpSpPr>
          <p:sp>
            <p:nvSpPr>
              <p:cNvPr id="99" name="文本框 98">
                <a:extLst>
                  <a:ext uri="{FF2B5EF4-FFF2-40B4-BE49-F238E27FC236}">
                    <a16:creationId xmlns:a16="http://schemas.microsoft.com/office/drawing/2014/main" id="{B35E3B6D-F8C1-2417-AF8F-3B8457466B72}"/>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一个案例</a:t>
                </a:r>
              </a:p>
            </p:txBody>
          </p:sp>
          <p:cxnSp>
            <p:nvCxnSpPr>
              <p:cNvPr id="107" name="直接连接符 106">
                <a:extLst>
                  <a:ext uri="{FF2B5EF4-FFF2-40B4-BE49-F238E27FC236}">
                    <a16:creationId xmlns:a16="http://schemas.microsoft.com/office/drawing/2014/main" id="{0955ADCA-1177-7477-1420-8B6F27EAFBD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8" name="文本框 107">
                <a:extLst>
                  <a:ext uri="{FF2B5EF4-FFF2-40B4-BE49-F238E27FC236}">
                    <a16:creationId xmlns:a16="http://schemas.microsoft.com/office/drawing/2014/main" id="{818333B1-EF41-4C1D-C370-D68169D17F77}"/>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412714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0211B66-5578-8273-6F90-42A8F95F4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240" y="1230062"/>
            <a:ext cx="6577580" cy="5284928"/>
          </a:xfrm>
          <a:prstGeom prst="rect">
            <a:avLst/>
          </a:prstGeom>
        </p:spPr>
      </p:pic>
      <p:grpSp>
        <p:nvGrpSpPr>
          <p:cNvPr id="2" name="组合 1">
            <a:extLst>
              <a:ext uri="{FF2B5EF4-FFF2-40B4-BE49-F238E27FC236}">
                <a16:creationId xmlns:a16="http://schemas.microsoft.com/office/drawing/2014/main" id="{2056331A-27D6-8FFE-2352-BB2CF582197F}"/>
              </a:ext>
            </a:extLst>
          </p:cNvPr>
          <p:cNvGrpSpPr/>
          <p:nvPr/>
        </p:nvGrpSpPr>
        <p:grpSpPr>
          <a:xfrm>
            <a:off x="0" y="67733"/>
            <a:ext cx="4587812" cy="1058822"/>
            <a:chOff x="0" y="260648"/>
            <a:chExt cx="4587812" cy="1058822"/>
          </a:xfrm>
        </p:grpSpPr>
        <p:sp>
          <p:nvSpPr>
            <p:cNvPr id="3" name="矩形 2">
              <a:extLst>
                <a:ext uri="{FF2B5EF4-FFF2-40B4-BE49-F238E27FC236}">
                  <a16:creationId xmlns:a16="http://schemas.microsoft.com/office/drawing/2014/main" id="{E6817F68-E582-54D7-1201-90E7B71A0ABC}"/>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5" name="组合 4">
              <a:extLst>
                <a:ext uri="{FF2B5EF4-FFF2-40B4-BE49-F238E27FC236}">
                  <a16:creationId xmlns:a16="http://schemas.microsoft.com/office/drawing/2014/main" id="{9513AFCB-8FD6-1559-8983-958C5C3F8B44}"/>
                </a:ext>
              </a:extLst>
            </p:cNvPr>
            <p:cNvGrpSpPr/>
            <p:nvPr/>
          </p:nvGrpSpPr>
          <p:grpSpPr>
            <a:xfrm>
              <a:off x="695400" y="260648"/>
              <a:ext cx="3892412" cy="1058822"/>
              <a:chOff x="623392" y="310880"/>
              <a:chExt cx="3892412" cy="1058822"/>
            </a:xfrm>
          </p:grpSpPr>
          <p:sp>
            <p:nvSpPr>
              <p:cNvPr id="6" name="文本框 5">
                <a:extLst>
                  <a:ext uri="{FF2B5EF4-FFF2-40B4-BE49-F238E27FC236}">
                    <a16:creationId xmlns:a16="http://schemas.microsoft.com/office/drawing/2014/main" id="{6CEC0FEC-CB0E-80F1-AE7C-2D66C91350BC}"/>
                  </a:ext>
                </a:extLst>
              </p:cNvPr>
              <p:cNvSpPr txBox="1"/>
              <p:nvPr/>
            </p:nvSpPr>
            <p:spPr>
              <a:xfrm>
                <a:off x="623392" y="310880"/>
                <a:ext cx="3892412"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神经网络提取的特征</a:t>
                </a:r>
              </a:p>
            </p:txBody>
          </p:sp>
          <p:cxnSp>
            <p:nvCxnSpPr>
              <p:cNvPr id="7" name="直接连接符 6">
                <a:extLst>
                  <a:ext uri="{FF2B5EF4-FFF2-40B4-BE49-F238E27FC236}">
                    <a16:creationId xmlns:a16="http://schemas.microsoft.com/office/drawing/2014/main" id="{0F020C08-14F0-E04B-0AF8-632D083267D7}"/>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8" name="文本框 7">
                <a:extLst>
                  <a:ext uri="{FF2B5EF4-FFF2-40B4-BE49-F238E27FC236}">
                    <a16:creationId xmlns:a16="http://schemas.microsoft.com/office/drawing/2014/main" id="{12C5F01F-B5D1-9151-538E-AAE34D8EF1D5}"/>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8086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2BF85FA-B612-24E4-87FE-51D677E5E025}"/>
              </a:ext>
            </a:extLst>
          </p:cNvPr>
          <p:cNvSpPr/>
          <p:nvPr/>
        </p:nvSpPr>
        <p:spPr>
          <a:xfrm>
            <a:off x="1083733" y="5188378"/>
            <a:ext cx="10388600" cy="923330"/>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根据通用近似定理，对于具有线性输出层和至少一个使用“挤压”性质的激活函数的隐藏层组成的前馈神经网络，只要其隐藏层神经元的数量足够，它可以以任意的精度来近似任何从一个定义在实数空间中的有界闭集函数。</a:t>
            </a:r>
          </a:p>
        </p:txBody>
      </p:sp>
      <p:pic>
        <p:nvPicPr>
          <p:cNvPr id="6" name="图片 5" descr="屏幕剪辑">
            <a:extLst>
              <a:ext uri="{FF2B5EF4-FFF2-40B4-BE49-F238E27FC236}">
                <a16:creationId xmlns:a16="http://schemas.microsoft.com/office/drawing/2014/main" id="{0B5D2AE3-76B2-40D8-8902-8EB44AF405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980" y="1183124"/>
            <a:ext cx="5266040" cy="3829848"/>
          </a:xfrm>
          <a:prstGeom prst="rect">
            <a:avLst/>
          </a:prstGeom>
        </p:spPr>
      </p:pic>
      <p:grpSp>
        <p:nvGrpSpPr>
          <p:cNvPr id="2" name="组合 1">
            <a:extLst>
              <a:ext uri="{FF2B5EF4-FFF2-40B4-BE49-F238E27FC236}">
                <a16:creationId xmlns:a16="http://schemas.microsoft.com/office/drawing/2014/main" id="{0F12C64A-66CA-AE47-08F4-548F29F2035A}"/>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21B474E4-7AA2-3901-2223-A222045CF8B2}"/>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7" name="组合 6">
              <a:extLst>
                <a:ext uri="{FF2B5EF4-FFF2-40B4-BE49-F238E27FC236}">
                  <a16:creationId xmlns:a16="http://schemas.microsoft.com/office/drawing/2014/main" id="{6C6E31BF-2F51-BC17-D3D3-3F889B38DE20}"/>
                </a:ext>
              </a:extLst>
            </p:cNvPr>
            <p:cNvGrpSpPr/>
            <p:nvPr/>
          </p:nvGrpSpPr>
          <p:grpSpPr>
            <a:xfrm>
              <a:off x="695400" y="260648"/>
              <a:ext cx="3672271" cy="1058822"/>
              <a:chOff x="623392" y="310880"/>
              <a:chExt cx="3672271" cy="1058822"/>
            </a:xfrm>
          </p:grpSpPr>
          <p:sp>
            <p:nvSpPr>
              <p:cNvPr id="8" name="文本框 7">
                <a:extLst>
                  <a:ext uri="{FF2B5EF4-FFF2-40B4-BE49-F238E27FC236}">
                    <a16:creationId xmlns:a16="http://schemas.microsoft.com/office/drawing/2014/main" id="{67758437-EDEE-210B-D7A3-9523B5B403D5}"/>
                  </a:ext>
                </a:extLst>
              </p:cNvPr>
              <p:cNvSpPr txBox="1"/>
              <p:nvPr/>
            </p:nvSpPr>
            <p:spPr>
              <a:xfrm>
                <a:off x="623392" y="310880"/>
                <a:ext cx="2656496"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通用近似定理</a:t>
                </a:r>
              </a:p>
            </p:txBody>
          </p:sp>
          <p:cxnSp>
            <p:nvCxnSpPr>
              <p:cNvPr id="9" name="直接连接符 8">
                <a:extLst>
                  <a:ext uri="{FF2B5EF4-FFF2-40B4-BE49-F238E27FC236}">
                    <a16:creationId xmlns:a16="http://schemas.microsoft.com/office/drawing/2014/main" id="{D571BA4A-DAB3-2B3B-9F08-E5E503A20F6C}"/>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 name="文本框 9">
                <a:extLst>
                  <a:ext uri="{FF2B5EF4-FFF2-40B4-BE49-F238E27FC236}">
                    <a16:creationId xmlns:a16="http://schemas.microsoft.com/office/drawing/2014/main" id="{6FD1E3A0-A7AA-C894-58AC-2D1A924ED05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706338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81"/>
            <a:ext cx="12191999" cy="6872988"/>
          </a:xfrm>
          <a:prstGeom prst="rect">
            <a:avLst/>
          </a:prstGeom>
          <a:gradFill flip="none" rotWithShape="1">
            <a:gsLst>
              <a:gs pos="0">
                <a:srgbClr val="961318"/>
              </a:gs>
              <a:gs pos="54000">
                <a:srgbClr val="961318">
                  <a:alpha val="72000"/>
                </a:srgbClr>
              </a:gs>
              <a:gs pos="100000">
                <a:srgbClr val="961318">
                  <a:alpha val="90000"/>
                </a:srgbClr>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宋体" panose="02010600030101010101" pitchFamily="2" charset="-122"/>
            </a:endParaRPr>
          </a:p>
        </p:txBody>
      </p:sp>
      <p:grpSp>
        <p:nvGrpSpPr>
          <p:cNvPr id="4" name="组合 3"/>
          <p:cNvGrpSpPr/>
          <p:nvPr/>
        </p:nvGrpSpPr>
        <p:grpSpPr>
          <a:xfrm>
            <a:off x="839416" y="146766"/>
            <a:ext cx="10359317" cy="6586418"/>
            <a:chOff x="839416" y="146766"/>
            <a:chExt cx="10359317" cy="6586418"/>
          </a:xfrm>
        </p:grpSpPr>
        <p:grpSp>
          <p:nvGrpSpPr>
            <p:cNvPr id="5" name="组合 4"/>
            <p:cNvGrpSpPr/>
            <p:nvPr/>
          </p:nvGrpSpPr>
          <p:grpSpPr>
            <a:xfrm>
              <a:off x="839416" y="1556792"/>
              <a:ext cx="8964983" cy="3744416"/>
              <a:chOff x="1438213" y="1556792"/>
              <a:chExt cx="8964983" cy="3744416"/>
            </a:xfrm>
          </p:grpSpPr>
          <p:sp>
            <p:nvSpPr>
              <p:cNvPr id="8" name="矩形 7"/>
              <p:cNvSpPr/>
              <p:nvPr/>
            </p:nvSpPr>
            <p:spPr>
              <a:xfrm>
                <a:off x="2135559" y="2771278"/>
                <a:ext cx="8267637" cy="830997"/>
              </a:xfrm>
              <a:prstGeom prst="rect">
                <a:avLst/>
              </a:prstGeom>
              <a:noFill/>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48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3. </a:t>
                </a:r>
                <a:r>
                  <a:rPr kumimoji="0" lang="zh-CN" altLang="en-US" sz="48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梯度下降与反向传播</a:t>
                </a:r>
              </a:p>
            </p:txBody>
          </p:sp>
          <p:sp>
            <p:nvSpPr>
              <p:cNvPr id="9" name="文本框 8"/>
              <p:cNvSpPr txBox="1"/>
              <p:nvPr/>
            </p:nvSpPr>
            <p:spPr>
              <a:xfrm>
                <a:off x="2334343" y="3662830"/>
                <a:ext cx="4676055" cy="307777"/>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white"/>
                    </a:solidFill>
                    <a:effectLst/>
                    <a:uLnTx/>
                    <a:uFillTx/>
                    <a:latin typeface="思源宋体 CN Heavy"/>
                    <a:ea typeface="宋体" panose="02010600030101010101" pitchFamily="2" charset="-122"/>
                  </a:rPr>
                  <a:t>ADD YOUR TITLE HERE PLEASE </a:t>
                </a:r>
              </a:p>
            </p:txBody>
          </p:sp>
          <p:grpSp>
            <p:nvGrpSpPr>
              <p:cNvPr id="10" name="组合 9"/>
              <p:cNvGrpSpPr/>
              <p:nvPr/>
            </p:nvGrpSpPr>
            <p:grpSpPr>
              <a:xfrm>
                <a:off x="1438213" y="1556792"/>
                <a:ext cx="2520280" cy="3744416"/>
                <a:chOff x="1487488" y="1556792"/>
                <a:chExt cx="2520280" cy="3744416"/>
              </a:xfrm>
            </p:grpSpPr>
            <p:cxnSp>
              <p:nvCxnSpPr>
                <p:cNvPr id="11" name="直接连接符 10"/>
                <p:cNvCxnSpPr/>
                <p:nvPr/>
              </p:nvCxnSpPr>
              <p:spPr>
                <a:xfrm flipV="1">
                  <a:off x="4007768" y="1556792"/>
                  <a:ext cx="0" cy="720080"/>
                </a:xfrm>
                <a:prstGeom prst="line">
                  <a:avLst/>
                </a:prstGeom>
                <a:noFill/>
                <a:ln w="28575" cap="flat" cmpd="sng" algn="ctr">
                  <a:solidFill>
                    <a:sysClr val="window" lastClr="FFFFFF"/>
                  </a:solidFill>
                  <a:prstDash val="solid"/>
                  <a:miter lim="800000"/>
                </a:ln>
                <a:effectLst/>
              </p:spPr>
            </p:cxnSp>
            <p:cxnSp>
              <p:nvCxnSpPr>
                <p:cNvPr id="12" name="直接连接符 11"/>
                <p:cNvCxnSpPr/>
                <p:nvPr/>
              </p:nvCxnSpPr>
              <p:spPr>
                <a:xfrm flipH="1">
                  <a:off x="1487488" y="1556792"/>
                  <a:ext cx="2520280" cy="0"/>
                </a:xfrm>
                <a:prstGeom prst="line">
                  <a:avLst/>
                </a:prstGeom>
                <a:noFill/>
                <a:ln w="28575" cap="flat" cmpd="sng" algn="ctr">
                  <a:solidFill>
                    <a:sysClr val="window" lastClr="FFFFFF"/>
                  </a:solidFill>
                  <a:prstDash val="solid"/>
                  <a:miter lim="800000"/>
                </a:ln>
                <a:effectLst/>
              </p:spPr>
            </p:cxnSp>
            <p:cxnSp>
              <p:nvCxnSpPr>
                <p:cNvPr id="13" name="直接连接符 12"/>
                <p:cNvCxnSpPr/>
                <p:nvPr/>
              </p:nvCxnSpPr>
              <p:spPr>
                <a:xfrm>
                  <a:off x="1487488" y="1556792"/>
                  <a:ext cx="0" cy="3744416"/>
                </a:xfrm>
                <a:prstGeom prst="line">
                  <a:avLst/>
                </a:prstGeom>
                <a:noFill/>
                <a:ln w="28575" cap="flat" cmpd="sng" algn="ctr">
                  <a:solidFill>
                    <a:sysClr val="window" lastClr="FFFFFF"/>
                  </a:solidFill>
                  <a:prstDash val="solid"/>
                  <a:miter lim="800000"/>
                </a:ln>
                <a:effectLst/>
              </p:spPr>
            </p:cxnSp>
            <p:cxnSp>
              <p:nvCxnSpPr>
                <p:cNvPr id="14" name="直接连接符 13"/>
                <p:cNvCxnSpPr/>
                <p:nvPr/>
              </p:nvCxnSpPr>
              <p:spPr>
                <a:xfrm>
                  <a:off x="1487488" y="5301208"/>
                  <a:ext cx="2520280" cy="0"/>
                </a:xfrm>
                <a:prstGeom prst="line">
                  <a:avLst/>
                </a:prstGeom>
                <a:noFill/>
                <a:ln w="28575" cap="flat" cmpd="sng" algn="ctr">
                  <a:solidFill>
                    <a:sysClr val="window" lastClr="FFFFFF"/>
                  </a:solidFill>
                  <a:prstDash val="solid"/>
                  <a:miter lim="800000"/>
                </a:ln>
                <a:effectLst/>
              </p:spPr>
            </p:cxnSp>
            <p:cxnSp>
              <p:nvCxnSpPr>
                <p:cNvPr id="15" name="直接连接符 14"/>
                <p:cNvCxnSpPr/>
                <p:nvPr/>
              </p:nvCxnSpPr>
              <p:spPr>
                <a:xfrm flipV="1">
                  <a:off x="4007768" y="4509120"/>
                  <a:ext cx="0" cy="792088"/>
                </a:xfrm>
                <a:prstGeom prst="line">
                  <a:avLst/>
                </a:prstGeom>
                <a:noFill/>
                <a:ln w="28575" cap="flat" cmpd="sng" algn="ctr">
                  <a:solidFill>
                    <a:sysClr val="window" lastClr="FFFFFF"/>
                  </a:solidFill>
                  <a:prstDash val="solid"/>
                  <a:miter lim="800000"/>
                </a:ln>
                <a:effectLst/>
              </p:spPr>
            </p:cxnSp>
          </p:grpSp>
        </p:grpSp>
        <p:sp>
          <p:nvSpPr>
            <p:cNvPr id="6" name="文本框 5"/>
            <p:cNvSpPr txBox="1"/>
            <p:nvPr/>
          </p:nvSpPr>
          <p:spPr>
            <a:xfrm>
              <a:off x="7404104" y="146766"/>
              <a:ext cx="3794629" cy="6586418"/>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rPr>
                <a:t>3</a:t>
              </a:r>
              <a:endParaRPr kumimoji="0" lang="zh-CN" altLang="en-US"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endParaRPr>
            </a:p>
          </p:txBody>
        </p:sp>
        <p:cxnSp>
          <p:nvCxnSpPr>
            <p:cNvPr id="7" name="直接连接符 6"/>
            <p:cNvCxnSpPr/>
            <p:nvPr/>
          </p:nvCxnSpPr>
          <p:spPr>
            <a:xfrm>
              <a:off x="1735546" y="4221088"/>
              <a:ext cx="760054" cy="0"/>
            </a:xfrm>
            <a:prstGeom prst="line">
              <a:avLst/>
            </a:prstGeom>
            <a:noFill/>
            <a:ln w="9525" cap="flat" cmpd="sng" algn="ctr">
              <a:solidFill>
                <a:sysClr val="window" lastClr="FFFFFF"/>
              </a:solidFill>
              <a:prstDash val="solid"/>
            </a:ln>
            <a:effectLst/>
          </p:spPr>
        </p:cxnSp>
      </p:grpSp>
      <p:sp>
        <p:nvSpPr>
          <p:cNvPr id="16" name="文本框 2"/>
          <p:cNvSpPr txBox="1"/>
          <p:nvPr/>
        </p:nvSpPr>
        <p:spPr>
          <a:xfrm>
            <a:off x="10038079" y="5655967"/>
            <a:ext cx="2153921" cy="10763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3200" dirty="0">
                <a:solidFill>
                  <a:schemeClr val="bg1"/>
                </a:solidFill>
                <a:latin typeface="华文行楷" panose="02010800040101010101" pitchFamily="2" charset="-122"/>
                <a:ea typeface="华文行楷" panose="02010800040101010101" pitchFamily="2" charset="-122"/>
                <a:sym typeface="+mn-ea"/>
              </a:rPr>
              <a:t>厚德 博学 精思 笃行</a:t>
            </a:r>
          </a:p>
        </p:txBody>
      </p:sp>
      <p:pic>
        <p:nvPicPr>
          <p:cNvPr id="19" name="图片 18" descr="D:\360MoveData\Users\xiaoxiao\Desktop\图片1.png图片1"/>
          <p:cNvPicPr>
            <a:picLocks noChangeAspect="1"/>
          </p:cNvPicPr>
          <p:nvPr/>
        </p:nvPicPr>
        <p:blipFill>
          <a:blip r:embed="rId2">
            <a:lum bright="70000" contrast="-70000"/>
          </a:blip>
          <a:srcRect/>
          <a:stretch>
            <a:fillRect/>
          </a:stretch>
        </p:blipFill>
        <p:spPr>
          <a:xfrm>
            <a:off x="1153795" y="453391"/>
            <a:ext cx="3313430" cy="800100"/>
          </a:xfrm>
          <a:prstGeom prst="rect">
            <a:avLst/>
          </a:prstGeom>
        </p:spPr>
      </p:pic>
    </p:spTree>
    <p:extLst>
      <p:ext uri="{BB962C8B-B14F-4D97-AF65-F5344CB8AC3E}">
        <p14:creationId xmlns:p14="http://schemas.microsoft.com/office/powerpoint/2010/main" val="3408119761"/>
      </p:ext>
    </p:extLst>
  </p:cSld>
  <p:clrMapOvr>
    <a:masterClrMapping/>
  </p:clrMapOvr>
  <p:transition spd="slow">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3CFC60DE-967F-2C0E-4595-458629BF53AA}"/>
              </a:ext>
            </a:extLst>
          </p:cNvPr>
          <p:cNvSpPr txBox="1"/>
          <p:nvPr/>
        </p:nvSpPr>
        <p:spPr>
          <a:xfrm>
            <a:off x="1672742" y="1801655"/>
            <a:ext cx="7058659" cy="452120"/>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lang="zh-CN" altLang="en-US" sz="2800" spc="-10" dirty="0">
                <a:latin typeface="黑体" panose="02010609060101010101" pitchFamily="49" charset="-122"/>
                <a:ea typeface="黑体" panose="02010609060101010101" pitchFamily="49" charset="-122"/>
                <a:cs typeface="Calibri"/>
              </a:rPr>
              <a:t>准备训练数据</a:t>
            </a:r>
            <a:r>
              <a:rPr sz="2800" spc="-20" dirty="0">
                <a:latin typeface="黑体" panose="02010609060101010101" pitchFamily="49" charset="-122"/>
                <a:ea typeface="黑体" panose="02010609060101010101" pitchFamily="49" charset="-122"/>
                <a:cs typeface="Calibri"/>
              </a:rPr>
              <a:t>:</a:t>
            </a:r>
            <a:r>
              <a:rPr lang="zh-CN" altLang="en-US" sz="2800" spc="-20" dirty="0">
                <a:latin typeface="黑体" panose="02010609060101010101" pitchFamily="49" charset="-122"/>
                <a:ea typeface="黑体" panose="02010609060101010101" pitchFamily="49" charset="-122"/>
                <a:cs typeface="Calibri"/>
              </a:rPr>
              <a:t>图片和他们的标签</a:t>
            </a:r>
            <a:endParaRPr sz="2800" dirty="0">
              <a:latin typeface="黑体" panose="02010609060101010101" pitchFamily="49" charset="-122"/>
              <a:ea typeface="黑体" panose="02010609060101010101" pitchFamily="49" charset="-122"/>
              <a:cs typeface="Calibri"/>
            </a:endParaRPr>
          </a:p>
        </p:txBody>
      </p:sp>
      <p:sp>
        <p:nvSpPr>
          <p:cNvPr id="6" name="object 4">
            <a:extLst>
              <a:ext uri="{FF2B5EF4-FFF2-40B4-BE49-F238E27FC236}">
                <a16:creationId xmlns:a16="http://schemas.microsoft.com/office/drawing/2014/main" id="{5FE79B29-0167-3449-7EF5-E95473A3B434}"/>
              </a:ext>
            </a:extLst>
          </p:cNvPr>
          <p:cNvSpPr txBox="1"/>
          <p:nvPr/>
        </p:nvSpPr>
        <p:spPr>
          <a:xfrm>
            <a:off x="2662809" y="5462842"/>
            <a:ext cx="5413374" cy="434734"/>
          </a:xfrm>
          <a:prstGeom prst="rect">
            <a:avLst/>
          </a:prstGeom>
          <a:solidFill>
            <a:srgbClr val="4471C4"/>
          </a:solidFill>
          <a:ln w="12192">
            <a:solidFill>
              <a:srgbClr val="2E528F"/>
            </a:solidFill>
          </a:ln>
        </p:spPr>
        <p:txBody>
          <a:bodyPr vert="horz" wrap="square" lIns="0" tIns="3810" rIns="0" bIns="0" rtlCol="0">
            <a:spAutoFit/>
          </a:bodyPr>
          <a:lstStyle/>
          <a:p>
            <a:pPr marL="1284605" marR="175895" indent="-1094740">
              <a:lnSpc>
                <a:spcPct val="100000"/>
              </a:lnSpc>
              <a:spcBef>
                <a:spcPts val="30"/>
              </a:spcBef>
            </a:pPr>
            <a:r>
              <a:rPr lang="zh-CN" altLang="en-US" sz="2800" spc="-20" dirty="0">
                <a:solidFill>
                  <a:srgbClr val="FFFFFF"/>
                </a:solidFill>
                <a:latin typeface="Calibri"/>
                <a:cs typeface="Calibri"/>
              </a:rPr>
              <a:t>学习目标是在训练数据上定义的</a:t>
            </a:r>
            <a:endParaRPr sz="2800" dirty="0">
              <a:latin typeface="Calibri"/>
              <a:cs typeface="Calibri"/>
            </a:endParaRPr>
          </a:p>
        </p:txBody>
      </p:sp>
      <p:sp>
        <p:nvSpPr>
          <p:cNvPr id="7" name="object 5">
            <a:extLst>
              <a:ext uri="{FF2B5EF4-FFF2-40B4-BE49-F238E27FC236}">
                <a16:creationId xmlns:a16="http://schemas.microsoft.com/office/drawing/2014/main" id="{40F53673-2440-1380-EAB9-2F0BE8A0C76D}"/>
              </a:ext>
            </a:extLst>
          </p:cNvPr>
          <p:cNvSpPr/>
          <p:nvPr/>
        </p:nvSpPr>
        <p:spPr>
          <a:xfrm>
            <a:off x="2481580" y="2823293"/>
            <a:ext cx="719328" cy="720851"/>
          </a:xfrm>
          <a:prstGeom prst="rect">
            <a:avLst/>
          </a:prstGeom>
          <a:blipFill>
            <a:blip r:embed="rId2" cstate="print"/>
            <a:stretch>
              <a:fillRect/>
            </a:stretch>
          </a:blipFill>
        </p:spPr>
        <p:txBody>
          <a:bodyPr wrap="square" lIns="0" tIns="0" rIns="0" bIns="0" rtlCol="0"/>
          <a:lstStyle/>
          <a:p>
            <a:endParaRPr/>
          </a:p>
        </p:txBody>
      </p:sp>
      <p:sp>
        <p:nvSpPr>
          <p:cNvPr id="8" name="object 6">
            <a:extLst>
              <a:ext uri="{FF2B5EF4-FFF2-40B4-BE49-F238E27FC236}">
                <a16:creationId xmlns:a16="http://schemas.microsoft.com/office/drawing/2014/main" id="{322551C4-DB75-0E1B-ECC7-3AD1EDC6DF0B}"/>
              </a:ext>
            </a:extLst>
          </p:cNvPr>
          <p:cNvSpPr/>
          <p:nvPr/>
        </p:nvSpPr>
        <p:spPr>
          <a:xfrm>
            <a:off x="2462530" y="2804243"/>
            <a:ext cx="757555" cy="759460"/>
          </a:xfrm>
          <a:custGeom>
            <a:avLst/>
            <a:gdLst/>
            <a:ahLst/>
            <a:cxnLst/>
            <a:rect l="l" t="t" r="r" b="b"/>
            <a:pathLst>
              <a:path w="757555" h="759460">
                <a:moveTo>
                  <a:pt x="0" y="758951"/>
                </a:moveTo>
                <a:lnTo>
                  <a:pt x="757428" y="758951"/>
                </a:lnTo>
                <a:lnTo>
                  <a:pt x="757428" y="0"/>
                </a:lnTo>
                <a:lnTo>
                  <a:pt x="0" y="0"/>
                </a:lnTo>
                <a:lnTo>
                  <a:pt x="0" y="758951"/>
                </a:lnTo>
                <a:close/>
              </a:path>
            </a:pathLst>
          </a:custGeom>
          <a:ln w="38100">
            <a:solidFill>
              <a:srgbClr val="000000"/>
            </a:solidFill>
          </a:ln>
        </p:spPr>
        <p:txBody>
          <a:bodyPr wrap="square" lIns="0" tIns="0" rIns="0" bIns="0" rtlCol="0"/>
          <a:lstStyle/>
          <a:p>
            <a:endParaRPr/>
          </a:p>
        </p:txBody>
      </p:sp>
      <p:sp>
        <p:nvSpPr>
          <p:cNvPr id="9" name="object 7">
            <a:extLst>
              <a:ext uri="{FF2B5EF4-FFF2-40B4-BE49-F238E27FC236}">
                <a16:creationId xmlns:a16="http://schemas.microsoft.com/office/drawing/2014/main" id="{B2E5EF61-2587-0A32-A1B0-348CA8EEF839}"/>
              </a:ext>
            </a:extLst>
          </p:cNvPr>
          <p:cNvSpPr/>
          <p:nvPr/>
        </p:nvSpPr>
        <p:spPr>
          <a:xfrm>
            <a:off x="4188112" y="2823293"/>
            <a:ext cx="637379" cy="720851"/>
          </a:xfrm>
          <a:prstGeom prst="rect">
            <a:avLst/>
          </a:prstGeom>
          <a:blipFill>
            <a:blip r:embed="rId3" cstate="print"/>
            <a:stretch>
              <a:fillRect/>
            </a:stretch>
          </a:blipFill>
        </p:spPr>
        <p:txBody>
          <a:bodyPr wrap="square" lIns="0" tIns="0" rIns="0" bIns="0" rtlCol="0"/>
          <a:lstStyle/>
          <a:p>
            <a:endParaRPr/>
          </a:p>
        </p:txBody>
      </p:sp>
      <p:sp>
        <p:nvSpPr>
          <p:cNvPr id="10" name="object 8">
            <a:extLst>
              <a:ext uri="{FF2B5EF4-FFF2-40B4-BE49-F238E27FC236}">
                <a16:creationId xmlns:a16="http://schemas.microsoft.com/office/drawing/2014/main" id="{DFC5ECC3-5EDE-D6FF-5EAB-3BCD80039A6C}"/>
              </a:ext>
            </a:extLst>
          </p:cNvPr>
          <p:cNvSpPr/>
          <p:nvPr/>
        </p:nvSpPr>
        <p:spPr>
          <a:xfrm>
            <a:off x="4087114" y="2804243"/>
            <a:ext cx="757555" cy="759460"/>
          </a:xfrm>
          <a:custGeom>
            <a:avLst/>
            <a:gdLst/>
            <a:ahLst/>
            <a:cxnLst/>
            <a:rect l="l" t="t" r="r" b="b"/>
            <a:pathLst>
              <a:path w="757554" h="759460">
                <a:moveTo>
                  <a:pt x="0" y="758951"/>
                </a:moveTo>
                <a:lnTo>
                  <a:pt x="757427" y="758951"/>
                </a:lnTo>
                <a:lnTo>
                  <a:pt x="757427" y="0"/>
                </a:lnTo>
                <a:lnTo>
                  <a:pt x="0" y="0"/>
                </a:lnTo>
                <a:lnTo>
                  <a:pt x="0" y="758951"/>
                </a:lnTo>
                <a:close/>
              </a:path>
            </a:pathLst>
          </a:custGeom>
          <a:ln w="38100">
            <a:solidFill>
              <a:srgbClr val="000000"/>
            </a:solidFill>
          </a:ln>
        </p:spPr>
        <p:txBody>
          <a:bodyPr wrap="square" lIns="0" tIns="0" rIns="0" bIns="0" rtlCol="0"/>
          <a:lstStyle/>
          <a:p>
            <a:endParaRPr/>
          </a:p>
        </p:txBody>
      </p:sp>
      <p:sp>
        <p:nvSpPr>
          <p:cNvPr id="11" name="object 9">
            <a:extLst>
              <a:ext uri="{FF2B5EF4-FFF2-40B4-BE49-F238E27FC236}">
                <a16:creationId xmlns:a16="http://schemas.microsoft.com/office/drawing/2014/main" id="{272F9F72-EABA-2483-7B31-AD571CB45298}"/>
              </a:ext>
            </a:extLst>
          </p:cNvPr>
          <p:cNvSpPr/>
          <p:nvPr/>
        </p:nvSpPr>
        <p:spPr>
          <a:xfrm>
            <a:off x="5730747" y="2823293"/>
            <a:ext cx="720851" cy="720851"/>
          </a:xfrm>
          <a:prstGeom prst="rect">
            <a:avLst/>
          </a:prstGeom>
          <a:blipFill>
            <a:blip r:embed="rId4" cstate="print"/>
            <a:stretch>
              <a:fillRect/>
            </a:stretch>
          </a:blipFill>
        </p:spPr>
        <p:txBody>
          <a:bodyPr wrap="square" lIns="0" tIns="0" rIns="0" bIns="0" rtlCol="0"/>
          <a:lstStyle/>
          <a:p>
            <a:endParaRPr/>
          </a:p>
        </p:txBody>
      </p:sp>
      <p:sp>
        <p:nvSpPr>
          <p:cNvPr id="12" name="object 10">
            <a:extLst>
              <a:ext uri="{FF2B5EF4-FFF2-40B4-BE49-F238E27FC236}">
                <a16:creationId xmlns:a16="http://schemas.microsoft.com/office/drawing/2014/main" id="{C190B26F-F012-E4BB-79FF-2E898049A7BF}"/>
              </a:ext>
            </a:extLst>
          </p:cNvPr>
          <p:cNvSpPr/>
          <p:nvPr/>
        </p:nvSpPr>
        <p:spPr>
          <a:xfrm>
            <a:off x="5711697" y="2804243"/>
            <a:ext cx="759460" cy="759460"/>
          </a:xfrm>
          <a:custGeom>
            <a:avLst/>
            <a:gdLst/>
            <a:ahLst/>
            <a:cxnLst/>
            <a:rect l="l" t="t" r="r" b="b"/>
            <a:pathLst>
              <a:path w="759460" h="759460">
                <a:moveTo>
                  <a:pt x="0" y="758951"/>
                </a:moveTo>
                <a:lnTo>
                  <a:pt x="758951" y="758951"/>
                </a:lnTo>
                <a:lnTo>
                  <a:pt x="758951" y="0"/>
                </a:lnTo>
                <a:lnTo>
                  <a:pt x="0" y="0"/>
                </a:lnTo>
                <a:lnTo>
                  <a:pt x="0" y="758951"/>
                </a:lnTo>
                <a:close/>
              </a:path>
            </a:pathLst>
          </a:custGeom>
          <a:ln w="38100">
            <a:solidFill>
              <a:srgbClr val="000000"/>
            </a:solidFill>
          </a:ln>
        </p:spPr>
        <p:txBody>
          <a:bodyPr wrap="square" lIns="0" tIns="0" rIns="0" bIns="0" rtlCol="0"/>
          <a:lstStyle/>
          <a:p>
            <a:endParaRPr/>
          </a:p>
        </p:txBody>
      </p:sp>
      <p:sp>
        <p:nvSpPr>
          <p:cNvPr id="13" name="object 11">
            <a:extLst>
              <a:ext uri="{FF2B5EF4-FFF2-40B4-BE49-F238E27FC236}">
                <a16:creationId xmlns:a16="http://schemas.microsoft.com/office/drawing/2014/main" id="{697070BA-3E77-E861-0F3C-46E723E5F299}"/>
              </a:ext>
            </a:extLst>
          </p:cNvPr>
          <p:cNvSpPr/>
          <p:nvPr/>
        </p:nvSpPr>
        <p:spPr>
          <a:xfrm>
            <a:off x="7364231" y="2823293"/>
            <a:ext cx="711952" cy="720851"/>
          </a:xfrm>
          <a:prstGeom prst="rect">
            <a:avLst/>
          </a:prstGeom>
          <a:blipFill>
            <a:blip r:embed="rId5" cstate="print"/>
            <a:stretch>
              <a:fillRect/>
            </a:stretch>
          </a:blipFill>
        </p:spPr>
        <p:txBody>
          <a:bodyPr wrap="square" lIns="0" tIns="0" rIns="0" bIns="0" rtlCol="0"/>
          <a:lstStyle/>
          <a:p>
            <a:endParaRPr/>
          </a:p>
        </p:txBody>
      </p:sp>
      <p:sp>
        <p:nvSpPr>
          <p:cNvPr id="14" name="object 12">
            <a:extLst>
              <a:ext uri="{FF2B5EF4-FFF2-40B4-BE49-F238E27FC236}">
                <a16:creationId xmlns:a16="http://schemas.microsoft.com/office/drawing/2014/main" id="{7BCB3928-1B5E-CAFD-915F-A91D8CA5236A}"/>
              </a:ext>
            </a:extLst>
          </p:cNvPr>
          <p:cNvSpPr/>
          <p:nvPr/>
        </p:nvSpPr>
        <p:spPr>
          <a:xfrm>
            <a:off x="7336282" y="2804243"/>
            <a:ext cx="759460" cy="759460"/>
          </a:xfrm>
          <a:custGeom>
            <a:avLst/>
            <a:gdLst/>
            <a:ahLst/>
            <a:cxnLst/>
            <a:rect l="l" t="t" r="r" b="b"/>
            <a:pathLst>
              <a:path w="759459" h="759460">
                <a:moveTo>
                  <a:pt x="0" y="758951"/>
                </a:moveTo>
                <a:lnTo>
                  <a:pt x="758952" y="758951"/>
                </a:lnTo>
                <a:lnTo>
                  <a:pt x="758952" y="0"/>
                </a:lnTo>
                <a:lnTo>
                  <a:pt x="0" y="0"/>
                </a:lnTo>
                <a:lnTo>
                  <a:pt x="0" y="758951"/>
                </a:lnTo>
                <a:close/>
              </a:path>
            </a:pathLst>
          </a:custGeom>
          <a:ln w="38100">
            <a:solidFill>
              <a:srgbClr val="000000"/>
            </a:solidFill>
          </a:ln>
        </p:spPr>
        <p:txBody>
          <a:bodyPr wrap="square" lIns="0" tIns="0" rIns="0" bIns="0" rtlCol="0"/>
          <a:lstStyle/>
          <a:p>
            <a:endParaRPr/>
          </a:p>
        </p:txBody>
      </p:sp>
      <p:sp>
        <p:nvSpPr>
          <p:cNvPr id="15" name="object 13">
            <a:extLst>
              <a:ext uri="{FF2B5EF4-FFF2-40B4-BE49-F238E27FC236}">
                <a16:creationId xmlns:a16="http://schemas.microsoft.com/office/drawing/2014/main" id="{E249B163-CFE0-A810-0FCB-77D02B817605}"/>
              </a:ext>
            </a:extLst>
          </p:cNvPr>
          <p:cNvSpPr/>
          <p:nvPr/>
        </p:nvSpPr>
        <p:spPr>
          <a:xfrm>
            <a:off x="2480055" y="4178130"/>
            <a:ext cx="720851" cy="719328"/>
          </a:xfrm>
          <a:prstGeom prst="rect">
            <a:avLst/>
          </a:prstGeom>
          <a:blipFill>
            <a:blip r:embed="rId6"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7E191F5B-0291-B04C-7DE8-502C93D5E2F3}"/>
              </a:ext>
            </a:extLst>
          </p:cNvPr>
          <p:cNvSpPr/>
          <p:nvPr/>
        </p:nvSpPr>
        <p:spPr>
          <a:xfrm>
            <a:off x="2461005" y="4159080"/>
            <a:ext cx="759460" cy="757555"/>
          </a:xfrm>
          <a:custGeom>
            <a:avLst/>
            <a:gdLst/>
            <a:ahLst/>
            <a:cxnLst/>
            <a:rect l="l" t="t" r="r" b="b"/>
            <a:pathLst>
              <a:path w="759460" h="757554">
                <a:moveTo>
                  <a:pt x="0" y="757428"/>
                </a:moveTo>
                <a:lnTo>
                  <a:pt x="758951" y="757428"/>
                </a:lnTo>
                <a:lnTo>
                  <a:pt x="758951" y="0"/>
                </a:lnTo>
                <a:lnTo>
                  <a:pt x="0" y="0"/>
                </a:lnTo>
                <a:lnTo>
                  <a:pt x="0" y="757428"/>
                </a:lnTo>
                <a:close/>
              </a:path>
            </a:pathLst>
          </a:custGeom>
          <a:ln w="38100">
            <a:solidFill>
              <a:srgbClr val="000000"/>
            </a:solidFill>
          </a:ln>
        </p:spPr>
        <p:txBody>
          <a:bodyPr wrap="square" lIns="0" tIns="0" rIns="0" bIns="0" rtlCol="0"/>
          <a:lstStyle/>
          <a:p>
            <a:endParaRPr/>
          </a:p>
        </p:txBody>
      </p:sp>
      <p:sp>
        <p:nvSpPr>
          <p:cNvPr id="17" name="object 15">
            <a:extLst>
              <a:ext uri="{FF2B5EF4-FFF2-40B4-BE49-F238E27FC236}">
                <a16:creationId xmlns:a16="http://schemas.microsoft.com/office/drawing/2014/main" id="{A8A2BEDD-83BD-580A-BF79-59417ADECAD4}"/>
              </a:ext>
            </a:extLst>
          </p:cNvPr>
          <p:cNvSpPr/>
          <p:nvPr/>
        </p:nvSpPr>
        <p:spPr>
          <a:xfrm>
            <a:off x="4106164" y="4178130"/>
            <a:ext cx="719327" cy="719328"/>
          </a:xfrm>
          <a:prstGeom prst="rect">
            <a:avLst/>
          </a:prstGeom>
          <a:blipFill>
            <a:blip r:embed="rId7" cstate="print"/>
            <a:stretch>
              <a:fillRect/>
            </a:stretch>
          </a:blipFill>
        </p:spPr>
        <p:txBody>
          <a:bodyPr wrap="square" lIns="0" tIns="0" rIns="0" bIns="0" rtlCol="0"/>
          <a:lstStyle/>
          <a:p>
            <a:endParaRPr/>
          </a:p>
        </p:txBody>
      </p:sp>
      <p:sp>
        <p:nvSpPr>
          <p:cNvPr id="18" name="object 16">
            <a:extLst>
              <a:ext uri="{FF2B5EF4-FFF2-40B4-BE49-F238E27FC236}">
                <a16:creationId xmlns:a16="http://schemas.microsoft.com/office/drawing/2014/main" id="{A67D7A33-8A9B-82FC-BA38-507EE76B684C}"/>
              </a:ext>
            </a:extLst>
          </p:cNvPr>
          <p:cNvSpPr/>
          <p:nvPr/>
        </p:nvSpPr>
        <p:spPr>
          <a:xfrm>
            <a:off x="4087114" y="4159080"/>
            <a:ext cx="757555" cy="757555"/>
          </a:xfrm>
          <a:custGeom>
            <a:avLst/>
            <a:gdLst/>
            <a:ahLst/>
            <a:cxnLst/>
            <a:rect l="l" t="t" r="r" b="b"/>
            <a:pathLst>
              <a:path w="757554" h="757554">
                <a:moveTo>
                  <a:pt x="0" y="757428"/>
                </a:moveTo>
                <a:lnTo>
                  <a:pt x="757427" y="757428"/>
                </a:lnTo>
                <a:lnTo>
                  <a:pt x="757427" y="0"/>
                </a:lnTo>
                <a:lnTo>
                  <a:pt x="0" y="0"/>
                </a:lnTo>
                <a:lnTo>
                  <a:pt x="0" y="757428"/>
                </a:lnTo>
                <a:close/>
              </a:path>
            </a:pathLst>
          </a:custGeom>
          <a:ln w="38100">
            <a:solidFill>
              <a:srgbClr val="000000"/>
            </a:solidFill>
          </a:ln>
        </p:spPr>
        <p:txBody>
          <a:bodyPr wrap="square" lIns="0" tIns="0" rIns="0" bIns="0" rtlCol="0"/>
          <a:lstStyle/>
          <a:p>
            <a:endParaRPr/>
          </a:p>
        </p:txBody>
      </p:sp>
      <p:sp>
        <p:nvSpPr>
          <p:cNvPr id="19" name="object 17">
            <a:extLst>
              <a:ext uri="{FF2B5EF4-FFF2-40B4-BE49-F238E27FC236}">
                <a16:creationId xmlns:a16="http://schemas.microsoft.com/office/drawing/2014/main" id="{441B82A1-ECEB-DC46-30D2-7D6B076F9A87}"/>
              </a:ext>
            </a:extLst>
          </p:cNvPr>
          <p:cNvSpPr/>
          <p:nvPr/>
        </p:nvSpPr>
        <p:spPr>
          <a:xfrm>
            <a:off x="5732271" y="4178130"/>
            <a:ext cx="719327" cy="719328"/>
          </a:xfrm>
          <a:prstGeom prst="rect">
            <a:avLst/>
          </a:prstGeom>
          <a:blipFill>
            <a:blip r:embed="rId8" cstate="print"/>
            <a:stretch>
              <a:fillRect/>
            </a:stretch>
          </a:blipFill>
        </p:spPr>
        <p:txBody>
          <a:bodyPr wrap="square" lIns="0" tIns="0" rIns="0" bIns="0" rtlCol="0"/>
          <a:lstStyle/>
          <a:p>
            <a:endParaRPr/>
          </a:p>
        </p:txBody>
      </p:sp>
      <p:sp>
        <p:nvSpPr>
          <p:cNvPr id="20" name="object 18">
            <a:extLst>
              <a:ext uri="{FF2B5EF4-FFF2-40B4-BE49-F238E27FC236}">
                <a16:creationId xmlns:a16="http://schemas.microsoft.com/office/drawing/2014/main" id="{2EE49136-F6E9-4D66-9E40-863251350B17}"/>
              </a:ext>
            </a:extLst>
          </p:cNvPr>
          <p:cNvSpPr/>
          <p:nvPr/>
        </p:nvSpPr>
        <p:spPr>
          <a:xfrm>
            <a:off x="5713221" y="4159080"/>
            <a:ext cx="757555" cy="757555"/>
          </a:xfrm>
          <a:custGeom>
            <a:avLst/>
            <a:gdLst/>
            <a:ahLst/>
            <a:cxnLst/>
            <a:rect l="l" t="t" r="r" b="b"/>
            <a:pathLst>
              <a:path w="757554" h="757554">
                <a:moveTo>
                  <a:pt x="0" y="757428"/>
                </a:moveTo>
                <a:lnTo>
                  <a:pt x="757427" y="757428"/>
                </a:lnTo>
                <a:lnTo>
                  <a:pt x="757427" y="0"/>
                </a:lnTo>
                <a:lnTo>
                  <a:pt x="0" y="0"/>
                </a:lnTo>
                <a:lnTo>
                  <a:pt x="0" y="757428"/>
                </a:lnTo>
                <a:close/>
              </a:path>
            </a:pathLst>
          </a:custGeom>
          <a:ln w="38100">
            <a:solidFill>
              <a:srgbClr val="000000"/>
            </a:solidFill>
          </a:ln>
        </p:spPr>
        <p:txBody>
          <a:bodyPr wrap="square" lIns="0" tIns="0" rIns="0" bIns="0" rtlCol="0"/>
          <a:lstStyle/>
          <a:p>
            <a:endParaRPr/>
          </a:p>
        </p:txBody>
      </p:sp>
      <p:sp>
        <p:nvSpPr>
          <p:cNvPr id="21" name="object 19">
            <a:extLst>
              <a:ext uri="{FF2B5EF4-FFF2-40B4-BE49-F238E27FC236}">
                <a16:creationId xmlns:a16="http://schemas.microsoft.com/office/drawing/2014/main" id="{677F9705-1D22-D178-C414-B1602F8FFF5B}"/>
              </a:ext>
            </a:extLst>
          </p:cNvPr>
          <p:cNvSpPr/>
          <p:nvPr/>
        </p:nvSpPr>
        <p:spPr>
          <a:xfrm>
            <a:off x="7358379" y="4178130"/>
            <a:ext cx="719327" cy="719328"/>
          </a:xfrm>
          <a:prstGeom prst="rect">
            <a:avLst/>
          </a:prstGeom>
          <a:blipFill>
            <a:blip r:embed="rId9" cstate="print"/>
            <a:stretch>
              <a:fillRect/>
            </a:stretch>
          </a:blipFill>
        </p:spPr>
        <p:txBody>
          <a:bodyPr wrap="square" lIns="0" tIns="0" rIns="0" bIns="0" rtlCol="0"/>
          <a:lstStyle/>
          <a:p>
            <a:endParaRPr/>
          </a:p>
        </p:txBody>
      </p:sp>
      <p:sp>
        <p:nvSpPr>
          <p:cNvPr id="22" name="object 20">
            <a:extLst>
              <a:ext uri="{FF2B5EF4-FFF2-40B4-BE49-F238E27FC236}">
                <a16:creationId xmlns:a16="http://schemas.microsoft.com/office/drawing/2014/main" id="{5B4366CD-015F-34B4-6DB1-78F453A85643}"/>
              </a:ext>
            </a:extLst>
          </p:cNvPr>
          <p:cNvSpPr/>
          <p:nvPr/>
        </p:nvSpPr>
        <p:spPr>
          <a:xfrm>
            <a:off x="7339329" y="4159080"/>
            <a:ext cx="757555" cy="757555"/>
          </a:xfrm>
          <a:custGeom>
            <a:avLst/>
            <a:gdLst/>
            <a:ahLst/>
            <a:cxnLst/>
            <a:rect l="l" t="t" r="r" b="b"/>
            <a:pathLst>
              <a:path w="757554" h="757554">
                <a:moveTo>
                  <a:pt x="0" y="757428"/>
                </a:moveTo>
                <a:lnTo>
                  <a:pt x="757427" y="757428"/>
                </a:lnTo>
                <a:lnTo>
                  <a:pt x="757427" y="0"/>
                </a:lnTo>
                <a:lnTo>
                  <a:pt x="0" y="0"/>
                </a:lnTo>
                <a:lnTo>
                  <a:pt x="0" y="757428"/>
                </a:lnTo>
                <a:close/>
              </a:path>
            </a:pathLst>
          </a:custGeom>
          <a:ln w="38100">
            <a:solidFill>
              <a:srgbClr val="000000"/>
            </a:solidFill>
          </a:ln>
        </p:spPr>
        <p:txBody>
          <a:bodyPr wrap="square" lIns="0" tIns="0" rIns="0" bIns="0" rtlCol="0"/>
          <a:lstStyle/>
          <a:p>
            <a:endParaRPr/>
          </a:p>
        </p:txBody>
      </p:sp>
      <p:sp>
        <p:nvSpPr>
          <p:cNvPr id="23" name="object 21">
            <a:extLst>
              <a:ext uri="{FF2B5EF4-FFF2-40B4-BE49-F238E27FC236}">
                <a16:creationId xmlns:a16="http://schemas.microsoft.com/office/drawing/2014/main" id="{BD2D025C-C009-3583-454D-367BCD5868E3}"/>
              </a:ext>
            </a:extLst>
          </p:cNvPr>
          <p:cNvSpPr txBox="1"/>
          <p:nvPr/>
        </p:nvSpPr>
        <p:spPr>
          <a:xfrm>
            <a:off x="3277235" y="2993804"/>
            <a:ext cx="50292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“5”</a:t>
            </a:r>
            <a:endParaRPr sz="2800">
              <a:latin typeface="Calibri"/>
              <a:cs typeface="Calibri"/>
            </a:endParaRPr>
          </a:p>
        </p:txBody>
      </p:sp>
      <p:sp>
        <p:nvSpPr>
          <p:cNvPr id="24" name="object 22">
            <a:extLst>
              <a:ext uri="{FF2B5EF4-FFF2-40B4-BE49-F238E27FC236}">
                <a16:creationId xmlns:a16="http://schemas.microsoft.com/office/drawing/2014/main" id="{1E3C746C-FAB2-9485-762A-7F39D1AD0F42}"/>
              </a:ext>
            </a:extLst>
          </p:cNvPr>
          <p:cNvSpPr txBox="1"/>
          <p:nvPr/>
        </p:nvSpPr>
        <p:spPr>
          <a:xfrm>
            <a:off x="4903596" y="2982247"/>
            <a:ext cx="50292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“0”</a:t>
            </a:r>
            <a:endParaRPr sz="2800">
              <a:latin typeface="Calibri"/>
              <a:cs typeface="Calibri"/>
            </a:endParaRPr>
          </a:p>
        </p:txBody>
      </p:sp>
      <p:sp>
        <p:nvSpPr>
          <p:cNvPr id="25" name="object 23">
            <a:extLst>
              <a:ext uri="{FF2B5EF4-FFF2-40B4-BE49-F238E27FC236}">
                <a16:creationId xmlns:a16="http://schemas.microsoft.com/office/drawing/2014/main" id="{A9DBDBC9-7C12-F4D1-18BD-52452533EC6E}"/>
              </a:ext>
            </a:extLst>
          </p:cNvPr>
          <p:cNvSpPr txBox="1"/>
          <p:nvPr/>
        </p:nvSpPr>
        <p:spPr>
          <a:xfrm>
            <a:off x="6554089" y="2982247"/>
            <a:ext cx="50419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“4”</a:t>
            </a:r>
            <a:endParaRPr sz="2800">
              <a:latin typeface="Calibri"/>
              <a:cs typeface="Calibri"/>
            </a:endParaRPr>
          </a:p>
        </p:txBody>
      </p:sp>
      <p:sp>
        <p:nvSpPr>
          <p:cNvPr id="26" name="object 24">
            <a:extLst>
              <a:ext uri="{FF2B5EF4-FFF2-40B4-BE49-F238E27FC236}">
                <a16:creationId xmlns:a16="http://schemas.microsoft.com/office/drawing/2014/main" id="{23F93AE1-CA68-682A-FA60-176FEDDEF4B3}"/>
              </a:ext>
            </a:extLst>
          </p:cNvPr>
          <p:cNvSpPr txBox="1"/>
          <p:nvPr/>
        </p:nvSpPr>
        <p:spPr>
          <a:xfrm>
            <a:off x="8171688" y="2980011"/>
            <a:ext cx="502284"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“1”</a:t>
            </a:r>
            <a:endParaRPr sz="2800">
              <a:latin typeface="Calibri"/>
              <a:cs typeface="Calibri"/>
            </a:endParaRPr>
          </a:p>
        </p:txBody>
      </p:sp>
      <p:sp>
        <p:nvSpPr>
          <p:cNvPr id="27" name="object 25">
            <a:extLst>
              <a:ext uri="{FF2B5EF4-FFF2-40B4-BE49-F238E27FC236}">
                <a16:creationId xmlns:a16="http://schemas.microsoft.com/office/drawing/2014/main" id="{5785D37A-2D0C-475F-7ADA-AE62B985CC41}"/>
              </a:ext>
            </a:extLst>
          </p:cNvPr>
          <p:cNvSpPr txBox="1"/>
          <p:nvPr/>
        </p:nvSpPr>
        <p:spPr>
          <a:xfrm>
            <a:off x="8173846" y="4343433"/>
            <a:ext cx="502920"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“3”</a:t>
            </a:r>
            <a:endParaRPr sz="2800">
              <a:latin typeface="Calibri"/>
              <a:cs typeface="Calibri"/>
            </a:endParaRPr>
          </a:p>
        </p:txBody>
      </p:sp>
      <p:sp>
        <p:nvSpPr>
          <p:cNvPr id="28" name="object 26">
            <a:extLst>
              <a:ext uri="{FF2B5EF4-FFF2-40B4-BE49-F238E27FC236}">
                <a16:creationId xmlns:a16="http://schemas.microsoft.com/office/drawing/2014/main" id="{F10C7078-8429-AD67-4F45-3E61D28BC5A4}"/>
              </a:ext>
            </a:extLst>
          </p:cNvPr>
          <p:cNvSpPr txBox="1"/>
          <p:nvPr/>
        </p:nvSpPr>
        <p:spPr>
          <a:xfrm>
            <a:off x="4905502" y="4348944"/>
            <a:ext cx="50355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“2”</a:t>
            </a:r>
            <a:endParaRPr sz="2800">
              <a:latin typeface="Calibri"/>
              <a:cs typeface="Calibri"/>
            </a:endParaRPr>
          </a:p>
        </p:txBody>
      </p:sp>
      <p:sp>
        <p:nvSpPr>
          <p:cNvPr id="29" name="object 27">
            <a:extLst>
              <a:ext uri="{FF2B5EF4-FFF2-40B4-BE49-F238E27FC236}">
                <a16:creationId xmlns:a16="http://schemas.microsoft.com/office/drawing/2014/main" id="{E8C4B173-AF25-4A45-586A-F19AD679C4B6}"/>
              </a:ext>
            </a:extLst>
          </p:cNvPr>
          <p:cNvSpPr txBox="1"/>
          <p:nvPr/>
        </p:nvSpPr>
        <p:spPr>
          <a:xfrm>
            <a:off x="3279394" y="4370281"/>
            <a:ext cx="3779520" cy="452120"/>
          </a:xfrm>
          <a:prstGeom prst="rect">
            <a:avLst/>
          </a:prstGeom>
        </p:spPr>
        <p:txBody>
          <a:bodyPr vert="horz" wrap="square" lIns="0" tIns="12065" rIns="0" bIns="0" rtlCol="0">
            <a:spAutoFit/>
          </a:bodyPr>
          <a:lstStyle/>
          <a:p>
            <a:pPr marL="12700">
              <a:lnSpc>
                <a:spcPct val="100000"/>
              </a:lnSpc>
              <a:spcBef>
                <a:spcPts val="95"/>
              </a:spcBef>
              <a:tabLst>
                <a:tab pos="3289300" algn="l"/>
              </a:tabLst>
            </a:pPr>
            <a:r>
              <a:rPr sz="2800" spc="-10" dirty="0">
                <a:latin typeface="Calibri"/>
                <a:cs typeface="Calibri"/>
              </a:rPr>
              <a:t>“9</a:t>
            </a:r>
            <a:r>
              <a:rPr sz="2800" spc="-5" dirty="0">
                <a:latin typeface="Calibri"/>
                <a:cs typeface="Calibri"/>
              </a:rPr>
              <a:t>”</a:t>
            </a:r>
            <a:r>
              <a:rPr sz="2800" dirty="0">
                <a:latin typeface="Calibri"/>
                <a:cs typeface="Calibri"/>
              </a:rPr>
              <a:t>	</a:t>
            </a:r>
            <a:r>
              <a:rPr sz="2800" spc="-10" dirty="0">
                <a:latin typeface="Calibri"/>
                <a:cs typeface="Calibri"/>
              </a:rPr>
              <a:t>“1”</a:t>
            </a:r>
            <a:endParaRPr sz="2800">
              <a:latin typeface="Calibri"/>
              <a:cs typeface="Calibri"/>
            </a:endParaRPr>
          </a:p>
        </p:txBody>
      </p:sp>
      <p:grpSp>
        <p:nvGrpSpPr>
          <p:cNvPr id="30" name="组合 29">
            <a:extLst>
              <a:ext uri="{FF2B5EF4-FFF2-40B4-BE49-F238E27FC236}">
                <a16:creationId xmlns:a16="http://schemas.microsoft.com/office/drawing/2014/main" id="{67F3F3B7-A5C4-9F5A-9172-5ED6E672E7CF}"/>
              </a:ext>
            </a:extLst>
          </p:cNvPr>
          <p:cNvGrpSpPr/>
          <p:nvPr/>
        </p:nvGrpSpPr>
        <p:grpSpPr>
          <a:xfrm>
            <a:off x="0" y="67733"/>
            <a:ext cx="4587812" cy="1058822"/>
            <a:chOff x="0" y="260648"/>
            <a:chExt cx="4587812" cy="1058822"/>
          </a:xfrm>
        </p:grpSpPr>
        <p:sp>
          <p:nvSpPr>
            <p:cNvPr id="31" name="矩形 30">
              <a:extLst>
                <a:ext uri="{FF2B5EF4-FFF2-40B4-BE49-F238E27FC236}">
                  <a16:creationId xmlns:a16="http://schemas.microsoft.com/office/drawing/2014/main" id="{44AAE81D-B81A-D323-871C-FFBCB63C011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2" name="组合 31">
              <a:extLst>
                <a:ext uri="{FF2B5EF4-FFF2-40B4-BE49-F238E27FC236}">
                  <a16:creationId xmlns:a16="http://schemas.microsoft.com/office/drawing/2014/main" id="{E79003FF-6548-6126-B9A5-B6F0C4CD6F66}"/>
                </a:ext>
              </a:extLst>
            </p:cNvPr>
            <p:cNvGrpSpPr/>
            <p:nvPr/>
          </p:nvGrpSpPr>
          <p:grpSpPr>
            <a:xfrm>
              <a:off x="695400" y="260648"/>
              <a:ext cx="3892412" cy="1058822"/>
              <a:chOff x="623392" y="310880"/>
              <a:chExt cx="3892412" cy="1058822"/>
            </a:xfrm>
          </p:grpSpPr>
          <p:sp>
            <p:nvSpPr>
              <p:cNvPr id="33" name="文本框 32">
                <a:extLst>
                  <a:ext uri="{FF2B5EF4-FFF2-40B4-BE49-F238E27FC236}">
                    <a16:creationId xmlns:a16="http://schemas.microsoft.com/office/drawing/2014/main" id="{7217672F-7734-D4DD-7557-829F9B57FE5A}"/>
                  </a:ext>
                </a:extLst>
              </p:cNvPr>
              <p:cNvSpPr txBox="1"/>
              <p:nvPr/>
            </p:nvSpPr>
            <p:spPr>
              <a:xfrm>
                <a:off x="623392" y="310880"/>
                <a:ext cx="3892412"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神经网络的训练数据</a:t>
                </a:r>
              </a:p>
            </p:txBody>
          </p:sp>
          <p:cxnSp>
            <p:nvCxnSpPr>
              <p:cNvPr id="34" name="直接连接符 33">
                <a:extLst>
                  <a:ext uri="{FF2B5EF4-FFF2-40B4-BE49-F238E27FC236}">
                    <a16:creationId xmlns:a16="http://schemas.microsoft.com/office/drawing/2014/main" id="{6AECC2E8-59CA-9170-4759-750CA9A7A223}"/>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5" name="文本框 34">
                <a:extLst>
                  <a:ext uri="{FF2B5EF4-FFF2-40B4-BE49-F238E27FC236}">
                    <a16:creationId xmlns:a16="http://schemas.microsoft.com/office/drawing/2014/main" id="{4F53F402-26EC-5310-372A-2DB8D7064FC9}"/>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6256674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A2B0D4CD-9452-042B-4A96-E6DDB50053AE}"/>
              </a:ext>
            </a:extLst>
          </p:cNvPr>
          <p:cNvSpPr/>
          <p:nvPr/>
        </p:nvSpPr>
        <p:spPr>
          <a:xfrm>
            <a:off x="7152992" y="1706019"/>
            <a:ext cx="688975" cy="2641600"/>
          </a:xfrm>
          <a:custGeom>
            <a:avLst/>
            <a:gdLst/>
            <a:ahLst/>
            <a:cxnLst/>
            <a:rect l="l" t="t" r="r" b="b"/>
            <a:pathLst>
              <a:path w="688975" h="2641600">
                <a:moveTo>
                  <a:pt x="0" y="2641092"/>
                </a:moveTo>
                <a:lnTo>
                  <a:pt x="688847" y="2641092"/>
                </a:lnTo>
                <a:lnTo>
                  <a:pt x="688847" y="0"/>
                </a:lnTo>
                <a:lnTo>
                  <a:pt x="0" y="0"/>
                </a:lnTo>
                <a:lnTo>
                  <a:pt x="0" y="2641092"/>
                </a:lnTo>
                <a:close/>
              </a:path>
            </a:pathLst>
          </a:custGeom>
          <a:solidFill>
            <a:srgbClr val="D9D9D9"/>
          </a:solidFill>
        </p:spPr>
        <p:txBody>
          <a:bodyPr wrap="square" lIns="0" tIns="0" rIns="0" bIns="0" rtlCol="0"/>
          <a:lstStyle/>
          <a:p>
            <a:endParaRPr/>
          </a:p>
        </p:txBody>
      </p:sp>
      <p:sp>
        <p:nvSpPr>
          <p:cNvPr id="6" name="object 4">
            <a:extLst>
              <a:ext uri="{FF2B5EF4-FFF2-40B4-BE49-F238E27FC236}">
                <a16:creationId xmlns:a16="http://schemas.microsoft.com/office/drawing/2014/main" id="{9F117514-A04B-54E6-8BAD-3A28A4AB3A12}"/>
              </a:ext>
            </a:extLst>
          </p:cNvPr>
          <p:cNvSpPr/>
          <p:nvPr/>
        </p:nvSpPr>
        <p:spPr>
          <a:xfrm>
            <a:off x="1482188" y="2041298"/>
            <a:ext cx="2130552" cy="2115311"/>
          </a:xfrm>
          <a:prstGeom prst="rect">
            <a:avLst/>
          </a:prstGeom>
          <a:blipFill>
            <a:blip r:embed="rId2" cstate="print"/>
            <a:stretch>
              <a:fillRect/>
            </a:stretch>
          </a:blipFill>
        </p:spPr>
        <p:txBody>
          <a:bodyPr wrap="square" lIns="0" tIns="0" rIns="0" bIns="0" rtlCol="0"/>
          <a:lstStyle/>
          <a:p>
            <a:endParaRPr/>
          </a:p>
        </p:txBody>
      </p:sp>
      <p:sp>
        <p:nvSpPr>
          <p:cNvPr id="7" name="object 5">
            <a:extLst>
              <a:ext uri="{FF2B5EF4-FFF2-40B4-BE49-F238E27FC236}">
                <a16:creationId xmlns:a16="http://schemas.microsoft.com/office/drawing/2014/main" id="{12A21D00-B394-C3FD-A584-4B4B461D56CC}"/>
              </a:ext>
            </a:extLst>
          </p:cNvPr>
          <p:cNvSpPr/>
          <p:nvPr/>
        </p:nvSpPr>
        <p:spPr>
          <a:xfrm>
            <a:off x="5190080" y="1710591"/>
            <a:ext cx="746760" cy="2674620"/>
          </a:xfrm>
          <a:custGeom>
            <a:avLst/>
            <a:gdLst/>
            <a:ahLst/>
            <a:cxnLst/>
            <a:rect l="l" t="t" r="r" b="b"/>
            <a:pathLst>
              <a:path w="746760" h="2674620">
                <a:moveTo>
                  <a:pt x="0" y="2674620"/>
                </a:moveTo>
                <a:lnTo>
                  <a:pt x="746760" y="2674620"/>
                </a:lnTo>
                <a:lnTo>
                  <a:pt x="746760" y="0"/>
                </a:lnTo>
                <a:lnTo>
                  <a:pt x="0" y="0"/>
                </a:lnTo>
                <a:lnTo>
                  <a:pt x="0" y="2674620"/>
                </a:lnTo>
                <a:close/>
              </a:path>
            </a:pathLst>
          </a:custGeom>
          <a:solidFill>
            <a:srgbClr val="D9D9D9"/>
          </a:solidFill>
        </p:spPr>
        <p:txBody>
          <a:bodyPr wrap="square" lIns="0" tIns="0" rIns="0" bIns="0" rtlCol="0"/>
          <a:lstStyle/>
          <a:p>
            <a:endParaRPr/>
          </a:p>
        </p:txBody>
      </p:sp>
      <p:sp>
        <p:nvSpPr>
          <p:cNvPr id="8" name="object 6">
            <a:extLst>
              <a:ext uri="{FF2B5EF4-FFF2-40B4-BE49-F238E27FC236}">
                <a16:creationId xmlns:a16="http://schemas.microsoft.com/office/drawing/2014/main" id="{CE381794-5629-0A1A-B2A6-489CC479DA72}"/>
              </a:ext>
            </a:extLst>
          </p:cNvPr>
          <p:cNvSpPr/>
          <p:nvPr/>
        </p:nvSpPr>
        <p:spPr>
          <a:xfrm>
            <a:off x="4007457" y="1738023"/>
            <a:ext cx="498475" cy="2624455"/>
          </a:xfrm>
          <a:custGeom>
            <a:avLst/>
            <a:gdLst/>
            <a:ahLst/>
            <a:cxnLst/>
            <a:rect l="l" t="t" r="r" b="b"/>
            <a:pathLst>
              <a:path w="498475" h="2624454">
                <a:moveTo>
                  <a:pt x="0" y="2624328"/>
                </a:moveTo>
                <a:lnTo>
                  <a:pt x="498348" y="2624328"/>
                </a:lnTo>
                <a:lnTo>
                  <a:pt x="498348" y="0"/>
                </a:lnTo>
                <a:lnTo>
                  <a:pt x="0" y="0"/>
                </a:lnTo>
                <a:lnTo>
                  <a:pt x="0" y="2624328"/>
                </a:lnTo>
                <a:close/>
              </a:path>
            </a:pathLst>
          </a:custGeom>
          <a:solidFill>
            <a:srgbClr val="D9D9D9"/>
          </a:solidFill>
        </p:spPr>
        <p:txBody>
          <a:bodyPr wrap="square" lIns="0" tIns="0" rIns="0" bIns="0" rtlCol="0"/>
          <a:lstStyle/>
          <a:p>
            <a:endParaRPr/>
          </a:p>
        </p:txBody>
      </p:sp>
      <p:sp>
        <p:nvSpPr>
          <p:cNvPr id="9" name="object 7">
            <a:extLst>
              <a:ext uri="{FF2B5EF4-FFF2-40B4-BE49-F238E27FC236}">
                <a16:creationId xmlns:a16="http://schemas.microsoft.com/office/drawing/2014/main" id="{EF8A0008-7CAB-CB67-B714-229BE3642235}"/>
              </a:ext>
            </a:extLst>
          </p:cNvPr>
          <p:cNvSpPr/>
          <p:nvPr/>
        </p:nvSpPr>
        <p:spPr>
          <a:xfrm>
            <a:off x="4076036" y="2455826"/>
            <a:ext cx="342900" cy="342900"/>
          </a:xfrm>
          <a:prstGeom prst="rect">
            <a:avLst/>
          </a:prstGeom>
          <a:blipFill>
            <a:blip r:embed="rId3" cstate="print"/>
            <a:stretch>
              <a:fillRect/>
            </a:stretch>
          </a:blipFill>
        </p:spPr>
        <p:txBody>
          <a:bodyPr wrap="square" lIns="0" tIns="0" rIns="0" bIns="0" rtlCol="0"/>
          <a:lstStyle/>
          <a:p>
            <a:endParaRPr/>
          </a:p>
        </p:txBody>
      </p:sp>
      <p:sp>
        <p:nvSpPr>
          <p:cNvPr id="10" name="object 8">
            <a:extLst>
              <a:ext uri="{FF2B5EF4-FFF2-40B4-BE49-F238E27FC236}">
                <a16:creationId xmlns:a16="http://schemas.microsoft.com/office/drawing/2014/main" id="{BB2309DA-44D0-28D5-1077-44BB94358B59}"/>
              </a:ext>
            </a:extLst>
          </p:cNvPr>
          <p:cNvSpPr/>
          <p:nvPr/>
        </p:nvSpPr>
        <p:spPr>
          <a:xfrm>
            <a:off x="4076036" y="2455826"/>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1" name="object 9">
            <a:extLst>
              <a:ext uri="{FF2B5EF4-FFF2-40B4-BE49-F238E27FC236}">
                <a16:creationId xmlns:a16="http://schemas.microsoft.com/office/drawing/2014/main" id="{B891770B-F4AF-16F5-C5FD-91EA2425D226}"/>
              </a:ext>
            </a:extLst>
          </p:cNvPr>
          <p:cNvSpPr/>
          <p:nvPr/>
        </p:nvSpPr>
        <p:spPr>
          <a:xfrm>
            <a:off x="4080608" y="1884326"/>
            <a:ext cx="342900" cy="342900"/>
          </a:xfrm>
          <a:prstGeom prst="rect">
            <a:avLst/>
          </a:prstGeom>
          <a:blipFill>
            <a:blip r:embed="rId4" cstate="print"/>
            <a:stretch>
              <a:fillRect/>
            </a:stretch>
          </a:blipFill>
        </p:spPr>
        <p:txBody>
          <a:bodyPr wrap="square" lIns="0" tIns="0" rIns="0" bIns="0" rtlCol="0"/>
          <a:lstStyle/>
          <a:p>
            <a:endParaRPr/>
          </a:p>
        </p:txBody>
      </p:sp>
      <p:sp>
        <p:nvSpPr>
          <p:cNvPr id="12" name="object 10">
            <a:extLst>
              <a:ext uri="{FF2B5EF4-FFF2-40B4-BE49-F238E27FC236}">
                <a16:creationId xmlns:a16="http://schemas.microsoft.com/office/drawing/2014/main" id="{AE943168-1326-358D-3866-0C2E9CE724F2}"/>
              </a:ext>
            </a:extLst>
          </p:cNvPr>
          <p:cNvSpPr/>
          <p:nvPr/>
        </p:nvSpPr>
        <p:spPr>
          <a:xfrm>
            <a:off x="4080608" y="1884326"/>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13" name="object 11">
            <a:extLst>
              <a:ext uri="{FF2B5EF4-FFF2-40B4-BE49-F238E27FC236}">
                <a16:creationId xmlns:a16="http://schemas.microsoft.com/office/drawing/2014/main" id="{681FFDF7-8A51-C9CF-F750-1CC17B3732AA}"/>
              </a:ext>
            </a:extLst>
          </p:cNvPr>
          <p:cNvSpPr txBox="1"/>
          <p:nvPr/>
        </p:nvSpPr>
        <p:spPr>
          <a:xfrm>
            <a:off x="4145880" y="1777438"/>
            <a:ext cx="245110" cy="416559"/>
          </a:xfrm>
          <a:prstGeom prst="rect">
            <a:avLst/>
          </a:prstGeom>
        </p:spPr>
        <p:txBody>
          <a:bodyPr vert="horz" wrap="square" lIns="0" tIns="13970" rIns="0" bIns="0" rtlCol="0">
            <a:spAutoFit/>
          </a:bodyPr>
          <a:lstStyle/>
          <a:p>
            <a:pPr marL="12700">
              <a:lnSpc>
                <a:spcPct val="100000"/>
              </a:lnSpc>
              <a:spcBef>
                <a:spcPts val="110"/>
              </a:spcBef>
            </a:pPr>
            <a:r>
              <a:rPr sz="2550" i="1" spc="-150" dirty="0">
                <a:latin typeface="Times New Roman"/>
                <a:cs typeface="Times New Roman"/>
              </a:rPr>
              <a:t>x</a:t>
            </a:r>
            <a:r>
              <a:rPr sz="2250" spc="-15" baseline="-24074" dirty="0">
                <a:latin typeface="Times New Roman"/>
                <a:cs typeface="Times New Roman"/>
              </a:rPr>
              <a:t>1</a:t>
            </a:r>
            <a:endParaRPr sz="2250" baseline="-24074">
              <a:latin typeface="Times New Roman"/>
              <a:cs typeface="Times New Roman"/>
            </a:endParaRPr>
          </a:p>
        </p:txBody>
      </p:sp>
      <p:sp>
        <p:nvSpPr>
          <p:cNvPr id="14" name="object 12">
            <a:extLst>
              <a:ext uri="{FF2B5EF4-FFF2-40B4-BE49-F238E27FC236}">
                <a16:creationId xmlns:a16="http://schemas.microsoft.com/office/drawing/2014/main" id="{19787D66-027C-6691-1DAA-F466A3BE6B11}"/>
              </a:ext>
            </a:extLst>
          </p:cNvPr>
          <p:cNvSpPr txBox="1"/>
          <p:nvPr/>
        </p:nvSpPr>
        <p:spPr>
          <a:xfrm>
            <a:off x="4150729" y="2359606"/>
            <a:ext cx="267970" cy="416559"/>
          </a:xfrm>
          <a:prstGeom prst="rect">
            <a:avLst/>
          </a:prstGeom>
        </p:spPr>
        <p:txBody>
          <a:bodyPr vert="horz" wrap="square" lIns="0" tIns="13970" rIns="0" bIns="0" rtlCol="0">
            <a:spAutoFit/>
          </a:bodyPr>
          <a:lstStyle/>
          <a:p>
            <a:pPr marL="12700">
              <a:lnSpc>
                <a:spcPct val="100000"/>
              </a:lnSpc>
              <a:spcBef>
                <a:spcPts val="110"/>
              </a:spcBef>
            </a:pPr>
            <a:r>
              <a:rPr sz="2550" i="1" spc="15" dirty="0">
                <a:latin typeface="Times New Roman"/>
                <a:cs typeface="Times New Roman"/>
              </a:rPr>
              <a:t>x</a:t>
            </a:r>
            <a:r>
              <a:rPr sz="2250" spc="-7" baseline="-24074" dirty="0">
                <a:latin typeface="Times New Roman"/>
                <a:cs typeface="Times New Roman"/>
              </a:rPr>
              <a:t>2</a:t>
            </a:r>
            <a:endParaRPr sz="2250" baseline="-24074">
              <a:latin typeface="Times New Roman"/>
              <a:cs typeface="Times New Roman"/>
            </a:endParaRPr>
          </a:p>
        </p:txBody>
      </p:sp>
      <p:sp>
        <p:nvSpPr>
          <p:cNvPr id="15" name="object 13">
            <a:extLst>
              <a:ext uri="{FF2B5EF4-FFF2-40B4-BE49-F238E27FC236}">
                <a16:creationId xmlns:a16="http://schemas.microsoft.com/office/drawing/2014/main" id="{C8C58699-BC06-2938-7540-5D9CEABBE253}"/>
              </a:ext>
            </a:extLst>
          </p:cNvPr>
          <p:cNvSpPr/>
          <p:nvPr/>
        </p:nvSpPr>
        <p:spPr>
          <a:xfrm>
            <a:off x="5287616" y="1721258"/>
            <a:ext cx="574548" cy="573024"/>
          </a:xfrm>
          <a:prstGeom prst="rect">
            <a:avLst/>
          </a:prstGeom>
          <a:blipFill>
            <a:blip r:embed="rId5"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E37335F6-AA25-FE5D-D5E0-2BBB0BB464A5}"/>
              </a:ext>
            </a:extLst>
          </p:cNvPr>
          <p:cNvSpPr/>
          <p:nvPr/>
        </p:nvSpPr>
        <p:spPr>
          <a:xfrm>
            <a:off x="5287616" y="1721258"/>
            <a:ext cx="574675" cy="573405"/>
          </a:xfrm>
          <a:custGeom>
            <a:avLst/>
            <a:gdLst/>
            <a:ahLst/>
            <a:cxnLst/>
            <a:rect l="l" t="t" r="r" b="b"/>
            <a:pathLst>
              <a:path w="574675" h="573405">
                <a:moveTo>
                  <a:pt x="0" y="286512"/>
                </a:moveTo>
                <a:lnTo>
                  <a:pt x="3760" y="240036"/>
                </a:lnTo>
                <a:lnTo>
                  <a:pt x="14648" y="195949"/>
                </a:lnTo>
                <a:lnTo>
                  <a:pt x="32071" y="154840"/>
                </a:lnTo>
                <a:lnTo>
                  <a:pt x="55437" y="117299"/>
                </a:lnTo>
                <a:lnTo>
                  <a:pt x="84153" y="83915"/>
                </a:lnTo>
                <a:lnTo>
                  <a:pt x="117628" y="55278"/>
                </a:lnTo>
                <a:lnTo>
                  <a:pt x="155270" y="31978"/>
                </a:lnTo>
                <a:lnTo>
                  <a:pt x="196486" y="14606"/>
                </a:lnTo>
                <a:lnTo>
                  <a:pt x="240684" y="3749"/>
                </a:lnTo>
                <a:lnTo>
                  <a:pt x="287274" y="0"/>
                </a:lnTo>
                <a:lnTo>
                  <a:pt x="333863" y="3749"/>
                </a:lnTo>
                <a:lnTo>
                  <a:pt x="378061" y="14606"/>
                </a:lnTo>
                <a:lnTo>
                  <a:pt x="419277" y="31978"/>
                </a:lnTo>
                <a:lnTo>
                  <a:pt x="456919" y="55278"/>
                </a:lnTo>
                <a:lnTo>
                  <a:pt x="490394" y="83915"/>
                </a:lnTo>
                <a:lnTo>
                  <a:pt x="519110" y="117299"/>
                </a:lnTo>
                <a:lnTo>
                  <a:pt x="542476" y="154840"/>
                </a:lnTo>
                <a:lnTo>
                  <a:pt x="559899" y="195949"/>
                </a:lnTo>
                <a:lnTo>
                  <a:pt x="570787" y="240036"/>
                </a:lnTo>
                <a:lnTo>
                  <a:pt x="574548" y="286512"/>
                </a:lnTo>
                <a:lnTo>
                  <a:pt x="570787" y="332987"/>
                </a:lnTo>
                <a:lnTo>
                  <a:pt x="559899" y="377074"/>
                </a:lnTo>
                <a:lnTo>
                  <a:pt x="542476" y="418183"/>
                </a:lnTo>
                <a:lnTo>
                  <a:pt x="519110" y="455724"/>
                </a:lnTo>
                <a:lnTo>
                  <a:pt x="490394" y="489108"/>
                </a:lnTo>
                <a:lnTo>
                  <a:pt x="456919" y="517745"/>
                </a:lnTo>
                <a:lnTo>
                  <a:pt x="419277" y="541045"/>
                </a:lnTo>
                <a:lnTo>
                  <a:pt x="378061" y="558417"/>
                </a:lnTo>
                <a:lnTo>
                  <a:pt x="333863" y="569274"/>
                </a:lnTo>
                <a:lnTo>
                  <a:pt x="287274" y="573024"/>
                </a:lnTo>
                <a:lnTo>
                  <a:pt x="240684" y="569274"/>
                </a:lnTo>
                <a:lnTo>
                  <a:pt x="196486" y="558417"/>
                </a:lnTo>
                <a:lnTo>
                  <a:pt x="155270" y="541045"/>
                </a:lnTo>
                <a:lnTo>
                  <a:pt x="117628" y="517745"/>
                </a:lnTo>
                <a:lnTo>
                  <a:pt x="84153" y="489108"/>
                </a:lnTo>
                <a:lnTo>
                  <a:pt x="55437" y="455724"/>
                </a:lnTo>
                <a:lnTo>
                  <a:pt x="32071" y="418183"/>
                </a:lnTo>
                <a:lnTo>
                  <a:pt x="14648" y="377074"/>
                </a:lnTo>
                <a:lnTo>
                  <a:pt x="3760" y="332987"/>
                </a:lnTo>
                <a:lnTo>
                  <a:pt x="0" y="286512"/>
                </a:lnTo>
                <a:close/>
              </a:path>
            </a:pathLst>
          </a:custGeom>
          <a:ln w="6096">
            <a:solidFill>
              <a:srgbClr val="5B9BD4"/>
            </a:solidFill>
          </a:ln>
        </p:spPr>
        <p:txBody>
          <a:bodyPr wrap="square" lIns="0" tIns="0" rIns="0" bIns="0" rtlCol="0"/>
          <a:lstStyle/>
          <a:p>
            <a:endParaRPr/>
          </a:p>
        </p:txBody>
      </p:sp>
      <p:sp>
        <p:nvSpPr>
          <p:cNvPr id="17" name="object 15">
            <a:extLst>
              <a:ext uri="{FF2B5EF4-FFF2-40B4-BE49-F238E27FC236}">
                <a16:creationId xmlns:a16="http://schemas.microsoft.com/office/drawing/2014/main" id="{CC813F78-0D35-C5C3-DD44-5E03EB6F5597}"/>
              </a:ext>
            </a:extLst>
          </p:cNvPr>
          <p:cNvSpPr/>
          <p:nvPr/>
        </p:nvSpPr>
        <p:spPr>
          <a:xfrm>
            <a:off x="5289141" y="2500023"/>
            <a:ext cx="574548" cy="573024"/>
          </a:xfrm>
          <a:prstGeom prst="rect">
            <a:avLst/>
          </a:prstGeom>
          <a:blipFill>
            <a:blip r:embed="rId6" cstate="print"/>
            <a:stretch>
              <a:fillRect/>
            </a:stretch>
          </a:blipFill>
        </p:spPr>
        <p:txBody>
          <a:bodyPr wrap="square" lIns="0" tIns="0" rIns="0" bIns="0" rtlCol="0"/>
          <a:lstStyle/>
          <a:p>
            <a:endParaRPr/>
          </a:p>
        </p:txBody>
      </p:sp>
      <p:sp>
        <p:nvSpPr>
          <p:cNvPr id="18" name="object 16">
            <a:extLst>
              <a:ext uri="{FF2B5EF4-FFF2-40B4-BE49-F238E27FC236}">
                <a16:creationId xmlns:a16="http://schemas.microsoft.com/office/drawing/2014/main" id="{EF6CCB2F-5DC7-A279-F220-91F513CA3302}"/>
              </a:ext>
            </a:extLst>
          </p:cNvPr>
          <p:cNvSpPr/>
          <p:nvPr/>
        </p:nvSpPr>
        <p:spPr>
          <a:xfrm>
            <a:off x="5289141" y="2500023"/>
            <a:ext cx="574675" cy="573405"/>
          </a:xfrm>
          <a:custGeom>
            <a:avLst/>
            <a:gdLst/>
            <a:ahLst/>
            <a:cxnLst/>
            <a:rect l="l" t="t" r="r" b="b"/>
            <a:pathLst>
              <a:path w="574675" h="573405">
                <a:moveTo>
                  <a:pt x="0" y="286512"/>
                </a:moveTo>
                <a:lnTo>
                  <a:pt x="3760" y="240036"/>
                </a:lnTo>
                <a:lnTo>
                  <a:pt x="14648" y="195949"/>
                </a:lnTo>
                <a:lnTo>
                  <a:pt x="32071" y="154840"/>
                </a:lnTo>
                <a:lnTo>
                  <a:pt x="55437" y="117299"/>
                </a:lnTo>
                <a:lnTo>
                  <a:pt x="84153" y="83915"/>
                </a:lnTo>
                <a:lnTo>
                  <a:pt x="117628" y="55278"/>
                </a:lnTo>
                <a:lnTo>
                  <a:pt x="155270" y="31978"/>
                </a:lnTo>
                <a:lnTo>
                  <a:pt x="196486" y="14606"/>
                </a:lnTo>
                <a:lnTo>
                  <a:pt x="240684" y="3749"/>
                </a:lnTo>
                <a:lnTo>
                  <a:pt x="287274" y="0"/>
                </a:lnTo>
                <a:lnTo>
                  <a:pt x="333863" y="3749"/>
                </a:lnTo>
                <a:lnTo>
                  <a:pt x="378061" y="14606"/>
                </a:lnTo>
                <a:lnTo>
                  <a:pt x="419277" y="31978"/>
                </a:lnTo>
                <a:lnTo>
                  <a:pt x="456919" y="55278"/>
                </a:lnTo>
                <a:lnTo>
                  <a:pt x="490394" y="83915"/>
                </a:lnTo>
                <a:lnTo>
                  <a:pt x="519110" y="117299"/>
                </a:lnTo>
                <a:lnTo>
                  <a:pt x="542476" y="154840"/>
                </a:lnTo>
                <a:lnTo>
                  <a:pt x="559899" y="195949"/>
                </a:lnTo>
                <a:lnTo>
                  <a:pt x="570787" y="240036"/>
                </a:lnTo>
                <a:lnTo>
                  <a:pt x="574548" y="286512"/>
                </a:lnTo>
                <a:lnTo>
                  <a:pt x="570787" y="332987"/>
                </a:lnTo>
                <a:lnTo>
                  <a:pt x="559899" y="377074"/>
                </a:lnTo>
                <a:lnTo>
                  <a:pt x="542476" y="418183"/>
                </a:lnTo>
                <a:lnTo>
                  <a:pt x="519110" y="455724"/>
                </a:lnTo>
                <a:lnTo>
                  <a:pt x="490394" y="489108"/>
                </a:lnTo>
                <a:lnTo>
                  <a:pt x="456919" y="517745"/>
                </a:lnTo>
                <a:lnTo>
                  <a:pt x="419277" y="541045"/>
                </a:lnTo>
                <a:lnTo>
                  <a:pt x="378061" y="558417"/>
                </a:lnTo>
                <a:lnTo>
                  <a:pt x="333863" y="569274"/>
                </a:lnTo>
                <a:lnTo>
                  <a:pt x="287274" y="573024"/>
                </a:lnTo>
                <a:lnTo>
                  <a:pt x="240684" y="569274"/>
                </a:lnTo>
                <a:lnTo>
                  <a:pt x="196486" y="558417"/>
                </a:lnTo>
                <a:lnTo>
                  <a:pt x="155270" y="541045"/>
                </a:lnTo>
                <a:lnTo>
                  <a:pt x="117628" y="517745"/>
                </a:lnTo>
                <a:lnTo>
                  <a:pt x="84153" y="489108"/>
                </a:lnTo>
                <a:lnTo>
                  <a:pt x="55437" y="455724"/>
                </a:lnTo>
                <a:lnTo>
                  <a:pt x="32071" y="418183"/>
                </a:lnTo>
                <a:lnTo>
                  <a:pt x="14648" y="377074"/>
                </a:lnTo>
                <a:lnTo>
                  <a:pt x="3760" y="332987"/>
                </a:lnTo>
                <a:lnTo>
                  <a:pt x="0" y="286512"/>
                </a:lnTo>
                <a:close/>
              </a:path>
            </a:pathLst>
          </a:custGeom>
          <a:ln w="6096">
            <a:solidFill>
              <a:srgbClr val="5B9BD4"/>
            </a:solidFill>
          </a:ln>
        </p:spPr>
        <p:txBody>
          <a:bodyPr wrap="square" lIns="0" tIns="0" rIns="0" bIns="0" rtlCol="0"/>
          <a:lstStyle/>
          <a:p>
            <a:endParaRPr/>
          </a:p>
        </p:txBody>
      </p:sp>
      <p:sp>
        <p:nvSpPr>
          <p:cNvPr id="19" name="object 17">
            <a:extLst>
              <a:ext uri="{FF2B5EF4-FFF2-40B4-BE49-F238E27FC236}">
                <a16:creationId xmlns:a16="http://schemas.microsoft.com/office/drawing/2014/main" id="{1FE57DA4-AE5F-984E-909E-7183FD0E6C3E}"/>
              </a:ext>
            </a:extLst>
          </p:cNvPr>
          <p:cNvSpPr/>
          <p:nvPr/>
        </p:nvSpPr>
        <p:spPr>
          <a:xfrm>
            <a:off x="5278472" y="3726843"/>
            <a:ext cx="573024" cy="574548"/>
          </a:xfrm>
          <a:prstGeom prst="rect">
            <a:avLst/>
          </a:prstGeom>
          <a:blipFill>
            <a:blip r:embed="rId7" cstate="print"/>
            <a:stretch>
              <a:fillRect/>
            </a:stretch>
          </a:blipFill>
        </p:spPr>
        <p:txBody>
          <a:bodyPr wrap="square" lIns="0" tIns="0" rIns="0" bIns="0" rtlCol="0"/>
          <a:lstStyle/>
          <a:p>
            <a:endParaRPr/>
          </a:p>
        </p:txBody>
      </p:sp>
      <p:sp>
        <p:nvSpPr>
          <p:cNvPr id="20" name="object 18">
            <a:extLst>
              <a:ext uri="{FF2B5EF4-FFF2-40B4-BE49-F238E27FC236}">
                <a16:creationId xmlns:a16="http://schemas.microsoft.com/office/drawing/2014/main" id="{968D365A-76D5-3B10-9621-620B042076E1}"/>
              </a:ext>
            </a:extLst>
          </p:cNvPr>
          <p:cNvSpPr/>
          <p:nvPr/>
        </p:nvSpPr>
        <p:spPr>
          <a:xfrm>
            <a:off x="5278472" y="3726843"/>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21" name="object 19">
            <a:extLst>
              <a:ext uri="{FF2B5EF4-FFF2-40B4-BE49-F238E27FC236}">
                <a16:creationId xmlns:a16="http://schemas.microsoft.com/office/drawing/2014/main" id="{A2212576-46C4-5447-3389-5ABBFDABB651}"/>
              </a:ext>
            </a:extLst>
          </p:cNvPr>
          <p:cNvSpPr txBox="1"/>
          <p:nvPr/>
        </p:nvSpPr>
        <p:spPr>
          <a:xfrm>
            <a:off x="5442810" y="3153945"/>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2" name="object 20">
            <a:extLst>
              <a:ext uri="{FF2B5EF4-FFF2-40B4-BE49-F238E27FC236}">
                <a16:creationId xmlns:a16="http://schemas.microsoft.com/office/drawing/2014/main" id="{25B788EB-2102-2115-E72E-78561C31B684}"/>
              </a:ext>
            </a:extLst>
          </p:cNvPr>
          <p:cNvSpPr/>
          <p:nvPr/>
        </p:nvSpPr>
        <p:spPr>
          <a:xfrm>
            <a:off x="4085180" y="3853335"/>
            <a:ext cx="342900" cy="342900"/>
          </a:xfrm>
          <a:prstGeom prst="rect">
            <a:avLst/>
          </a:prstGeom>
          <a:blipFill>
            <a:blip r:embed="rId8" cstate="print"/>
            <a:stretch>
              <a:fillRect/>
            </a:stretch>
          </a:blipFill>
        </p:spPr>
        <p:txBody>
          <a:bodyPr wrap="square" lIns="0" tIns="0" rIns="0" bIns="0" rtlCol="0"/>
          <a:lstStyle/>
          <a:p>
            <a:endParaRPr/>
          </a:p>
        </p:txBody>
      </p:sp>
      <p:sp>
        <p:nvSpPr>
          <p:cNvPr id="23" name="object 21">
            <a:extLst>
              <a:ext uri="{FF2B5EF4-FFF2-40B4-BE49-F238E27FC236}">
                <a16:creationId xmlns:a16="http://schemas.microsoft.com/office/drawing/2014/main" id="{0B2A9BBD-7E14-3648-C28A-21545B669511}"/>
              </a:ext>
            </a:extLst>
          </p:cNvPr>
          <p:cNvSpPr/>
          <p:nvPr/>
        </p:nvSpPr>
        <p:spPr>
          <a:xfrm>
            <a:off x="4085180" y="3853335"/>
            <a:ext cx="342900" cy="342900"/>
          </a:xfrm>
          <a:custGeom>
            <a:avLst/>
            <a:gdLst/>
            <a:ahLst/>
            <a:cxnLst/>
            <a:rect l="l" t="t" r="r" b="b"/>
            <a:pathLst>
              <a:path w="342900" h="342900">
                <a:moveTo>
                  <a:pt x="0" y="342900"/>
                </a:moveTo>
                <a:lnTo>
                  <a:pt x="342900" y="342900"/>
                </a:lnTo>
                <a:lnTo>
                  <a:pt x="342900" y="0"/>
                </a:lnTo>
                <a:lnTo>
                  <a:pt x="0" y="0"/>
                </a:lnTo>
                <a:lnTo>
                  <a:pt x="0" y="342900"/>
                </a:lnTo>
                <a:close/>
              </a:path>
            </a:pathLst>
          </a:custGeom>
          <a:ln w="6096">
            <a:solidFill>
              <a:srgbClr val="FFC000"/>
            </a:solidFill>
          </a:ln>
        </p:spPr>
        <p:txBody>
          <a:bodyPr wrap="square" lIns="0" tIns="0" rIns="0" bIns="0" rtlCol="0"/>
          <a:lstStyle/>
          <a:p>
            <a:endParaRPr/>
          </a:p>
        </p:txBody>
      </p:sp>
      <p:sp>
        <p:nvSpPr>
          <p:cNvPr id="24" name="object 22">
            <a:extLst>
              <a:ext uri="{FF2B5EF4-FFF2-40B4-BE49-F238E27FC236}">
                <a16:creationId xmlns:a16="http://schemas.microsoft.com/office/drawing/2014/main" id="{0E3DF900-C4C0-2F08-28FC-BE482F69F505}"/>
              </a:ext>
            </a:extLst>
          </p:cNvPr>
          <p:cNvSpPr txBox="1"/>
          <p:nvPr/>
        </p:nvSpPr>
        <p:spPr>
          <a:xfrm>
            <a:off x="4065503" y="3824994"/>
            <a:ext cx="458470" cy="417195"/>
          </a:xfrm>
          <a:prstGeom prst="rect">
            <a:avLst/>
          </a:prstGeom>
        </p:spPr>
        <p:txBody>
          <a:bodyPr vert="horz" wrap="square" lIns="0" tIns="14604" rIns="0" bIns="0" rtlCol="0">
            <a:spAutoFit/>
          </a:bodyPr>
          <a:lstStyle/>
          <a:p>
            <a:pPr marL="12700">
              <a:lnSpc>
                <a:spcPct val="100000"/>
              </a:lnSpc>
              <a:spcBef>
                <a:spcPts val="114"/>
              </a:spcBef>
            </a:pPr>
            <a:r>
              <a:rPr sz="3825" i="1" spc="22" baseline="14161" dirty="0">
                <a:latin typeface="Times New Roman"/>
                <a:cs typeface="Times New Roman"/>
              </a:rPr>
              <a:t>x</a:t>
            </a:r>
            <a:r>
              <a:rPr sz="1500" dirty="0">
                <a:latin typeface="Times New Roman"/>
                <a:cs typeface="Times New Roman"/>
              </a:rPr>
              <a:t>256</a:t>
            </a:r>
            <a:endParaRPr sz="1500">
              <a:latin typeface="Times New Roman"/>
              <a:cs typeface="Times New Roman"/>
            </a:endParaRPr>
          </a:p>
        </p:txBody>
      </p:sp>
      <p:sp>
        <p:nvSpPr>
          <p:cNvPr id="25" name="object 23">
            <a:extLst>
              <a:ext uri="{FF2B5EF4-FFF2-40B4-BE49-F238E27FC236}">
                <a16:creationId xmlns:a16="http://schemas.microsoft.com/office/drawing/2014/main" id="{5840DCD2-DC31-A981-3139-6EFA01B47647}"/>
              </a:ext>
            </a:extLst>
          </p:cNvPr>
          <p:cNvSpPr txBox="1"/>
          <p:nvPr/>
        </p:nvSpPr>
        <p:spPr>
          <a:xfrm>
            <a:off x="4128233" y="3142007"/>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6" name="object 24">
            <a:extLst>
              <a:ext uri="{FF2B5EF4-FFF2-40B4-BE49-F238E27FC236}">
                <a16:creationId xmlns:a16="http://schemas.microsoft.com/office/drawing/2014/main" id="{108A9EED-4A7C-35D5-ECED-DE7F65A71E9F}"/>
              </a:ext>
            </a:extLst>
          </p:cNvPr>
          <p:cNvSpPr txBox="1"/>
          <p:nvPr/>
        </p:nvSpPr>
        <p:spPr>
          <a:xfrm>
            <a:off x="6641691" y="1672871"/>
            <a:ext cx="51689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a:t>
            </a:r>
            <a:endParaRPr sz="2800">
              <a:latin typeface="Calibri"/>
              <a:cs typeface="Calibri"/>
            </a:endParaRPr>
          </a:p>
        </p:txBody>
      </p:sp>
      <p:sp>
        <p:nvSpPr>
          <p:cNvPr id="27" name="object 25">
            <a:extLst>
              <a:ext uri="{FF2B5EF4-FFF2-40B4-BE49-F238E27FC236}">
                <a16:creationId xmlns:a16="http://schemas.microsoft.com/office/drawing/2014/main" id="{626FD5CB-FAA1-0B2E-718D-4FBC77D31E43}"/>
              </a:ext>
            </a:extLst>
          </p:cNvPr>
          <p:cNvSpPr txBox="1"/>
          <p:nvPr/>
        </p:nvSpPr>
        <p:spPr>
          <a:xfrm>
            <a:off x="6659343" y="2458620"/>
            <a:ext cx="51625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libri"/>
                <a:cs typeface="Calibri"/>
              </a:rPr>
              <a:t>……</a:t>
            </a:r>
            <a:endParaRPr sz="2800">
              <a:latin typeface="Calibri"/>
              <a:cs typeface="Calibri"/>
            </a:endParaRPr>
          </a:p>
        </p:txBody>
      </p:sp>
      <p:sp>
        <p:nvSpPr>
          <p:cNvPr id="28" name="object 26">
            <a:extLst>
              <a:ext uri="{FF2B5EF4-FFF2-40B4-BE49-F238E27FC236}">
                <a16:creationId xmlns:a16="http://schemas.microsoft.com/office/drawing/2014/main" id="{F4C7A96B-18D9-48A3-7784-B097B4CF1913}"/>
              </a:ext>
            </a:extLst>
          </p:cNvPr>
          <p:cNvSpPr txBox="1"/>
          <p:nvPr/>
        </p:nvSpPr>
        <p:spPr>
          <a:xfrm>
            <a:off x="6671535" y="3714727"/>
            <a:ext cx="516255"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a:t>
            </a:r>
            <a:endParaRPr sz="2800">
              <a:latin typeface="Calibri"/>
              <a:cs typeface="Calibri"/>
            </a:endParaRPr>
          </a:p>
        </p:txBody>
      </p:sp>
      <p:sp>
        <p:nvSpPr>
          <p:cNvPr id="29" name="object 27">
            <a:extLst>
              <a:ext uri="{FF2B5EF4-FFF2-40B4-BE49-F238E27FC236}">
                <a16:creationId xmlns:a16="http://schemas.microsoft.com/office/drawing/2014/main" id="{DD6CC2E5-B5E6-FF16-A62C-79691B23CA24}"/>
              </a:ext>
            </a:extLst>
          </p:cNvPr>
          <p:cNvSpPr/>
          <p:nvPr/>
        </p:nvSpPr>
        <p:spPr>
          <a:xfrm>
            <a:off x="5862927" y="1969670"/>
            <a:ext cx="741680" cy="78105"/>
          </a:xfrm>
          <a:custGeom>
            <a:avLst/>
            <a:gdLst/>
            <a:ahLst/>
            <a:cxnLst/>
            <a:rect l="l" t="t" r="r" b="b"/>
            <a:pathLst>
              <a:path w="741679" h="78105">
                <a:moveTo>
                  <a:pt x="663701" y="0"/>
                </a:moveTo>
                <a:lnTo>
                  <a:pt x="663701" y="77724"/>
                </a:lnTo>
                <a:lnTo>
                  <a:pt x="715517" y="51816"/>
                </a:lnTo>
                <a:lnTo>
                  <a:pt x="676655" y="51816"/>
                </a:lnTo>
                <a:lnTo>
                  <a:pt x="676655" y="25908"/>
                </a:lnTo>
                <a:lnTo>
                  <a:pt x="715518" y="25908"/>
                </a:lnTo>
                <a:lnTo>
                  <a:pt x="663701" y="0"/>
                </a:lnTo>
                <a:close/>
              </a:path>
              <a:path w="741679" h="78105">
                <a:moveTo>
                  <a:pt x="663701" y="25908"/>
                </a:moveTo>
                <a:lnTo>
                  <a:pt x="0" y="25908"/>
                </a:lnTo>
                <a:lnTo>
                  <a:pt x="0" y="51816"/>
                </a:lnTo>
                <a:lnTo>
                  <a:pt x="663701" y="51816"/>
                </a:lnTo>
                <a:lnTo>
                  <a:pt x="663701" y="25908"/>
                </a:lnTo>
                <a:close/>
              </a:path>
              <a:path w="741679" h="78105">
                <a:moveTo>
                  <a:pt x="715518" y="25908"/>
                </a:moveTo>
                <a:lnTo>
                  <a:pt x="676655" y="25908"/>
                </a:lnTo>
                <a:lnTo>
                  <a:pt x="676655" y="51816"/>
                </a:lnTo>
                <a:lnTo>
                  <a:pt x="715517" y="51816"/>
                </a:lnTo>
                <a:lnTo>
                  <a:pt x="741426" y="38862"/>
                </a:lnTo>
                <a:lnTo>
                  <a:pt x="715518" y="25908"/>
                </a:lnTo>
                <a:close/>
              </a:path>
            </a:pathLst>
          </a:custGeom>
          <a:solidFill>
            <a:srgbClr val="000000"/>
          </a:solidFill>
        </p:spPr>
        <p:txBody>
          <a:bodyPr wrap="square" lIns="0" tIns="0" rIns="0" bIns="0" rtlCol="0"/>
          <a:lstStyle/>
          <a:p>
            <a:endParaRPr/>
          </a:p>
        </p:txBody>
      </p:sp>
      <p:sp>
        <p:nvSpPr>
          <p:cNvPr id="30" name="object 28">
            <a:extLst>
              <a:ext uri="{FF2B5EF4-FFF2-40B4-BE49-F238E27FC236}">
                <a16:creationId xmlns:a16="http://schemas.microsoft.com/office/drawing/2014/main" id="{8EA0424B-7817-BC4D-F1D0-16AF933BD650}"/>
              </a:ext>
            </a:extLst>
          </p:cNvPr>
          <p:cNvSpPr/>
          <p:nvPr/>
        </p:nvSpPr>
        <p:spPr>
          <a:xfrm>
            <a:off x="5862927" y="2762151"/>
            <a:ext cx="741680" cy="78105"/>
          </a:xfrm>
          <a:custGeom>
            <a:avLst/>
            <a:gdLst/>
            <a:ahLst/>
            <a:cxnLst/>
            <a:rect l="l" t="t" r="r" b="b"/>
            <a:pathLst>
              <a:path w="741679" h="78105">
                <a:moveTo>
                  <a:pt x="663701" y="0"/>
                </a:moveTo>
                <a:lnTo>
                  <a:pt x="663701" y="77724"/>
                </a:lnTo>
                <a:lnTo>
                  <a:pt x="715518" y="51815"/>
                </a:lnTo>
                <a:lnTo>
                  <a:pt x="676655" y="51815"/>
                </a:lnTo>
                <a:lnTo>
                  <a:pt x="676655" y="25907"/>
                </a:lnTo>
                <a:lnTo>
                  <a:pt x="715517" y="25907"/>
                </a:lnTo>
                <a:lnTo>
                  <a:pt x="663701" y="0"/>
                </a:lnTo>
                <a:close/>
              </a:path>
              <a:path w="741679" h="78105">
                <a:moveTo>
                  <a:pt x="663701" y="25907"/>
                </a:moveTo>
                <a:lnTo>
                  <a:pt x="0" y="25907"/>
                </a:lnTo>
                <a:lnTo>
                  <a:pt x="0" y="51815"/>
                </a:lnTo>
                <a:lnTo>
                  <a:pt x="663701" y="51815"/>
                </a:lnTo>
                <a:lnTo>
                  <a:pt x="663701" y="25907"/>
                </a:lnTo>
                <a:close/>
              </a:path>
              <a:path w="741679" h="78105">
                <a:moveTo>
                  <a:pt x="715517" y="25907"/>
                </a:moveTo>
                <a:lnTo>
                  <a:pt x="676655" y="25907"/>
                </a:lnTo>
                <a:lnTo>
                  <a:pt x="676655" y="51815"/>
                </a:lnTo>
                <a:lnTo>
                  <a:pt x="715518" y="51815"/>
                </a:lnTo>
                <a:lnTo>
                  <a:pt x="741426" y="38862"/>
                </a:lnTo>
                <a:lnTo>
                  <a:pt x="715517" y="25907"/>
                </a:lnTo>
                <a:close/>
              </a:path>
            </a:pathLst>
          </a:custGeom>
          <a:solidFill>
            <a:srgbClr val="000000"/>
          </a:solidFill>
        </p:spPr>
        <p:txBody>
          <a:bodyPr wrap="square" lIns="0" tIns="0" rIns="0" bIns="0" rtlCol="0"/>
          <a:lstStyle/>
          <a:p>
            <a:endParaRPr/>
          </a:p>
        </p:txBody>
      </p:sp>
      <p:sp>
        <p:nvSpPr>
          <p:cNvPr id="31" name="object 29">
            <a:extLst>
              <a:ext uri="{FF2B5EF4-FFF2-40B4-BE49-F238E27FC236}">
                <a16:creationId xmlns:a16="http://schemas.microsoft.com/office/drawing/2014/main" id="{5AC13E16-3B1B-8EC8-AF2E-D954DE30F8AA}"/>
              </a:ext>
            </a:extLst>
          </p:cNvPr>
          <p:cNvSpPr/>
          <p:nvPr/>
        </p:nvSpPr>
        <p:spPr>
          <a:xfrm>
            <a:off x="5852259" y="3982874"/>
            <a:ext cx="741680" cy="78105"/>
          </a:xfrm>
          <a:custGeom>
            <a:avLst/>
            <a:gdLst/>
            <a:ahLst/>
            <a:cxnLst/>
            <a:rect l="l" t="t" r="r" b="b"/>
            <a:pathLst>
              <a:path w="741679" h="78104">
                <a:moveTo>
                  <a:pt x="663701" y="0"/>
                </a:moveTo>
                <a:lnTo>
                  <a:pt x="663701" y="77723"/>
                </a:lnTo>
                <a:lnTo>
                  <a:pt x="715517" y="51815"/>
                </a:lnTo>
                <a:lnTo>
                  <a:pt x="676656" y="51815"/>
                </a:lnTo>
                <a:lnTo>
                  <a:pt x="676656" y="25907"/>
                </a:lnTo>
                <a:lnTo>
                  <a:pt x="715518" y="25907"/>
                </a:lnTo>
                <a:lnTo>
                  <a:pt x="663701" y="0"/>
                </a:lnTo>
                <a:close/>
              </a:path>
              <a:path w="741679" h="78104">
                <a:moveTo>
                  <a:pt x="663701" y="25907"/>
                </a:moveTo>
                <a:lnTo>
                  <a:pt x="0" y="25907"/>
                </a:lnTo>
                <a:lnTo>
                  <a:pt x="0" y="51815"/>
                </a:lnTo>
                <a:lnTo>
                  <a:pt x="663701" y="51815"/>
                </a:lnTo>
                <a:lnTo>
                  <a:pt x="663701" y="25907"/>
                </a:lnTo>
                <a:close/>
              </a:path>
              <a:path w="741679" h="78104">
                <a:moveTo>
                  <a:pt x="715518" y="25907"/>
                </a:moveTo>
                <a:lnTo>
                  <a:pt x="676656" y="25907"/>
                </a:lnTo>
                <a:lnTo>
                  <a:pt x="676656" y="51815"/>
                </a:lnTo>
                <a:lnTo>
                  <a:pt x="715517" y="51815"/>
                </a:lnTo>
                <a:lnTo>
                  <a:pt x="741426" y="38861"/>
                </a:lnTo>
                <a:lnTo>
                  <a:pt x="715518" y="25907"/>
                </a:lnTo>
                <a:close/>
              </a:path>
            </a:pathLst>
          </a:custGeom>
          <a:solidFill>
            <a:srgbClr val="000000"/>
          </a:solidFill>
        </p:spPr>
        <p:txBody>
          <a:bodyPr wrap="square" lIns="0" tIns="0" rIns="0" bIns="0" rtlCol="0"/>
          <a:lstStyle/>
          <a:p>
            <a:endParaRPr/>
          </a:p>
        </p:txBody>
      </p:sp>
      <p:sp>
        <p:nvSpPr>
          <p:cNvPr id="32" name="object 30">
            <a:extLst>
              <a:ext uri="{FF2B5EF4-FFF2-40B4-BE49-F238E27FC236}">
                <a16:creationId xmlns:a16="http://schemas.microsoft.com/office/drawing/2014/main" id="{3FA82F22-C946-3772-8C35-BE6C1E875CCC}"/>
              </a:ext>
            </a:extLst>
          </p:cNvPr>
          <p:cNvSpPr/>
          <p:nvPr/>
        </p:nvSpPr>
        <p:spPr>
          <a:xfrm>
            <a:off x="5855053" y="2008532"/>
            <a:ext cx="748665" cy="788035"/>
          </a:xfrm>
          <a:custGeom>
            <a:avLst/>
            <a:gdLst/>
            <a:ahLst/>
            <a:cxnLst/>
            <a:rect l="l" t="t" r="r" b="b"/>
            <a:pathLst>
              <a:path w="748664" h="788035">
                <a:moveTo>
                  <a:pt x="685550" y="47459"/>
                </a:moveTo>
                <a:lnTo>
                  <a:pt x="0" y="769620"/>
                </a:lnTo>
                <a:lnTo>
                  <a:pt x="18795" y="787527"/>
                </a:lnTo>
                <a:lnTo>
                  <a:pt x="704305" y="65285"/>
                </a:lnTo>
                <a:lnTo>
                  <a:pt x="685550" y="47459"/>
                </a:lnTo>
                <a:close/>
              </a:path>
              <a:path w="748664" h="788035">
                <a:moveTo>
                  <a:pt x="736835" y="38100"/>
                </a:moveTo>
                <a:lnTo>
                  <a:pt x="694436" y="38100"/>
                </a:lnTo>
                <a:lnTo>
                  <a:pt x="713231" y="55880"/>
                </a:lnTo>
                <a:lnTo>
                  <a:pt x="704305" y="65285"/>
                </a:lnTo>
                <a:lnTo>
                  <a:pt x="723138" y="83185"/>
                </a:lnTo>
                <a:lnTo>
                  <a:pt x="736835" y="38100"/>
                </a:lnTo>
                <a:close/>
              </a:path>
              <a:path w="748664" h="788035">
                <a:moveTo>
                  <a:pt x="694436" y="38100"/>
                </a:moveTo>
                <a:lnTo>
                  <a:pt x="685550" y="47459"/>
                </a:lnTo>
                <a:lnTo>
                  <a:pt x="704305" y="65285"/>
                </a:lnTo>
                <a:lnTo>
                  <a:pt x="713231" y="55880"/>
                </a:lnTo>
                <a:lnTo>
                  <a:pt x="694436" y="38100"/>
                </a:lnTo>
                <a:close/>
              </a:path>
              <a:path w="748664" h="788035">
                <a:moveTo>
                  <a:pt x="748411" y="0"/>
                </a:moveTo>
                <a:lnTo>
                  <a:pt x="666750" y="29591"/>
                </a:lnTo>
                <a:lnTo>
                  <a:pt x="685550" y="47459"/>
                </a:lnTo>
                <a:lnTo>
                  <a:pt x="694436" y="38100"/>
                </a:lnTo>
                <a:lnTo>
                  <a:pt x="736835" y="38100"/>
                </a:lnTo>
                <a:lnTo>
                  <a:pt x="748411" y="0"/>
                </a:lnTo>
                <a:close/>
              </a:path>
            </a:pathLst>
          </a:custGeom>
          <a:solidFill>
            <a:srgbClr val="000000"/>
          </a:solidFill>
        </p:spPr>
        <p:txBody>
          <a:bodyPr wrap="square" lIns="0" tIns="0" rIns="0" bIns="0" rtlCol="0"/>
          <a:lstStyle/>
          <a:p>
            <a:endParaRPr/>
          </a:p>
        </p:txBody>
      </p:sp>
      <p:sp>
        <p:nvSpPr>
          <p:cNvPr id="33" name="object 31">
            <a:extLst>
              <a:ext uri="{FF2B5EF4-FFF2-40B4-BE49-F238E27FC236}">
                <a16:creationId xmlns:a16="http://schemas.microsoft.com/office/drawing/2014/main" id="{2C705275-8D21-DC1C-DEEB-8D3250BAEFDD}"/>
              </a:ext>
            </a:extLst>
          </p:cNvPr>
          <p:cNvSpPr/>
          <p:nvPr/>
        </p:nvSpPr>
        <p:spPr>
          <a:xfrm>
            <a:off x="5853528" y="1999642"/>
            <a:ext cx="753110" cy="787400"/>
          </a:xfrm>
          <a:custGeom>
            <a:avLst/>
            <a:gdLst/>
            <a:ahLst/>
            <a:cxnLst/>
            <a:rect l="l" t="t" r="r" b="b"/>
            <a:pathLst>
              <a:path w="753110" h="787400">
                <a:moveTo>
                  <a:pt x="690073" y="740200"/>
                </a:moveTo>
                <a:lnTo>
                  <a:pt x="671322" y="758063"/>
                </a:lnTo>
                <a:lnTo>
                  <a:pt x="753110" y="787400"/>
                </a:lnTo>
                <a:lnTo>
                  <a:pt x="741460" y="749554"/>
                </a:lnTo>
                <a:lnTo>
                  <a:pt x="699007" y="749554"/>
                </a:lnTo>
                <a:lnTo>
                  <a:pt x="690073" y="740200"/>
                </a:lnTo>
                <a:close/>
              </a:path>
              <a:path w="753110" h="787400">
                <a:moveTo>
                  <a:pt x="708869" y="722295"/>
                </a:moveTo>
                <a:lnTo>
                  <a:pt x="690073" y="740200"/>
                </a:lnTo>
                <a:lnTo>
                  <a:pt x="699007" y="749554"/>
                </a:lnTo>
                <a:lnTo>
                  <a:pt x="717803" y="731647"/>
                </a:lnTo>
                <a:lnTo>
                  <a:pt x="708869" y="722295"/>
                </a:lnTo>
                <a:close/>
              </a:path>
              <a:path w="753110" h="787400">
                <a:moveTo>
                  <a:pt x="727582" y="704469"/>
                </a:moveTo>
                <a:lnTo>
                  <a:pt x="708869" y="722295"/>
                </a:lnTo>
                <a:lnTo>
                  <a:pt x="717803" y="731647"/>
                </a:lnTo>
                <a:lnTo>
                  <a:pt x="699007" y="749554"/>
                </a:lnTo>
                <a:lnTo>
                  <a:pt x="741460" y="749554"/>
                </a:lnTo>
                <a:lnTo>
                  <a:pt x="727582" y="704469"/>
                </a:lnTo>
                <a:close/>
              </a:path>
              <a:path w="753110" h="787400">
                <a:moveTo>
                  <a:pt x="18795" y="0"/>
                </a:moveTo>
                <a:lnTo>
                  <a:pt x="0" y="17780"/>
                </a:lnTo>
                <a:lnTo>
                  <a:pt x="690073" y="740200"/>
                </a:lnTo>
                <a:lnTo>
                  <a:pt x="708869" y="722295"/>
                </a:lnTo>
                <a:lnTo>
                  <a:pt x="18795" y="0"/>
                </a:lnTo>
                <a:close/>
              </a:path>
            </a:pathLst>
          </a:custGeom>
          <a:solidFill>
            <a:srgbClr val="000000"/>
          </a:solidFill>
        </p:spPr>
        <p:txBody>
          <a:bodyPr wrap="square" lIns="0" tIns="0" rIns="0" bIns="0" rtlCol="0"/>
          <a:lstStyle/>
          <a:p>
            <a:endParaRPr/>
          </a:p>
        </p:txBody>
      </p:sp>
      <p:sp>
        <p:nvSpPr>
          <p:cNvPr id="34" name="object 32">
            <a:extLst>
              <a:ext uri="{FF2B5EF4-FFF2-40B4-BE49-F238E27FC236}">
                <a16:creationId xmlns:a16="http://schemas.microsoft.com/office/drawing/2014/main" id="{C6BB4B9E-5B87-81CB-3440-17FAC3CE27E5}"/>
              </a:ext>
            </a:extLst>
          </p:cNvPr>
          <p:cNvSpPr/>
          <p:nvPr/>
        </p:nvSpPr>
        <p:spPr>
          <a:xfrm>
            <a:off x="5850735" y="2004088"/>
            <a:ext cx="754380" cy="2011045"/>
          </a:xfrm>
          <a:custGeom>
            <a:avLst/>
            <a:gdLst/>
            <a:ahLst/>
            <a:cxnLst/>
            <a:rect l="l" t="t" r="r" b="b"/>
            <a:pathLst>
              <a:path w="754379" h="2011045">
                <a:moveTo>
                  <a:pt x="705477" y="1942452"/>
                </a:moveTo>
                <a:lnTo>
                  <a:pt x="681101" y="1951354"/>
                </a:lnTo>
                <a:lnTo>
                  <a:pt x="744347" y="2011045"/>
                </a:lnTo>
                <a:lnTo>
                  <a:pt x="750732" y="1954657"/>
                </a:lnTo>
                <a:lnTo>
                  <a:pt x="709930" y="1954657"/>
                </a:lnTo>
                <a:lnTo>
                  <a:pt x="705477" y="1942452"/>
                </a:lnTo>
                <a:close/>
              </a:path>
              <a:path w="754379" h="2011045">
                <a:moveTo>
                  <a:pt x="729856" y="1933548"/>
                </a:moveTo>
                <a:lnTo>
                  <a:pt x="705477" y="1942452"/>
                </a:lnTo>
                <a:lnTo>
                  <a:pt x="709930" y="1954657"/>
                </a:lnTo>
                <a:lnTo>
                  <a:pt x="734313" y="1945766"/>
                </a:lnTo>
                <a:lnTo>
                  <a:pt x="729856" y="1933548"/>
                </a:lnTo>
                <a:close/>
              </a:path>
              <a:path w="754379" h="2011045">
                <a:moveTo>
                  <a:pt x="754126" y="1924684"/>
                </a:moveTo>
                <a:lnTo>
                  <a:pt x="729856" y="1933548"/>
                </a:lnTo>
                <a:lnTo>
                  <a:pt x="734313" y="1945766"/>
                </a:lnTo>
                <a:lnTo>
                  <a:pt x="709930" y="1954657"/>
                </a:lnTo>
                <a:lnTo>
                  <a:pt x="750732" y="1954657"/>
                </a:lnTo>
                <a:lnTo>
                  <a:pt x="754126" y="1924684"/>
                </a:lnTo>
                <a:close/>
              </a:path>
              <a:path w="754379" h="2011045">
                <a:moveTo>
                  <a:pt x="24384" y="0"/>
                </a:moveTo>
                <a:lnTo>
                  <a:pt x="0" y="8889"/>
                </a:lnTo>
                <a:lnTo>
                  <a:pt x="705477" y="1942452"/>
                </a:lnTo>
                <a:lnTo>
                  <a:pt x="729856" y="1933548"/>
                </a:lnTo>
                <a:lnTo>
                  <a:pt x="24384" y="0"/>
                </a:lnTo>
                <a:close/>
              </a:path>
            </a:pathLst>
          </a:custGeom>
          <a:solidFill>
            <a:srgbClr val="000000"/>
          </a:solidFill>
        </p:spPr>
        <p:txBody>
          <a:bodyPr wrap="square" lIns="0" tIns="0" rIns="0" bIns="0" rtlCol="0"/>
          <a:lstStyle/>
          <a:p>
            <a:endParaRPr/>
          </a:p>
        </p:txBody>
      </p:sp>
      <p:sp>
        <p:nvSpPr>
          <p:cNvPr id="35" name="object 33">
            <a:extLst>
              <a:ext uri="{FF2B5EF4-FFF2-40B4-BE49-F238E27FC236}">
                <a16:creationId xmlns:a16="http://schemas.microsoft.com/office/drawing/2014/main" id="{AFC26DFA-3440-1043-B100-3A77E98BCCDA}"/>
              </a:ext>
            </a:extLst>
          </p:cNvPr>
          <p:cNvSpPr/>
          <p:nvPr/>
        </p:nvSpPr>
        <p:spPr>
          <a:xfrm>
            <a:off x="5853274" y="2780692"/>
            <a:ext cx="741045" cy="1235075"/>
          </a:xfrm>
          <a:custGeom>
            <a:avLst/>
            <a:gdLst/>
            <a:ahLst/>
            <a:cxnLst/>
            <a:rect l="l" t="t" r="r" b="b"/>
            <a:pathLst>
              <a:path w="741045" h="1235075">
                <a:moveTo>
                  <a:pt x="690138" y="1174466"/>
                </a:moveTo>
                <a:lnTo>
                  <a:pt x="667893" y="1187704"/>
                </a:lnTo>
                <a:lnTo>
                  <a:pt x="740918" y="1234567"/>
                </a:lnTo>
                <a:lnTo>
                  <a:pt x="737395" y="1185545"/>
                </a:lnTo>
                <a:lnTo>
                  <a:pt x="696722" y="1185545"/>
                </a:lnTo>
                <a:lnTo>
                  <a:pt x="690138" y="1174466"/>
                </a:lnTo>
                <a:close/>
              </a:path>
              <a:path w="741045" h="1235075">
                <a:moveTo>
                  <a:pt x="712356" y="1161245"/>
                </a:moveTo>
                <a:lnTo>
                  <a:pt x="690138" y="1174466"/>
                </a:lnTo>
                <a:lnTo>
                  <a:pt x="696722" y="1185545"/>
                </a:lnTo>
                <a:lnTo>
                  <a:pt x="718947" y="1172337"/>
                </a:lnTo>
                <a:lnTo>
                  <a:pt x="712356" y="1161245"/>
                </a:lnTo>
                <a:close/>
              </a:path>
              <a:path w="741045" h="1235075">
                <a:moveTo>
                  <a:pt x="734695" y="1147953"/>
                </a:moveTo>
                <a:lnTo>
                  <a:pt x="712356" y="1161245"/>
                </a:lnTo>
                <a:lnTo>
                  <a:pt x="718947" y="1172337"/>
                </a:lnTo>
                <a:lnTo>
                  <a:pt x="696722" y="1185545"/>
                </a:lnTo>
                <a:lnTo>
                  <a:pt x="737395" y="1185545"/>
                </a:lnTo>
                <a:lnTo>
                  <a:pt x="734695" y="1147953"/>
                </a:lnTo>
                <a:close/>
              </a:path>
              <a:path w="741045" h="1235075">
                <a:moveTo>
                  <a:pt x="22352" y="0"/>
                </a:moveTo>
                <a:lnTo>
                  <a:pt x="0" y="13208"/>
                </a:lnTo>
                <a:lnTo>
                  <a:pt x="690138" y="1174466"/>
                </a:lnTo>
                <a:lnTo>
                  <a:pt x="712356" y="1161245"/>
                </a:lnTo>
                <a:lnTo>
                  <a:pt x="22352" y="0"/>
                </a:lnTo>
                <a:close/>
              </a:path>
            </a:pathLst>
          </a:custGeom>
          <a:solidFill>
            <a:srgbClr val="000000"/>
          </a:solidFill>
        </p:spPr>
        <p:txBody>
          <a:bodyPr wrap="square" lIns="0" tIns="0" rIns="0" bIns="0" rtlCol="0"/>
          <a:lstStyle/>
          <a:p>
            <a:endParaRPr/>
          </a:p>
        </p:txBody>
      </p:sp>
      <p:sp>
        <p:nvSpPr>
          <p:cNvPr id="36" name="object 34">
            <a:extLst>
              <a:ext uri="{FF2B5EF4-FFF2-40B4-BE49-F238E27FC236}">
                <a16:creationId xmlns:a16="http://schemas.microsoft.com/office/drawing/2014/main" id="{163BA920-C99F-D853-0A85-6C418F20A8F3}"/>
              </a:ext>
            </a:extLst>
          </p:cNvPr>
          <p:cNvSpPr/>
          <p:nvPr/>
        </p:nvSpPr>
        <p:spPr>
          <a:xfrm>
            <a:off x="5840066" y="2008532"/>
            <a:ext cx="772160" cy="2011680"/>
          </a:xfrm>
          <a:custGeom>
            <a:avLst/>
            <a:gdLst/>
            <a:ahLst/>
            <a:cxnLst/>
            <a:rect l="l" t="t" r="r" b="b"/>
            <a:pathLst>
              <a:path w="772160" h="2011679">
                <a:moveTo>
                  <a:pt x="723555" y="68255"/>
                </a:moveTo>
                <a:lnTo>
                  <a:pt x="0" y="2002028"/>
                </a:lnTo>
                <a:lnTo>
                  <a:pt x="24384" y="2011172"/>
                </a:lnTo>
                <a:lnTo>
                  <a:pt x="747799" y="77309"/>
                </a:lnTo>
                <a:lnTo>
                  <a:pt x="723555" y="68255"/>
                </a:lnTo>
                <a:close/>
              </a:path>
              <a:path w="772160" h="2011679">
                <a:moveTo>
                  <a:pt x="768832" y="56134"/>
                </a:moveTo>
                <a:lnTo>
                  <a:pt x="728090" y="56134"/>
                </a:lnTo>
                <a:lnTo>
                  <a:pt x="752348" y="65150"/>
                </a:lnTo>
                <a:lnTo>
                  <a:pt x="747799" y="77309"/>
                </a:lnTo>
                <a:lnTo>
                  <a:pt x="772032" y="86360"/>
                </a:lnTo>
                <a:lnTo>
                  <a:pt x="768832" y="56134"/>
                </a:lnTo>
                <a:close/>
              </a:path>
              <a:path w="772160" h="2011679">
                <a:moveTo>
                  <a:pt x="728090" y="56134"/>
                </a:moveTo>
                <a:lnTo>
                  <a:pt x="723555" y="68255"/>
                </a:lnTo>
                <a:lnTo>
                  <a:pt x="747799" y="77309"/>
                </a:lnTo>
                <a:lnTo>
                  <a:pt x="752348" y="65150"/>
                </a:lnTo>
                <a:lnTo>
                  <a:pt x="728090" y="56134"/>
                </a:lnTo>
                <a:close/>
              </a:path>
              <a:path w="772160" h="2011679">
                <a:moveTo>
                  <a:pt x="762888" y="0"/>
                </a:moveTo>
                <a:lnTo>
                  <a:pt x="699262" y="59182"/>
                </a:lnTo>
                <a:lnTo>
                  <a:pt x="723555" y="68255"/>
                </a:lnTo>
                <a:lnTo>
                  <a:pt x="728090" y="56134"/>
                </a:lnTo>
                <a:lnTo>
                  <a:pt x="768832" y="56134"/>
                </a:lnTo>
                <a:lnTo>
                  <a:pt x="762888" y="0"/>
                </a:lnTo>
                <a:close/>
              </a:path>
            </a:pathLst>
          </a:custGeom>
          <a:solidFill>
            <a:srgbClr val="000000"/>
          </a:solidFill>
        </p:spPr>
        <p:txBody>
          <a:bodyPr wrap="square" lIns="0" tIns="0" rIns="0" bIns="0" rtlCol="0"/>
          <a:lstStyle/>
          <a:p>
            <a:endParaRPr/>
          </a:p>
        </p:txBody>
      </p:sp>
      <p:sp>
        <p:nvSpPr>
          <p:cNvPr id="37" name="object 35">
            <a:extLst>
              <a:ext uri="{FF2B5EF4-FFF2-40B4-BE49-F238E27FC236}">
                <a16:creationId xmlns:a16="http://schemas.microsoft.com/office/drawing/2014/main" id="{26F2900D-BEC0-DCF3-5AD4-8138A3FF941F}"/>
              </a:ext>
            </a:extLst>
          </p:cNvPr>
          <p:cNvSpPr/>
          <p:nvPr/>
        </p:nvSpPr>
        <p:spPr>
          <a:xfrm>
            <a:off x="5841210" y="2787297"/>
            <a:ext cx="764540" cy="1235075"/>
          </a:xfrm>
          <a:custGeom>
            <a:avLst/>
            <a:gdLst/>
            <a:ahLst/>
            <a:cxnLst/>
            <a:rect l="l" t="t" r="r" b="b"/>
            <a:pathLst>
              <a:path w="764539" h="1235075">
                <a:moveTo>
                  <a:pt x="712388" y="59496"/>
                </a:moveTo>
                <a:lnTo>
                  <a:pt x="0" y="1221231"/>
                </a:lnTo>
                <a:lnTo>
                  <a:pt x="22098" y="1234820"/>
                </a:lnTo>
                <a:lnTo>
                  <a:pt x="734493" y="73073"/>
                </a:lnTo>
                <a:lnTo>
                  <a:pt x="712388" y="59496"/>
                </a:lnTo>
                <a:close/>
              </a:path>
              <a:path w="764539" h="1235075">
                <a:moveTo>
                  <a:pt x="759846" y="48386"/>
                </a:moveTo>
                <a:lnTo>
                  <a:pt x="719201" y="48386"/>
                </a:lnTo>
                <a:lnTo>
                  <a:pt x="741299" y="61975"/>
                </a:lnTo>
                <a:lnTo>
                  <a:pt x="734493" y="73073"/>
                </a:lnTo>
                <a:lnTo>
                  <a:pt x="756538" y="86613"/>
                </a:lnTo>
                <a:lnTo>
                  <a:pt x="759846" y="48386"/>
                </a:lnTo>
                <a:close/>
              </a:path>
              <a:path w="764539" h="1235075">
                <a:moveTo>
                  <a:pt x="719201" y="48386"/>
                </a:moveTo>
                <a:lnTo>
                  <a:pt x="712388" y="59496"/>
                </a:lnTo>
                <a:lnTo>
                  <a:pt x="734493" y="73073"/>
                </a:lnTo>
                <a:lnTo>
                  <a:pt x="741299" y="61975"/>
                </a:lnTo>
                <a:lnTo>
                  <a:pt x="719201" y="48386"/>
                </a:lnTo>
                <a:close/>
              </a:path>
              <a:path w="764539" h="1235075">
                <a:moveTo>
                  <a:pt x="764032" y="0"/>
                </a:moveTo>
                <a:lnTo>
                  <a:pt x="690372" y="45973"/>
                </a:lnTo>
                <a:lnTo>
                  <a:pt x="712388" y="59496"/>
                </a:lnTo>
                <a:lnTo>
                  <a:pt x="719201" y="48386"/>
                </a:lnTo>
                <a:lnTo>
                  <a:pt x="759846" y="48386"/>
                </a:lnTo>
                <a:lnTo>
                  <a:pt x="764032" y="0"/>
                </a:lnTo>
                <a:close/>
              </a:path>
            </a:pathLst>
          </a:custGeom>
          <a:solidFill>
            <a:srgbClr val="000000"/>
          </a:solidFill>
        </p:spPr>
        <p:txBody>
          <a:bodyPr wrap="square" lIns="0" tIns="0" rIns="0" bIns="0" rtlCol="0"/>
          <a:lstStyle/>
          <a:p>
            <a:endParaRPr/>
          </a:p>
        </p:txBody>
      </p:sp>
      <p:sp>
        <p:nvSpPr>
          <p:cNvPr id="38" name="object 36">
            <a:extLst>
              <a:ext uri="{FF2B5EF4-FFF2-40B4-BE49-F238E27FC236}">
                <a16:creationId xmlns:a16="http://schemas.microsoft.com/office/drawing/2014/main" id="{97A575B0-3495-E704-AF0E-3EAA8BC5FF1F}"/>
              </a:ext>
            </a:extLst>
          </p:cNvPr>
          <p:cNvSpPr/>
          <p:nvPr/>
        </p:nvSpPr>
        <p:spPr>
          <a:xfrm>
            <a:off x="4428334" y="1972464"/>
            <a:ext cx="860425" cy="79375"/>
          </a:xfrm>
          <a:custGeom>
            <a:avLst/>
            <a:gdLst/>
            <a:ahLst/>
            <a:cxnLst/>
            <a:rect l="l" t="t" r="r" b="b"/>
            <a:pathLst>
              <a:path w="860425" h="79375">
                <a:moveTo>
                  <a:pt x="781811" y="25851"/>
                </a:moveTo>
                <a:lnTo>
                  <a:pt x="0" y="53086"/>
                </a:lnTo>
                <a:lnTo>
                  <a:pt x="1016" y="78993"/>
                </a:lnTo>
                <a:lnTo>
                  <a:pt x="782701" y="51759"/>
                </a:lnTo>
                <a:lnTo>
                  <a:pt x="781811" y="25851"/>
                </a:lnTo>
                <a:close/>
              </a:path>
              <a:path w="860425" h="79375">
                <a:moveTo>
                  <a:pt x="836552" y="25400"/>
                </a:moveTo>
                <a:lnTo>
                  <a:pt x="794766" y="25400"/>
                </a:lnTo>
                <a:lnTo>
                  <a:pt x="795655" y="51308"/>
                </a:lnTo>
                <a:lnTo>
                  <a:pt x="782701" y="51759"/>
                </a:lnTo>
                <a:lnTo>
                  <a:pt x="783589" y="77597"/>
                </a:lnTo>
                <a:lnTo>
                  <a:pt x="859917" y="36067"/>
                </a:lnTo>
                <a:lnTo>
                  <a:pt x="836552" y="25400"/>
                </a:lnTo>
                <a:close/>
              </a:path>
              <a:path w="860425" h="79375">
                <a:moveTo>
                  <a:pt x="794766" y="25400"/>
                </a:moveTo>
                <a:lnTo>
                  <a:pt x="781811" y="25851"/>
                </a:lnTo>
                <a:lnTo>
                  <a:pt x="782701" y="51759"/>
                </a:lnTo>
                <a:lnTo>
                  <a:pt x="795655" y="51308"/>
                </a:lnTo>
                <a:lnTo>
                  <a:pt x="794766" y="25400"/>
                </a:lnTo>
                <a:close/>
              </a:path>
              <a:path w="860425" h="79375">
                <a:moveTo>
                  <a:pt x="780923" y="0"/>
                </a:moveTo>
                <a:lnTo>
                  <a:pt x="781811" y="25851"/>
                </a:lnTo>
                <a:lnTo>
                  <a:pt x="794766" y="25400"/>
                </a:lnTo>
                <a:lnTo>
                  <a:pt x="836552" y="25400"/>
                </a:lnTo>
                <a:lnTo>
                  <a:pt x="780923" y="0"/>
                </a:lnTo>
                <a:close/>
              </a:path>
            </a:pathLst>
          </a:custGeom>
          <a:solidFill>
            <a:srgbClr val="000000"/>
          </a:solidFill>
        </p:spPr>
        <p:txBody>
          <a:bodyPr wrap="square" lIns="0" tIns="0" rIns="0" bIns="0" rtlCol="0"/>
          <a:lstStyle/>
          <a:p>
            <a:endParaRPr/>
          </a:p>
        </p:txBody>
      </p:sp>
      <p:sp>
        <p:nvSpPr>
          <p:cNvPr id="39" name="object 37">
            <a:extLst>
              <a:ext uri="{FF2B5EF4-FFF2-40B4-BE49-F238E27FC236}">
                <a16:creationId xmlns:a16="http://schemas.microsoft.com/office/drawing/2014/main" id="{C804D867-5BCF-04D4-48D6-4B824322CFC7}"/>
              </a:ext>
            </a:extLst>
          </p:cNvPr>
          <p:cNvSpPr/>
          <p:nvPr/>
        </p:nvSpPr>
        <p:spPr>
          <a:xfrm>
            <a:off x="4415889" y="2047395"/>
            <a:ext cx="874394" cy="740410"/>
          </a:xfrm>
          <a:custGeom>
            <a:avLst/>
            <a:gdLst/>
            <a:ahLst/>
            <a:cxnLst/>
            <a:rect l="l" t="t" r="r" b="b"/>
            <a:pathLst>
              <a:path w="874395" h="740410">
                <a:moveTo>
                  <a:pt x="806032" y="699890"/>
                </a:moveTo>
                <a:lnTo>
                  <a:pt x="789305" y="719709"/>
                </a:lnTo>
                <a:lnTo>
                  <a:pt x="873887" y="740156"/>
                </a:lnTo>
                <a:lnTo>
                  <a:pt x="860153" y="708279"/>
                </a:lnTo>
                <a:lnTo>
                  <a:pt x="815975" y="708279"/>
                </a:lnTo>
                <a:lnTo>
                  <a:pt x="806032" y="699890"/>
                </a:lnTo>
                <a:close/>
              </a:path>
              <a:path w="874395" h="740410">
                <a:moveTo>
                  <a:pt x="822771" y="680057"/>
                </a:moveTo>
                <a:lnTo>
                  <a:pt x="806032" y="699890"/>
                </a:lnTo>
                <a:lnTo>
                  <a:pt x="815975" y="708279"/>
                </a:lnTo>
                <a:lnTo>
                  <a:pt x="832739" y="688467"/>
                </a:lnTo>
                <a:lnTo>
                  <a:pt x="822771" y="680057"/>
                </a:lnTo>
                <a:close/>
              </a:path>
              <a:path w="874395" h="740410">
                <a:moveTo>
                  <a:pt x="839469" y="660273"/>
                </a:moveTo>
                <a:lnTo>
                  <a:pt x="822771" y="680057"/>
                </a:lnTo>
                <a:lnTo>
                  <a:pt x="832739" y="688467"/>
                </a:lnTo>
                <a:lnTo>
                  <a:pt x="815975" y="708279"/>
                </a:lnTo>
                <a:lnTo>
                  <a:pt x="860153" y="708279"/>
                </a:lnTo>
                <a:lnTo>
                  <a:pt x="839469" y="660273"/>
                </a:lnTo>
                <a:close/>
              </a:path>
              <a:path w="874395" h="740410">
                <a:moveTo>
                  <a:pt x="16763" y="0"/>
                </a:moveTo>
                <a:lnTo>
                  <a:pt x="0" y="19812"/>
                </a:lnTo>
                <a:lnTo>
                  <a:pt x="806032" y="699890"/>
                </a:lnTo>
                <a:lnTo>
                  <a:pt x="822771" y="680057"/>
                </a:lnTo>
                <a:lnTo>
                  <a:pt x="16763" y="0"/>
                </a:lnTo>
                <a:close/>
              </a:path>
            </a:pathLst>
          </a:custGeom>
          <a:solidFill>
            <a:srgbClr val="000000"/>
          </a:solidFill>
        </p:spPr>
        <p:txBody>
          <a:bodyPr wrap="square" lIns="0" tIns="0" rIns="0" bIns="0" rtlCol="0"/>
          <a:lstStyle/>
          <a:p>
            <a:endParaRPr/>
          </a:p>
        </p:txBody>
      </p:sp>
      <p:sp>
        <p:nvSpPr>
          <p:cNvPr id="40" name="object 38">
            <a:extLst>
              <a:ext uri="{FF2B5EF4-FFF2-40B4-BE49-F238E27FC236}">
                <a16:creationId xmlns:a16="http://schemas.microsoft.com/office/drawing/2014/main" id="{F3853761-EE49-F0E2-09B7-756496175BBC}"/>
              </a:ext>
            </a:extLst>
          </p:cNvPr>
          <p:cNvSpPr/>
          <p:nvPr/>
        </p:nvSpPr>
        <p:spPr>
          <a:xfrm>
            <a:off x="4412333" y="2052094"/>
            <a:ext cx="870585" cy="1963420"/>
          </a:xfrm>
          <a:custGeom>
            <a:avLst/>
            <a:gdLst/>
            <a:ahLst/>
            <a:cxnLst/>
            <a:rect l="l" t="t" r="r" b="b"/>
            <a:pathLst>
              <a:path w="870585" h="1963420">
                <a:moveTo>
                  <a:pt x="822864" y="1897323"/>
                </a:moveTo>
                <a:lnTo>
                  <a:pt x="799084" y="1907667"/>
                </a:lnTo>
                <a:lnTo>
                  <a:pt x="865759" y="1963420"/>
                </a:lnTo>
                <a:lnTo>
                  <a:pt x="868617" y="1909191"/>
                </a:lnTo>
                <a:lnTo>
                  <a:pt x="828039" y="1909191"/>
                </a:lnTo>
                <a:lnTo>
                  <a:pt x="822864" y="1897323"/>
                </a:lnTo>
                <a:close/>
              </a:path>
              <a:path w="870585" h="1963420">
                <a:moveTo>
                  <a:pt x="846598" y="1887001"/>
                </a:moveTo>
                <a:lnTo>
                  <a:pt x="822864" y="1897323"/>
                </a:lnTo>
                <a:lnTo>
                  <a:pt x="828039" y="1909191"/>
                </a:lnTo>
                <a:lnTo>
                  <a:pt x="851788" y="1898904"/>
                </a:lnTo>
                <a:lnTo>
                  <a:pt x="846598" y="1887001"/>
                </a:lnTo>
                <a:close/>
              </a:path>
              <a:path w="870585" h="1963420">
                <a:moveTo>
                  <a:pt x="870331" y="1876679"/>
                </a:moveTo>
                <a:lnTo>
                  <a:pt x="846598" y="1887001"/>
                </a:lnTo>
                <a:lnTo>
                  <a:pt x="851788" y="1898904"/>
                </a:lnTo>
                <a:lnTo>
                  <a:pt x="828039" y="1909191"/>
                </a:lnTo>
                <a:lnTo>
                  <a:pt x="868617" y="1909191"/>
                </a:lnTo>
                <a:lnTo>
                  <a:pt x="870331" y="1876679"/>
                </a:lnTo>
                <a:close/>
              </a:path>
              <a:path w="870585" h="1963420">
                <a:moveTo>
                  <a:pt x="23749" y="0"/>
                </a:moveTo>
                <a:lnTo>
                  <a:pt x="0" y="10413"/>
                </a:lnTo>
                <a:lnTo>
                  <a:pt x="822864" y="1897323"/>
                </a:lnTo>
                <a:lnTo>
                  <a:pt x="846598" y="1887001"/>
                </a:lnTo>
                <a:lnTo>
                  <a:pt x="23749" y="0"/>
                </a:lnTo>
                <a:close/>
              </a:path>
            </a:pathLst>
          </a:custGeom>
          <a:solidFill>
            <a:srgbClr val="000000"/>
          </a:solidFill>
        </p:spPr>
        <p:txBody>
          <a:bodyPr wrap="square" lIns="0" tIns="0" rIns="0" bIns="0" rtlCol="0"/>
          <a:lstStyle/>
          <a:p>
            <a:endParaRPr/>
          </a:p>
        </p:txBody>
      </p:sp>
      <p:sp>
        <p:nvSpPr>
          <p:cNvPr id="41" name="object 39">
            <a:extLst>
              <a:ext uri="{FF2B5EF4-FFF2-40B4-BE49-F238E27FC236}">
                <a16:creationId xmlns:a16="http://schemas.microsoft.com/office/drawing/2014/main" id="{0436324C-B538-9C95-A66C-9A5A54E4C6BB}"/>
              </a:ext>
            </a:extLst>
          </p:cNvPr>
          <p:cNvSpPr/>
          <p:nvPr/>
        </p:nvSpPr>
        <p:spPr>
          <a:xfrm>
            <a:off x="4445733" y="2008532"/>
            <a:ext cx="843280" cy="606425"/>
          </a:xfrm>
          <a:custGeom>
            <a:avLst/>
            <a:gdLst/>
            <a:ahLst/>
            <a:cxnLst/>
            <a:rect l="l" t="t" r="r" b="b"/>
            <a:pathLst>
              <a:path w="843279" h="606425">
                <a:moveTo>
                  <a:pt x="772267" y="34575"/>
                </a:moveTo>
                <a:lnTo>
                  <a:pt x="0" y="584835"/>
                </a:lnTo>
                <a:lnTo>
                  <a:pt x="14986" y="605917"/>
                </a:lnTo>
                <a:lnTo>
                  <a:pt x="787309" y="55617"/>
                </a:lnTo>
                <a:lnTo>
                  <a:pt x="772267" y="34575"/>
                </a:lnTo>
                <a:close/>
              </a:path>
              <a:path w="843279" h="606425">
                <a:moveTo>
                  <a:pt x="828694" y="27050"/>
                </a:moveTo>
                <a:lnTo>
                  <a:pt x="782827" y="27050"/>
                </a:lnTo>
                <a:lnTo>
                  <a:pt x="797813" y="48133"/>
                </a:lnTo>
                <a:lnTo>
                  <a:pt x="787309" y="55617"/>
                </a:lnTo>
                <a:lnTo>
                  <a:pt x="802386" y="76708"/>
                </a:lnTo>
                <a:lnTo>
                  <a:pt x="828694" y="27050"/>
                </a:lnTo>
                <a:close/>
              </a:path>
              <a:path w="843279" h="606425">
                <a:moveTo>
                  <a:pt x="782827" y="27050"/>
                </a:moveTo>
                <a:lnTo>
                  <a:pt x="772267" y="34575"/>
                </a:lnTo>
                <a:lnTo>
                  <a:pt x="787309" y="55617"/>
                </a:lnTo>
                <a:lnTo>
                  <a:pt x="797813" y="48133"/>
                </a:lnTo>
                <a:lnTo>
                  <a:pt x="782827" y="27050"/>
                </a:lnTo>
                <a:close/>
              </a:path>
              <a:path w="843279" h="606425">
                <a:moveTo>
                  <a:pt x="843026" y="0"/>
                </a:moveTo>
                <a:lnTo>
                  <a:pt x="757174" y="13462"/>
                </a:lnTo>
                <a:lnTo>
                  <a:pt x="772267" y="34575"/>
                </a:lnTo>
                <a:lnTo>
                  <a:pt x="782827" y="27050"/>
                </a:lnTo>
                <a:lnTo>
                  <a:pt x="828694" y="27050"/>
                </a:lnTo>
                <a:lnTo>
                  <a:pt x="843026" y="0"/>
                </a:lnTo>
                <a:close/>
              </a:path>
            </a:pathLst>
          </a:custGeom>
          <a:solidFill>
            <a:srgbClr val="000000"/>
          </a:solidFill>
        </p:spPr>
        <p:txBody>
          <a:bodyPr wrap="square" lIns="0" tIns="0" rIns="0" bIns="0" rtlCol="0"/>
          <a:lstStyle/>
          <a:p>
            <a:endParaRPr/>
          </a:p>
        </p:txBody>
      </p:sp>
      <p:sp>
        <p:nvSpPr>
          <p:cNvPr id="42" name="object 40">
            <a:extLst>
              <a:ext uri="{FF2B5EF4-FFF2-40B4-BE49-F238E27FC236}">
                <a16:creationId xmlns:a16="http://schemas.microsoft.com/office/drawing/2014/main" id="{0D8DF870-082A-4B2C-6FDD-B6EEEDBA76F8}"/>
              </a:ext>
            </a:extLst>
          </p:cNvPr>
          <p:cNvSpPr/>
          <p:nvPr/>
        </p:nvSpPr>
        <p:spPr>
          <a:xfrm>
            <a:off x="4417412" y="2614576"/>
            <a:ext cx="873760" cy="196850"/>
          </a:xfrm>
          <a:custGeom>
            <a:avLst/>
            <a:gdLst/>
            <a:ahLst/>
            <a:cxnLst/>
            <a:rect l="l" t="t" r="r" b="b"/>
            <a:pathLst>
              <a:path w="873760" h="196850">
                <a:moveTo>
                  <a:pt x="794758" y="171276"/>
                </a:moveTo>
                <a:lnTo>
                  <a:pt x="790067" y="196723"/>
                </a:lnTo>
                <a:lnTo>
                  <a:pt x="869992" y="173609"/>
                </a:lnTo>
                <a:lnTo>
                  <a:pt x="807466" y="173609"/>
                </a:lnTo>
                <a:lnTo>
                  <a:pt x="794758" y="171276"/>
                </a:lnTo>
                <a:close/>
              </a:path>
              <a:path w="873760" h="196850">
                <a:moveTo>
                  <a:pt x="799465" y="145753"/>
                </a:moveTo>
                <a:lnTo>
                  <a:pt x="794758" y="171276"/>
                </a:lnTo>
                <a:lnTo>
                  <a:pt x="807466" y="173609"/>
                </a:lnTo>
                <a:lnTo>
                  <a:pt x="812165" y="148081"/>
                </a:lnTo>
                <a:lnTo>
                  <a:pt x="799465" y="145753"/>
                </a:lnTo>
                <a:close/>
              </a:path>
              <a:path w="873760" h="196850">
                <a:moveTo>
                  <a:pt x="804164" y="120268"/>
                </a:moveTo>
                <a:lnTo>
                  <a:pt x="799465" y="145753"/>
                </a:lnTo>
                <a:lnTo>
                  <a:pt x="812165" y="148081"/>
                </a:lnTo>
                <a:lnTo>
                  <a:pt x="807466" y="173609"/>
                </a:lnTo>
                <a:lnTo>
                  <a:pt x="869992" y="173609"/>
                </a:lnTo>
                <a:lnTo>
                  <a:pt x="873506" y="172592"/>
                </a:lnTo>
                <a:lnTo>
                  <a:pt x="804164" y="120268"/>
                </a:lnTo>
                <a:close/>
              </a:path>
              <a:path w="873760" h="196850">
                <a:moveTo>
                  <a:pt x="4571" y="0"/>
                </a:moveTo>
                <a:lnTo>
                  <a:pt x="0" y="25400"/>
                </a:lnTo>
                <a:lnTo>
                  <a:pt x="794758" y="171276"/>
                </a:lnTo>
                <a:lnTo>
                  <a:pt x="799465" y="145753"/>
                </a:lnTo>
                <a:lnTo>
                  <a:pt x="4571" y="0"/>
                </a:lnTo>
                <a:close/>
              </a:path>
            </a:pathLst>
          </a:custGeom>
          <a:solidFill>
            <a:srgbClr val="000000"/>
          </a:solidFill>
        </p:spPr>
        <p:txBody>
          <a:bodyPr wrap="square" lIns="0" tIns="0" rIns="0" bIns="0" rtlCol="0"/>
          <a:lstStyle/>
          <a:p>
            <a:endParaRPr/>
          </a:p>
        </p:txBody>
      </p:sp>
      <p:sp>
        <p:nvSpPr>
          <p:cNvPr id="43" name="object 41">
            <a:extLst>
              <a:ext uri="{FF2B5EF4-FFF2-40B4-BE49-F238E27FC236}">
                <a16:creationId xmlns:a16="http://schemas.microsoft.com/office/drawing/2014/main" id="{C416FC41-3D54-4D0D-E0E4-689E46AB1719}"/>
              </a:ext>
            </a:extLst>
          </p:cNvPr>
          <p:cNvSpPr/>
          <p:nvPr/>
        </p:nvSpPr>
        <p:spPr>
          <a:xfrm>
            <a:off x="4408649" y="2620419"/>
            <a:ext cx="871219" cy="1395095"/>
          </a:xfrm>
          <a:custGeom>
            <a:avLst/>
            <a:gdLst/>
            <a:ahLst/>
            <a:cxnLst/>
            <a:rect l="l" t="t" r="r" b="b"/>
            <a:pathLst>
              <a:path w="871220" h="1395095">
                <a:moveTo>
                  <a:pt x="818713" y="1335497"/>
                </a:moveTo>
                <a:lnTo>
                  <a:pt x="796670" y="1349121"/>
                </a:lnTo>
                <a:lnTo>
                  <a:pt x="870711" y="1394714"/>
                </a:lnTo>
                <a:lnTo>
                  <a:pt x="866318" y="1346454"/>
                </a:lnTo>
                <a:lnTo>
                  <a:pt x="825499" y="1346454"/>
                </a:lnTo>
                <a:lnTo>
                  <a:pt x="818713" y="1335497"/>
                </a:lnTo>
                <a:close/>
              </a:path>
              <a:path w="871220" h="1395095">
                <a:moveTo>
                  <a:pt x="840781" y="1321858"/>
                </a:moveTo>
                <a:lnTo>
                  <a:pt x="818713" y="1335497"/>
                </a:lnTo>
                <a:lnTo>
                  <a:pt x="825499" y="1346454"/>
                </a:lnTo>
                <a:lnTo>
                  <a:pt x="847597" y="1332865"/>
                </a:lnTo>
                <a:lnTo>
                  <a:pt x="840781" y="1321858"/>
                </a:lnTo>
                <a:close/>
              </a:path>
              <a:path w="871220" h="1395095">
                <a:moveTo>
                  <a:pt x="862837" y="1308227"/>
                </a:moveTo>
                <a:lnTo>
                  <a:pt x="840781" y="1321858"/>
                </a:lnTo>
                <a:lnTo>
                  <a:pt x="847597" y="1332865"/>
                </a:lnTo>
                <a:lnTo>
                  <a:pt x="825499" y="1346454"/>
                </a:lnTo>
                <a:lnTo>
                  <a:pt x="866318" y="1346454"/>
                </a:lnTo>
                <a:lnTo>
                  <a:pt x="862837" y="1308227"/>
                </a:lnTo>
                <a:close/>
              </a:path>
              <a:path w="871220" h="1395095">
                <a:moveTo>
                  <a:pt x="22098" y="0"/>
                </a:moveTo>
                <a:lnTo>
                  <a:pt x="0" y="13716"/>
                </a:lnTo>
                <a:lnTo>
                  <a:pt x="818713" y="1335497"/>
                </a:lnTo>
                <a:lnTo>
                  <a:pt x="840781" y="1321858"/>
                </a:lnTo>
                <a:lnTo>
                  <a:pt x="22098" y="0"/>
                </a:lnTo>
                <a:close/>
              </a:path>
            </a:pathLst>
          </a:custGeom>
          <a:solidFill>
            <a:srgbClr val="000000"/>
          </a:solidFill>
        </p:spPr>
        <p:txBody>
          <a:bodyPr wrap="square" lIns="0" tIns="0" rIns="0" bIns="0" rtlCol="0"/>
          <a:lstStyle/>
          <a:p>
            <a:endParaRPr/>
          </a:p>
        </p:txBody>
      </p:sp>
      <p:sp>
        <p:nvSpPr>
          <p:cNvPr id="44" name="object 42">
            <a:extLst>
              <a:ext uri="{FF2B5EF4-FFF2-40B4-BE49-F238E27FC236}">
                <a16:creationId xmlns:a16="http://schemas.microsoft.com/office/drawing/2014/main" id="{7E1876F6-0C02-CFE2-F0EA-58133377FED0}"/>
              </a:ext>
            </a:extLst>
          </p:cNvPr>
          <p:cNvSpPr/>
          <p:nvPr/>
        </p:nvSpPr>
        <p:spPr>
          <a:xfrm>
            <a:off x="4546191" y="2008532"/>
            <a:ext cx="751840" cy="1997710"/>
          </a:xfrm>
          <a:custGeom>
            <a:avLst/>
            <a:gdLst/>
            <a:ahLst/>
            <a:cxnLst/>
            <a:rect l="l" t="t" r="r" b="b"/>
            <a:pathLst>
              <a:path w="751839" h="1997710">
                <a:moveTo>
                  <a:pt x="703076" y="68512"/>
                </a:moveTo>
                <a:lnTo>
                  <a:pt x="0" y="1988312"/>
                </a:lnTo>
                <a:lnTo>
                  <a:pt x="24383" y="1997202"/>
                </a:lnTo>
                <a:lnTo>
                  <a:pt x="727330" y="77412"/>
                </a:lnTo>
                <a:lnTo>
                  <a:pt x="703076" y="68512"/>
                </a:lnTo>
                <a:close/>
              </a:path>
              <a:path w="751839" h="1997710">
                <a:moveTo>
                  <a:pt x="748319" y="56387"/>
                </a:moveTo>
                <a:lnTo>
                  <a:pt x="707516" y="56387"/>
                </a:lnTo>
                <a:lnTo>
                  <a:pt x="731774" y="65278"/>
                </a:lnTo>
                <a:lnTo>
                  <a:pt x="727330" y="77412"/>
                </a:lnTo>
                <a:lnTo>
                  <a:pt x="751713" y="86360"/>
                </a:lnTo>
                <a:lnTo>
                  <a:pt x="748319" y="56387"/>
                </a:lnTo>
                <a:close/>
              </a:path>
              <a:path w="751839" h="1997710">
                <a:moveTo>
                  <a:pt x="707516" y="56387"/>
                </a:moveTo>
                <a:lnTo>
                  <a:pt x="703076" y="68512"/>
                </a:lnTo>
                <a:lnTo>
                  <a:pt x="727330" y="77412"/>
                </a:lnTo>
                <a:lnTo>
                  <a:pt x="731774" y="65278"/>
                </a:lnTo>
                <a:lnTo>
                  <a:pt x="707516" y="56387"/>
                </a:lnTo>
                <a:close/>
              </a:path>
              <a:path w="751839" h="1997710">
                <a:moveTo>
                  <a:pt x="741933" y="0"/>
                </a:moveTo>
                <a:lnTo>
                  <a:pt x="678688" y="59562"/>
                </a:lnTo>
                <a:lnTo>
                  <a:pt x="703076" y="68512"/>
                </a:lnTo>
                <a:lnTo>
                  <a:pt x="707516" y="56387"/>
                </a:lnTo>
                <a:lnTo>
                  <a:pt x="748319" y="56387"/>
                </a:lnTo>
                <a:lnTo>
                  <a:pt x="741933" y="0"/>
                </a:lnTo>
                <a:close/>
              </a:path>
            </a:pathLst>
          </a:custGeom>
          <a:solidFill>
            <a:srgbClr val="000000"/>
          </a:solidFill>
        </p:spPr>
        <p:txBody>
          <a:bodyPr wrap="square" lIns="0" tIns="0" rIns="0" bIns="0" rtlCol="0"/>
          <a:lstStyle/>
          <a:p>
            <a:endParaRPr/>
          </a:p>
        </p:txBody>
      </p:sp>
      <p:sp>
        <p:nvSpPr>
          <p:cNvPr id="45" name="object 43">
            <a:extLst>
              <a:ext uri="{FF2B5EF4-FFF2-40B4-BE49-F238E27FC236}">
                <a16:creationId xmlns:a16="http://schemas.microsoft.com/office/drawing/2014/main" id="{FB2D0060-8877-DF3A-B47A-F576200FB462}"/>
              </a:ext>
            </a:extLst>
          </p:cNvPr>
          <p:cNvSpPr/>
          <p:nvPr/>
        </p:nvSpPr>
        <p:spPr>
          <a:xfrm>
            <a:off x="4547334" y="2787297"/>
            <a:ext cx="743585" cy="1221105"/>
          </a:xfrm>
          <a:custGeom>
            <a:avLst/>
            <a:gdLst/>
            <a:ahLst/>
            <a:cxnLst/>
            <a:rect l="l" t="t" r="r" b="b"/>
            <a:pathLst>
              <a:path w="743585" h="1221104">
                <a:moveTo>
                  <a:pt x="691824" y="59841"/>
                </a:moveTo>
                <a:lnTo>
                  <a:pt x="0" y="1207515"/>
                </a:lnTo>
                <a:lnTo>
                  <a:pt x="22098" y="1220850"/>
                </a:lnTo>
                <a:lnTo>
                  <a:pt x="714018" y="73226"/>
                </a:lnTo>
                <a:lnTo>
                  <a:pt x="691824" y="59841"/>
                </a:lnTo>
                <a:close/>
              </a:path>
              <a:path w="743585" h="1221104">
                <a:moveTo>
                  <a:pt x="739215" y="48767"/>
                </a:moveTo>
                <a:lnTo>
                  <a:pt x="698500" y="48767"/>
                </a:lnTo>
                <a:lnTo>
                  <a:pt x="720725" y="62102"/>
                </a:lnTo>
                <a:lnTo>
                  <a:pt x="714018" y="73226"/>
                </a:lnTo>
                <a:lnTo>
                  <a:pt x="736219" y="86613"/>
                </a:lnTo>
                <a:lnTo>
                  <a:pt x="739215" y="48767"/>
                </a:lnTo>
                <a:close/>
              </a:path>
              <a:path w="743585" h="1221104">
                <a:moveTo>
                  <a:pt x="698500" y="48767"/>
                </a:moveTo>
                <a:lnTo>
                  <a:pt x="691824" y="59841"/>
                </a:lnTo>
                <a:lnTo>
                  <a:pt x="714018" y="73226"/>
                </a:lnTo>
                <a:lnTo>
                  <a:pt x="720725" y="62102"/>
                </a:lnTo>
                <a:lnTo>
                  <a:pt x="698500" y="48767"/>
                </a:lnTo>
                <a:close/>
              </a:path>
              <a:path w="743585" h="1221104">
                <a:moveTo>
                  <a:pt x="743076" y="0"/>
                </a:moveTo>
                <a:lnTo>
                  <a:pt x="669671" y="46481"/>
                </a:lnTo>
                <a:lnTo>
                  <a:pt x="691824" y="59841"/>
                </a:lnTo>
                <a:lnTo>
                  <a:pt x="698500" y="48767"/>
                </a:lnTo>
                <a:lnTo>
                  <a:pt x="739215" y="48767"/>
                </a:lnTo>
                <a:lnTo>
                  <a:pt x="743076" y="0"/>
                </a:lnTo>
                <a:close/>
              </a:path>
            </a:pathLst>
          </a:custGeom>
          <a:solidFill>
            <a:srgbClr val="000000"/>
          </a:solidFill>
        </p:spPr>
        <p:txBody>
          <a:bodyPr wrap="square" lIns="0" tIns="0" rIns="0" bIns="0" rtlCol="0"/>
          <a:lstStyle/>
          <a:p>
            <a:endParaRPr/>
          </a:p>
        </p:txBody>
      </p:sp>
      <p:sp>
        <p:nvSpPr>
          <p:cNvPr id="46" name="object 44">
            <a:extLst>
              <a:ext uri="{FF2B5EF4-FFF2-40B4-BE49-F238E27FC236}">
                <a16:creationId xmlns:a16="http://schemas.microsoft.com/office/drawing/2014/main" id="{3A4E2068-FCCA-BCE9-27EC-5842D7AE53C2}"/>
              </a:ext>
            </a:extLst>
          </p:cNvPr>
          <p:cNvSpPr/>
          <p:nvPr/>
        </p:nvSpPr>
        <p:spPr>
          <a:xfrm>
            <a:off x="4558128" y="3975381"/>
            <a:ext cx="720725" cy="78105"/>
          </a:xfrm>
          <a:custGeom>
            <a:avLst/>
            <a:gdLst/>
            <a:ahLst/>
            <a:cxnLst/>
            <a:rect l="l" t="t" r="r" b="b"/>
            <a:pathLst>
              <a:path w="720725" h="78104">
                <a:moveTo>
                  <a:pt x="643763" y="0"/>
                </a:moveTo>
                <a:lnTo>
                  <a:pt x="643254" y="25913"/>
                </a:lnTo>
                <a:lnTo>
                  <a:pt x="656208" y="26162"/>
                </a:lnTo>
                <a:lnTo>
                  <a:pt x="655701" y="52070"/>
                </a:lnTo>
                <a:lnTo>
                  <a:pt x="642742" y="52070"/>
                </a:lnTo>
                <a:lnTo>
                  <a:pt x="642238" y="77724"/>
                </a:lnTo>
                <a:lnTo>
                  <a:pt x="696164" y="52070"/>
                </a:lnTo>
                <a:lnTo>
                  <a:pt x="655701" y="52070"/>
                </a:lnTo>
                <a:lnTo>
                  <a:pt x="642746" y="51821"/>
                </a:lnTo>
                <a:lnTo>
                  <a:pt x="696686" y="51821"/>
                </a:lnTo>
                <a:lnTo>
                  <a:pt x="720725" y="40386"/>
                </a:lnTo>
                <a:lnTo>
                  <a:pt x="643763" y="0"/>
                </a:lnTo>
                <a:close/>
              </a:path>
              <a:path w="720725" h="78104">
                <a:moveTo>
                  <a:pt x="643254" y="25913"/>
                </a:moveTo>
                <a:lnTo>
                  <a:pt x="642746" y="51821"/>
                </a:lnTo>
                <a:lnTo>
                  <a:pt x="655701" y="52070"/>
                </a:lnTo>
                <a:lnTo>
                  <a:pt x="656208" y="26162"/>
                </a:lnTo>
                <a:lnTo>
                  <a:pt x="643254" y="25913"/>
                </a:lnTo>
                <a:close/>
              </a:path>
              <a:path w="720725" h="78104">
                <a:moveTo>
                  <a:pt x="507" y="13589"/>
                </a:moveTo>
                <a:lnTo>
                  <a:pt x="0" y="39497"/>
                </a:lnTo>
                <a:lnTo>
                  <a:pt x="642746" y="51821"/>
                </a:lnTo>
                <a:lnTo>
                  <a:pt x="643254" y="25913"/>
                </a:lnTo>
                <a:lnTo>
                  <a:pt x="507" y="13589"/>
                </a:lnTo>
                <a:close/>
              </a:path>
            </a:pathLst>
          </a:custGeom>
          <a:solidFill>
            <a:srgbClr val="000000"/>
          </a:solidFill>
        </p:spPr>
        <p:txBody>
          <a:bodyPr wrap="square" lIns="0" tIns="0" rIns="0" bIns="0" rtlCol="0"/>
          <a:lstStyle/>
          <a:p>
            <a:endParaRPr/>
          </a:p>
        </p:txBody>
      </p:sp>
      <p:sp>
        <p:nvSpPr>
          <p:cNvPr id="47" name="object 45">
            <a:extLst>
              <a:ext uri="{FF2B5EF4-FFF2-40B4-BE49-F238E27FC236}">
                <a16:creationId xmlns:a16="http://schemas.microsoft.com/office/drawing/2014/main" id="{A0584BF7-7B8D-4257-012B-D06495FC976B}"/>
              </a:ext>
            </a:extLst>
          </p:cNvPr>
          <p:cNvSpPr/>
          <p:nvPr/>
        </p:nvSpPr>
        <p:spPr>
          <a:xfrm>
            <a:off x="1601835" y="1785267"/>
            <a:ext cx="2463165" cy="391160"/>
          </a:xfrm>
          <a:custGeom>
            <a:avLst/>
            <a:gdLst/>
            <a:ahLst/>
            <a:cxnLst/>
            <a:rect l="l" t="t" r="r" b="b"/>
            <a:pathLst>
              <a:path w="2463165" h="391160">
                <a:moveTo>
                  <a:pt x="1101077" y="0"/>
                </a:moveTo>
                <a:lnTo>
                  <a:pt x="1059675" y="508"/>
                </a:lnTo>
                <a:lnTo>
                  <a:pt x="1018908" y="1650"/>
                </a:lnTo>
                <a:lnTo>
                  <a:pt x="979030" y="3556"/>
                </a:lnTo>
                <a:lnTo>
                  <a:pt x="939914" y="6096"/>
                </a:lnTo>
                <a:lnTo>
                  <a:pt x="901700" y="9525"/>
                </a:lnTo>
                <a:lnTo>
                  <a:pt x="827633" y="18541"/>
                </a:lnTo>
                <a:lnTo>
                  <a:pt x="756716" y="30480"/>
                </a:lnTo>
                <a:lnTo>
                  <a:pt x="688759" y="44831"/>
                </a:lnTo>
                <a:lnTo>
                  <a:pt x="623455" y="61849"/>
                </a:lnTo>
                <a:lnTo>
                  <a:pt x="560717" y="80899"/>
                </a:lnTo>
                <a:lnTo>
                  <a:pt x="470827" y="113284"/>
                </a:lnTo>
                <a:lnTo>
                  <a:pt x="413397" y="137160"/>
                </a:lnTo>
                <a:lnTo>
                  <a:pt x="357733" y="162560"/>
                </a:lnTo>
                <a:lnTo>
                  <a:pt x="303631" y="189230"/>
                </a:lnTo>
                <a:lnTo>
                  <a:pt x="250926" y="217170"/>
                </a:lnTo>
                <a:lnTo>
                  <a:pt x="199326" y="245872"/>
                </a:lnTo>
                <a:lnTo>
                  <a:pt x="148628" y="275336"/>
                </a:lnTo>
                <a:lnTo>
                  <a:pt x="98653" y="305435"/>
                </a:lnTo>
                <a:lnTo>
                  <a:pt x="0" y="366395"/>
                </a:lnTo>
                <a:lnTo>
                  <a:pt x="15214" y="391033"/>
                </a:lnTo>
                <a:lnTo>
                  <a:pt x="113791" y="330200"/>
                </a:lnTo>
                <a:lnTo>
                  <a:pt x="163474" y="300227"/>
                </a:lnTo>
                <a:lnTo>
                  <a:pt x="213561" y="271018"/>
                </a:lnTo>
                <a:lnTo>
                  <a:pt x="264871" y="242443"/>
                </a:lnTo>
                <a:lnTo>
                  <a:pt x="265082" y="242443"/>
                </a:lnTo>
                <a:lnTo>
                  <a:pt x="316991" y="214884"/>
                </a:lnTo>
                <a:lnTo>
                  <a:pt x="317137" y="214884"/>
                </a:lnTo>
                <a:lnTo>
                  <a:pt x="370344" y="188595"/>
                </a:lnTo>
                <a:lnTo>
                  <a:pt x="370496" y="188595"/>
                </a:lnTo>
                <a:lnTo>
                  <a:pt x="424904" y="163830"/>
                </a:lnTo>
                <a:lnTo>
                  <a:pt x="424751" y="163830"/>
                </a:lnTo>
                <a:lnTo>
                  <a:pt x="481710" y="140081"/>
                </a:lnTo>
                <a:lnTo>
                  <a:pt x="481874" y="140081"/>
                </a:lnTo>
                <a:lnTo>
                  <a:pt x="539712" y="118618"/>
                </a:lnTo>
                <a:lnTo>
                  <a:pt x="569836" y="108458"/>
                </a:lnTo>
                <a:lnTo>
                  <a:pt x="569544" y="108458"/>
                </a:lnTo>
                <a:lnTo>
                  <a:pt x="600405" y="98806"/>
                </a:lnTo>
                <a:lnTo>
                  <a:pt x="600151" y="98806"/>
                </a:lnTo>
                <a:lnTo>
                  <a:pt x="631494" y="89662"/>
                </a:lnTo>
                <a:lnTo>
                  <a:pt x="631190" y="89662"/>
                </a:lnTo>
                <a:lnTo>
                  <a:pt x="663194" y="81025"/>
                </a:lnTo>
                <a:lnTo>
                  <a:pt x="663399" y="81025"/>
                </a:lnTo>
                <a:lnTo>
                  <a:pt x="695553" y="73025"/>
                </a:lnTo>
                <a:lnTo>
                  <a:pt x="695788" y="73025"/>
                </a:lnTo>
                <a:lnTo>
                  <a:pt x="728560" y="65659"/>
                </a:lnTo>
                <a:lnTo>
                  <a:pt x="728268" y="65659"/>
                </a:lnTo>
                <a:lnTo>
                  <a:pt x="762279" y="58800"/>
                </a:lnTo>
                <a:lnTo>
                  <a:pt x="762658" y="58800"/>
                </a:lnTo>
                <a:lnTo>
                  <a:pt x="796721" y="52705"/>
                </a:lnTo>
                <a:lnTo>
                  <a:pt x="797232" y="52705"/>
                </a:lnTo>
                <a:lnTo>
                  <a:pt x="831976" y="47116"/>
                </a:lnTo>
                <a:lnTo>
                  <a:pt x="832550" y="47116"/>
                </a:lnTo>
                <a:lnTo>
                  <a:pt x="867879" y="42418"/>
                </a:lnTo>
                <a:lnTo>
                  <a:pt x="868751" y="42418"/>
                </a:lnTo>
                <a:lnTo>
                  <a:pt x="904773" y="38353"/>
                </a:lnTo>
                <a:lnTo>
                  <a:pt x="904417" y="38353"/>
                </a:lnTo>
                <a:lnTo>
                  <a:pt x="942327" y="35051"/>
                </a:lnTo>
                <a:lnTo>
                  <a:pt x="942073" y="35051"/>
                </a:lnTo>
                <a:lnTo>
                  <a:pt x="980808" y="32385"/>
                </a:lnTo>
                <a:lnTo>
                  <a:pt x="983195" y="32385"/>
                </a:lnTo>
                <a:lnTo>
                  <a:pt x="1020178" y="30607"/>
                </a:lnTo>
                <a:lnTo>
                  <a:pt x="1019797" y="30607"/>
                </a:lnTo>
                <a:lnTo>
                  <a:pt x="1060310" y="29463"/>
                </a:lnTo>
                <a:lnTo>
                  <a:pt x="1060056" y="29463"/>
                </a:lnTo>
                <a:lnTo>
                  <a:pt x="1101120" y="28957"/>
                </a:lnTo>
                <a:lnTo>
                  <a:pt x="1554028" y="28956"/>
                </a:lnTo>
                <a:lnTo>
                  <a:pt x="1551927" y="28701"/>
                </a:lnTo>
                <a:lnTo>
                  <a:pt x="1457058" y="18796"/>
                </a:lnTo>
                <a:lnTo>
                  <a:pt x="1364348" y="10668"/>
                </a:lnTo>
                <a:lnTo>
                  <a:pt x="1318882" y="7493"/>
                </a:lnTo>
                <a:lnTo>
                  <a:pt x="1273924" y="4825"/>
                </a:lnTo>
                <a:lnTo>
                  <a:pt x="1229728" y="2666"/>
                </a:lnTo>
                <a:lnTo>
                  <a:pt x="1186167" y="1143"/>
                </a:lnTo>
                <a:lnTo>
                  <a:pt x="1143241" y="253"/>
                </a:lnTo>
                <a:lnTo>
                  <a:pt x="1101077" y="0"/>
                </a:lnTo>
                <a:close/>
              </a:path>
              <a:path w="2463165" h="391160">
                <a:moveTo>
                  <a:pt x="163514" y="300227"/>
                </a:moveTo>
                <a:lnTo>
                  <a:pt x="163296" y="300355"/>
                </a:lnTo>
                <a:lnTo>
                  <a:pt x="163514" y="300227"/>
                </a:lnTo>
                <a:close/>
              </a:path>
              <a:path w="2463165" h="391160">
                <a:moveTo>
                  <a:pt x="213779" y="270890"/>
                </a:moveTo>
                <a:lnTo>
                  <a:pt x="213525" y="271018"/>
                </a:lnTo>
                <a:lnTo>
                  <a:pt x="213779" y="270890"/>
                </a:lnTo>
                <a:close/>
              </a:path>
              <a:path w="2463165" h="391160">
                <a:moveTo>
                  <a:pt x="265082" y="242443"/>
                </a:moveTo>
                <a:lnTo>
                  <a:pt x="264871" y="242443"/>
                </a:lnTo>
                <a:lnTo>
                  <a:pt x="264604" y="242697"/>
                </a:lnTo>
                <a:lnTo>
                  <a:pt x="265082" y="242443"/>
                </a:lnTo>
                <a:close/>
              </a:path>
              <a:path w="2463165" h="391160">
                <a:moveTo>
                  <a:pt x="317137" y="214884"/>
                </a:moveTo>
                <a:lnTo>
                  <a:pt x="316991" y="214884"/>
                </a:lnTo>
                <a:lnTo>
                  <a:pt x="316623" y="215137"/>
                </a:lnTo>
                <a:lnTo>
                  <a:pt x="317137" y="214884"/>
                </a:lnTo>
                <a:close/>
              </a:path>
              <a:path w="2463165" h="391160">
                <a:moveTo>
                  <a:pt x="2374722" y="186451"/>
                </a:moveTo>
                <a:lnTo>
                  <a:pt x="2369680" y="215011"/>
                </a:lnTo>
                <a:lnTo>
                  <a:pt x="2457220" y="188975"/>
                </a:lnTo>
                <a:lnTo>
                  <a:pt x="2388984" y="188975"/>
                </a:lnTo>
                <a:lnTo>
                  <a:pt x="2374722" y="186451"/>
                </a:lnTo>
                <a:close/>
              </a:path>
              <a:path w="2463165" h="391160">
                <a:moveTo>
                  <a:pt x="2379768" y="157872"/>
                </a:moveTo>
                <a:lnTo>
                  <a:pt x="2374722" y="186451"/>
                </a:lnTo>
                <a:lnTo>
                  <a:pt x="2388984" y="188975"/>
                </a:lnTo>
                <a:lnTo>
                  <a:pt x="2394064" y="160400"/>
                </a:lnTo>
                <a:lnTo>
                  <a:pt x="2379768" y="157872"/>
                </a:lnTo>
                <a:close/>
              </a:path>
              <a:path w="2463165" h="391160">
                <a:moveTo>
                  <a:pt x="2384793" y="129412"/>
                </a:moveTo>
                <a:lnTo>
                  <a:pt x="2379768" y="157872"/>
                </a:lnTo>
                <a:lnTo>
                  <a:pt x="2394064" y="160400"/>
                </a:lnTo>
                <a:lnTo>
                  <a:pt x="2388984" y="188975"/>
                </a:lnTo>
                <a:lnTo>
                  <a:pt x="2457220" y="188975"/>
                </a:lnTo>
                <a:lnTo>
                  <a:pt x="2462771" y="187325"/>
                </a:lnTo>
                <a:lnTo>
                  <a:pt x="2384793" y="129412"/>
                </a:lnTo>
                <a:close/>
              </a:path>
              <a:path w="2463165" h="391160">
                <a:moveTo>
                  <a:pt x="370496" y="188595"/>
                </a:moveTo>
                <a:lnTo>
                  <a:pt x="370344" y="188595"/>
                </a:lnTo>
                <a:lnTo>
                  <a:pt x="369938" y="188849"/>
                </a:lnTo>
                <a:lnTo>
                  <a:pt x="370496" y="188595"/>
                </a:lnTo>
                <a:close/>
              </a:path>
              <a:path w="2463165" h="391160">
                <a:moveTo>
                  <a:pt x="1701572" y="47498"/>
                </a:moveTo>
                <a:lnTo>
                  <a:pt x="1454137" y="47498"/>
                </a:lnTo>
                <a:lnTo>
                  <a:pt x="1548752" y="57403"/>
                </a:lnTo>
                <a:lnTo>
                  <a:pt x="1548498" y="57403"/>
                </a:lnTo>
                <a:lnTo>
                  <a:pt x="1645018" y="69087"/>
                </a:lnTo>
                <a:lnTo>
                  <a:pt x="1644891" y="69087"/>
                </a:lnTo>
                <a:lnTo>
                  <a:pt x="1743062" y="82296"/>
                </a:lnTo>
                <a:lnTo>
                  <a:pt x="1742935" y="82296"/>
                </a:lnTo>
                <a:lnTo>
                  <a:pt x="1842630" y="96774"/>
                </a:lnTo>
                <a:lnTo>
                  <a:pt x="2045576" y="129159"/>
                </a:lnTo>
                <a:lnTo>
                  <a:pt x="2045449" y="129159"/>
                </a:lnTo>
                <a:lnTo>
                  <a:pt x="2148446" y="146558"/>
                </a:lnTo>
                <a:lnTo>
                  <a:pt x="2374722" y="186451"/>
                </a:lnTo>
                <a:lnTo>
                  <a:pt x="2379768" y="157872"/>
                </a:lnTo>
                <a:lnTo>
                  <a:pt x="2050275" y="100584"/>
                </a:lnTo>
                <a:lnTo>
                  <a:pt x="1846821" y="68199"/>
                </a:lnTo>
                <a:lnTo>
                  <a:pt x="1746999" y="53594"/>
                </a:lnTo>
                <a:lnTo>
                  <a:pt x="1701572" y="47498"/>
                </a:lnTo>
                <a:close/>
              </a:path>
              <a:path w="2463165" h="391160">
                <a:moveTo>
                  <a:pt x="425183" y="163702"/>
                </a:moveTo>
                <a:lnTo>
                  <a:pt x="424751" y="163830"/>
                </a:lnTo>
                <a:lnTo>
                  <a:pt x="424904" y="163830"/>
                </a:lnTo>
                <a:lnTo>
                  <a:pt x="425183" y="163702"/>
                </a:lnTo>
                <a:close/>
              </a:path>
              <a:path w="2463165" h="391160">
                <a:moveTo>
                  <a:pt x="481874" y="140081"/>
                </a:moveTo>
                <a:lnTo>
                  <a:pt x="481710" y="140081"/>
                </a:lnTo>
                <a:lnTo>
                  <a:pt x="481190" y="140335"/>
                </a:lnTo>
                <a:lnTo>
                  <a:pt x="481874" y="140081"/>
                </a:lnTo>
                <a:close/>
              </a:path>
              <a:path w="2463165" h="391160">
                <a:moveTo>
                  <a:pt x="540054" y="118490"/>
                </a:moveTo>
                <a:lnTo>
                  <a:pt x="539635" y="118618"/>
                </a:lnTo>
                <a:lnTo>
                  <a:pt x="540054" y="118490"/>
                </a:lnTo>
                <a:close/>
              </a:path>
              <a:path w="2463165" h="391160">
                <a:moveTo>
                  <a:pt x="663399" y="81025"/>
                </a:moveTo>
                <a:lnTo>
                  <a:pt x="663194" y="81025"/>
                </a:lnTo>
                <a:lnTo>
                  <a:pt x="662889" y="81152"/>
                </a:lnTo>
                <a:lnTo>
                  <a:pt x="663399" y="81025"/>
                </a:lnTo>
                <a:close/>
              </a:path>
              <a:path w="2463165" h="391160">
                <a:moveTo>
                  <a:pt x="695788" y="73025"/>
                </a:moveTo>
                <a:lnTo>
                  <a:pt x="695553" y="73025"/>
                </a:lnTo>
                <a:lnTo>
                  <a:pt x="695223" y="73151"/>
                </a:lnTo>
                <a:lnTo>
                  <a:pt x="695788" y="73025"/>
                </a:lnTo>
                <a:close/>
              </a:path>
              <a:path w="2463165" h="391160">
                <a:moveTo>
                  <a:pt x="762658" y="58800"/>
                </a:moveTo>
                <a:lnTo>
                  <a:pt x="762279" y="58800"/>
                </a:lnTo>
                <a:lnTo>
                  <a:pt x="761949" y="58927"/>
                </a:lnTo>
                <a:lnTo>
                  <a:pt x="762658" y="58800"/>
                </a:lnTo>
                <a:close/>
              </a:path>
              <a:path w="2463165" h="391160">
                <a:moveTo>
                  <a:pt x="797232" y="52705"/>
                </a:moveTo>
                <a:lnTo>
                  <a:pt x="796721" y="52705"/>
                </a:lnTo>
                <a:lnTo>
                  <a:pt x="796442" y="52832"/>
                </a:lnTo>
                <a:lnTo>
                  <a:pt x="797232" y="52705"/>
                </a:lnTo>
                <a:close/>
              </a:path>
              <a:path w="2463165" h="391160">
                <a:moveTo>
                  <a:pt x="1554028" y="28956"/>
                </a:moveTo>
                <a:lnTo>
                  <a:pt x="1101120" y="28957"/>
                </a:lnTo>
                <a:lnTo>
                  <a:pt x="1142987" y="29210"/>
                </a:lnTo>
                <a:lnTo>
                  <a:pt x="1142733" y="29210"/>
                </a:lnTo>
                <a:lnTo>
                  <a:pt x="1185405" y="30099"/>
                </a:lnTo>
                <a:lnTo>
                  <a:pt x="1185278" y="30099"/>
                </a:lnTo>
                <a:lnTo>
                  <a:pt x="1228712" y="31623"/>
                </a:lnTo>
                <a:lnTo>
                  <a:pt x="1228458" y="31623"/>
                </a:lnTo>
                <a:lnTo>
                  <a:pt x="1272527" y="33655"/>
                </a:lnTo>
                <a:lnTo>
                  <a:pt x="1272273" y="33655"/>
                </a:lnTo>
                <a:lnTo>
                  <a:pt x="1317104" y="36322"/>
                </a:lnTo>
                <a:lnTo>
                  <a:pt x="1362316" y="39624"/>
                </a:lnTo>
                <a:lnTo>
                  <a:pt x="1408036" y="43307"/>
                </a:lnTo>
                <a:lnTo>
                  <a:pt x="1454391" y="47625"/>
                </a:lnTo>
                <a:lnTo>
                  <a:pt x="1454137" y="47498"/>
                </a:lnTo>
                <a:lnTo>
                  <a:pt x="1701572" y="47498"/>
                </a:lnTo>
                <a:lnTo>
                  <a:pt x="1648574" y="40386"/>
                </a:lnTo>
                <a:lnTo>
                  <a:pt x="1554028" y="28956"/>
                </a:lnTo>
                <a:close/>
              </a:path>
              <a:path w="2463165" h="391160">
                <a:moveTo>
                  <a:pt x="832550" y="47116"/>
                </a:moveTo>
                <a:lnTo>
                  <a:pt x="831976" y="47116"/>
                </a:lnTo>
                <a:lnTo>
                  <a:pt x="831596" y="47244"/>
                </a:lnTo>
                <a:lnTo>
                  <a:pt x="832550" y="47116"/>
                </a:lnTo>
                <a:close/>
              </a:path>
              <a:path w="2463165" h="391160">
                <a:moveTo>
                  <a:pt x="868751" y="42418"/>
                </a:moveTo>
                <a:lnTo>
                  <a:pt x="867879" y="42418"/>
                </a:lnTo>
                <a:lnTo>
                  <a:pt x="867625" y="42545"/>
                </a:lnTo>
                <a:lnTo>
                  <a:pt x="868751" y="42418"/>
                </a:lnTo>
                <a:close/>
              </a:path>
              <a:path w="2463165" h="391160">
                <a:moveTo>
                  <a:pt x="983195" y="32385"/>
                </a:moveTo>
                <a:lnTo>
                  <a:pt x="980808" y="32385"/>
                </a:lnTo>
                <a:lnTo>
                  <a:pt x="980554" y="32512"/>
                </a:lnTo>
                <a:lnTo>
                  <a:pt x="983195" y="32385"/>
                </a:lnTo>
                <a:close/>
              </a:path>
            </a:pathLst>
          </a:custGeom>
          <a:solidFill>
            <a:srgbClr val="0000FF"/>
          </a:solidFill>
        </p:spPr>
        <p:txBody>
          <a:bodyPr wrap="square" lIns="0" tIns="0" rIns="0" bIns="0" rtlCol="0"/>
          <a:lstStyle/>
          <a:p>
            <a:endParaRPr/>
          </a:p>
        </p:txBody>
      </p:sp>
      <p:sp>
        <p:nvSpPr>
          <p:cNvPr id="48" name="object 46">
            <a:extLst>
              <a:ext uri="{FF2B5EF4-FFF2-40B4-BE49-F238E27FC236}">
                <a16:creationId xmlns:a16="http://schemas.microsoft.com/office/drawing/2014/main" id="{C3832829-D25E-C981-DB77-D0A7823E0CCE}"/>
              </a:ext>
            </a:extLst>
          </p:cNvPr>
          <p:cNvSpPr/>
          <p:nvPr/>
        </p:nvSpPr>
        <p:spPr>
          <a:xfrm>
            <a:off x="1737662" y="1957479"/>
            <a:ext cx="2327275" cy="661035"/>
          </a:xfrm>
          <a:custGeom>
            <a:avLst/>
            <a:gdLst/>
            <a:ahLst/>
            <a:cxnLst/>
            <a:rect l="l" t="t" r="r" b="b"/>
            <a:pathLst>
              <a:path w="2327275" h="661035">
                <a:moveTo>
                  <a:pt x="2247278" y="623138"/>
                </a:moveTo>
                <a:lnTo>
                  <a:pt x="2230805" y="646938"/>
                </a:lnTo>
                <a:lnTo>
                  <a:pt x="2326944" y="660653"/>
                </a:lnTo>
                <a:lnTo>
                  <a:pt x="2310831" y="631316"/>
                </a:lnTo>
                <a:lnTo>
                  <a:pt x="2259126" y="631316"/>
                </a:lnTo>
                <a:lnTo>
                  <a:pt x="2247278" y="623138"/>
                </a:lnTo>
                <a:close/>
              </a:path>
              <a:path w="2327275" h="661035">
                <a:moveTo>
                  <a:pt x="2263789" y="599285"/>
                </a:moveTo>
                <a:lnTo>
                  <a:pt x="2247278" y="623138"/>
                </a:lnTo>
                <a:lnTo>
                  <a:pt x="2259126" y="631316"/>
                </a:lnTo>
                <a:lnTo>
                  <a:pt x="2275636" y="607568"/>
                </a:lnTo>
                <a:lnTo>
                  <a:pt x="2263789" y="599285"/>
                </a:lnTo>
                <a:close/>
              </a:path>
              <a:path w="2327275" h="661035">
                <a:moveTo>
                  <a:pt x="2280208" y="575563"/>
                </a:moveTo>
                <a:lnTo>
                  <a:pt x="2263789" y="599285"/>
                </a:lnTo>
                <a:lnTo>
                  <a:pt x="2275636" y="607568"/>
                </a:lnTo>
                <a:lnTo>
                  <a:pt x="2259126" y="631316"/>
                </a:lnTo>
                <a:lnTo>
                  <a:pt x="2310831" y="631316"/>
                </a:lnTo>
                <a:lnTo>
                  <a:pt x="2280208" y="575563"/>
                </a:lnTo>
                <a:close/>
              </a:path>
              <a:path w="2327275" h="661035">
                <a:moveTo>
                  <a:pt x="2075618" y="470915"/>
                </a:moveTo>
                <a:lnTo>
                  <a:pt x="2023668" y="470915"/>
                </a:lnTo>
                <a:lnTo>
                  <a:pt x="2097328" y="520319"/>
                </a:lnTo>
                <a:lnTo>
                  <a:pt x="2171115" y="570611"/>
                </a:lnTo>
                <a:lnTo>
                  <a:pt x="2247278" y="623138"/>
                </a:lnTo>
                <a:lnTo>
                  <a:pt x="2263789" y="599285"/>
                </a:lnTo>
                <a:lnTo>
                  <a:pt x="2261285" y="597535"/>
                </a:lnTo>
                <a:lnTo>
                  <a:pt x="2113457" y="496315"/>
                </a:lnTo>
                <a:lnTo>
                  <a:pt x="2075618" y="470915"/>
                </a:lnTo>
                <a:close/>
              </a:path>
              <a:path w="2327275" h="661035">
                <a:moveTo>
                  <a:pt x="2002908" y="422783"/>
                </a:moveTo>
                <a:lnTo>
                  <a:pt x="1950008" y="422783"/>
                </a:lnTo>
                <a:lnTo>
                  <a:pt x="2023795" y="471043"/>
                </a:lnTo>
                <a:lnTo>
                  <a:pt x="2023668" y="470915"/>
                </a:lnTo>
                <a:lnTo>
                  <a:pt x="2075618" y="470915"/>
                </a:lnTo>
                <a:lnTo>
                  <a:pt x="2039670" y="446786"/>
                </a:lnTo>
                <a:lnTo>
                  <a:pt x="2002908" y="422783"/>
                </a:lnTo>
                <a:close/>
              </a:path>
              <a:path w="2327275" h="661035">
                <a:moveTo>
                  <a:pt x="1930397" y="376047"/>
                </a:moveTo>
                <a:lnTo>
                  <a:pt x="1876475" y="376047"/>
                </a:lnTo>
                <a:lnTo>
                  <a:pt x="1950135" y="422910"/>
                </a:lnTo>
                <a:lnTo>
                  <a:pt x="1950008" y="422783"/>
                </a:lnTo>
                <a:lnTo>
                  <a:pt x="2002908" y="422783"/>
                </a:lnTo>
                <a:lnTo>
                  <a:pt x="1965756" y="398525"/>
                </a:lnTo>
                <a:lnTo>
                  <a:pt x="1930397" y="376047"/>
                </a:lnTo>
                <a:close/>
              </a:path>
              <a:path w="2327275" h="661035">
                <a:moveTo>
                  <a:pt x="1858378" y="331088"/>
                </a:moveTo>
                <a:lnTo>
                  <a:pt x="1803069" y="331088"/>
                </a:lnTo>
                <a:lnTo>
                  <a:pt x="1876602" y="376174"/>
                </a:lnTo>
                <a:lnTo>
                  <a:pt x="1930397" y="376047"/>
                </a:lnTo>
                <a:lnTo>
                  <a:pt x="1891842" y="351536"/>
                </a:lnTo>
                <a:lnTo>
                  <a:pt x="1858378" y="331088"/>
                </a:lnTo>
                <a:close/>
              </a:path>
              <a:path w="2327275" h="661035">
                <a:moveTo>
                  <a:pt x="1787507" y="288289"/>
                </a:moveTo>
                <a:lnTo>
                  <a:pt x="1729663" y="288289"/>
                </a:lnTo>
                <a:lnTo>
                  <a:pt x="1766493" y="309499"/>
                </a:lnTo>
                <a:lnTo>
                  <a:pt x="1803196" y="331215"/>
                </a:lnTo>
                <a:lnTo>
                  <a:pt x="1858378" y="331088"/>
                </a:lnTo>
                <a:lnTo>
                  <a:pt x="1818055" y="306450"/>
                </a:lnTo>
                <a:lnTo>
                  <a:pt x="1787507" y="288289"/>
                </a:lnTo>
                <a:close/>
              </a:path>
              <a:path w="2327275" h="661035">
                <a:moveTo>
                  <a:pt x="1751841" y="267588"/>
                </a:moveTo>
                <a:lnTo>
                  <a:pt x="1693087" y="267588"/>
                </a:lnTo>
                <a:lnTo>
                  <a:pt x="1729790" y="288416"/>
                </a:lnTo>
                <a:lnTo>
                  <a:pt x="1787507" y="288289"/>
                </a:lnTo>
                <a:lnTo>
                  <a:pt x="1781098" y="284479"/>
                </a:lnTo>
                <a:lnTo>
                  <a:pt x="1751841" y="267588"/>
                </a:lnTo>
                <a:close/>
              </a:path>
              <a:path w="2327275" h="661035">
                <a:moveTo>
                  <a:pt x="1716649" y="247650"/>
                </a:moveTo>
                <a:lnTo>
                  <a:pt x="1656638" y="247650"/>
                </a:lnTo>
                <a:lnTo>
                  <a:pt x="1693214" y="267715"/>
                </a:lnTo>
                <a:lnTo>
                  <a:pt x="1751841" y="267588"/>
                </a:lnTo>
                <a:lnTo>
                  <a:pt x="1744141" y="263144"/>
                </a:lnTo>
                <a:lnTo>
                  <a:pt x="1716649" y="247650"/>
                </a:lnTo>
                <a:close/>
              </a:path>
              <a:path w="2327275" h="661035">
                <a:moveTo>
                  <a:pt x="1646596" y="209676"/>
                </a:moveTo>
                <a:lnTo>
                  <a:pt x="1583486" y="209676"/>
                </a:lnTo>
                <a:lnTo>
                  <a:pt x="1583740" y="209803"/>
                </a:lnTo>
                <a:lnTo>
                  <a:pt x="1620189" y="228473"/>
                </a:lnTo>
                <a:lnTo>
                  <a:pt x="1656765" y="247776"/>
                </a:lnTo>
                <a:lnTo>
                  <a:pt x="1716649" y="247650"/>
                </a:lnTo>
                <a:lnTo>
                  <a:pt x="1707184" y="242315"/>
                </a:lnTo>
                <a:lnTo>
                  <a:pt x="1670354" y="222250"/>
                </a:lnTo>
                <a:lnTo>
                  <a:pt x="1646596" y="209676"/>
                </a:lnTo>
                <a:close/>
              </a:path>
              <a:path w="2327275" h="661035">
                <a:moveTo>
                  <a:pt x="1619935" y="228346"/>
                </a:moveTo>
                <a:lnTo>
                  <a:pt x="1620176" y="228473"/>
                </a:lnTo>
                <a:lnTo>
                  <a:pt x="1619935" y="228346"/>
                </a:lnTo>
                <a:close/>
              </a:path>
              <a:path w="2327275" h="661035">
                <a:moveTo>
                  <a:pt x="898956" y="0"/>
                </a:moveTo>
                <a:lnTo>
                  <a:pt x="826185" y="1904"/>
                </a:lnTo>
                <a:lnTo>
                  <a:pt x="753681" y="7112"/>
                </a:lnTo>
                <a:lnTo>
                  <a:pt x="681291" y="15366"/>
                </a:lnTo>
                <a:lnTo>
                  <a:pt x="609066" y="26415"/>
                </a:lnTo>
                <a:lnTo>
                  <a:pt x="536994" y="39877"/>
                </a:lnTo>
                <a:lnTo>
                  <a:pt x="429196" y="64008"/>
                </a:lnTo>
                <a:lnTo>
                  <a:pt x="357466" y="82296"/>
                </a:lnTo>
                <a:lnTo>
                  <a:pt x="285775" y="102108"/>
                </a:lnTo>
                <a:lnTo>
                  <a:pt x="214261" y="123062"/>
                </a:lnTo>
                <a:lnTo>
                  <a:pt x="142786" y="144779"/>
                </a:lnTo>
                <a:lnTo>
                  <a:pt x="0" y="189611"/>
                </a:lnTo>
                <a:lnTo>
                  <a:pt x="8737" y="217297"/>
                </a:lnTo>
                <a:lnTo>
                  <a:pt x="80073" y="194690"/>
                </a:lnTo>
                <a:lnTo>
                  <a:pt x="151371" y="172465"/>
                </a:lnTo>
                <a:lnTo>
                  <a:pt x="222605" y="150749"/>
                </a:lnTo>
                <a:lnTo>
                  <a:pt x="222453" y="150749"/>
                </a:lnTo>
                <a:lnTo>
                  <a:pt x="293801" y="129921"/>
                </a:lnTo>
                <a:lnTo>
                  <a:pt x="293585" y="129921"/>
                </a:lnTo>
                <a:lnTo>
                  <a:pt x="365023" y="110236"/>
                </a:lnTo>
                <a:lnTo>
                  <a:pt x="365240" y="110236"/>
                </a:lnTo>
                <a:lnTo>
                  <a:pt x="436181" y="92075"/>
                </a:lnTo>
                <a:lnTo>
                  <a:pt x="436427" y="92075"/>
                </a:lnTo>
                <a:lnTo>
                  <a:pt x="507415" y="75691"/>
                </a:lnTo>
                <a:lnTo>
                  <a:pt x="507136" y="75691"/>
                </a:lnTo>
                <a:lnTo>
                  <a:pt x="542848" y="68199"/>
                </a:lnTo>
                <a:lnTo>
                  <a:pt x="542620" y="68199"/>
                </a:lnTo>
                <a:lnTo>
                  <a:pt x="578434" y="61213"/>
                </a:lnTo>
                <a:lnTo>
                  <a:pt x="578920" y="61213"/>
                </a:lnTo>
                <a:lnTo>
                  <a:pt x="614032" y="54863"/>
                </a:lnTo>
                <a:lnTo>
                  <a:pt x="614584" y="54863"/>
                </a:lnTo>
                <a:lnTo>
                  <a:pt x="649719" y="49149"/>
                </a:lnTo>
                <a:lnTo>
                  <a:pt x="649465" y="49149"/>
                </a:lnTo>
                <a:lnTo>
                  <a:pt x="685279" y="44069"/>
                </a:lnTo>
                <a:lnTo>
                  <a:pt x="685012" y="44069"/>
                </a:lnTo>
                <a:lnTo>
                  <a:pt x="720915" y="39624"/>
                </a:lnTo>
                <a:lnTo>
                  <a:pt x="720610" y="39624"/>
                </a:lnTo>
                <a:lnTo>
                  <a:pt x="756526" y="35940"/>
                </a:lnTo>
                <a:lnTo>
                  <a:pt x="756259" y="35940"/>
                </a:lnTo>
                <a:lnTo>
                  <a:pt x="792264" y="32893"/>
                </a:lnTo>
                <a:lnTo>
                  <a:pt x="791883" y="32893"/>
                </a:lnTo>
                <a:lnTo>
                  <a:pt x="827836" y="30861"/>
                </a:lnTo>
                <a:lnTo>
                  <a:pt x="827582" y="30861"/>
                </a:lnTo>
                <a:lnTo>
                  <a:pt x="863523" y="29463"/>
                </a:lnTo>
                <a:lnTo>
                  <a:pt x="863142" y="29463"/>
                </a:lnTo>
                <a:lnTo>
                  <a:pt x="899047" y="28958"/>
                </a:lnTo>
                <a:lnTo>
                  <a:pt x="898829" y="28956"/>
                </a:lnTo>
                <a:lnTo>
                  <a:pt x="1177852" y="28956"/>
                </a:lnTo>
                <a:lnTo>
                  <a:pt x="1154988" y="24129"/>
                </a:lnTo>
                <a:lnTo>
                  <a:pt x="1081582" y="11937"/>
                </a:lnTo>
                <a:lnTo>
                  <a:pt x="1008430" y="4190"/>
                </a:lnTo>
                <a:lnTo>
                  <a:pt x="935405" y="381"/>
                </a:lnTo>
                <a:lnTo>
                  <a:pt x="898956" y="0"/>
                </a:lnTo>
                <a:close/>
              </a:path>
              <a:path w="2327275" h="661035">
                <a:moveTo>
                  <a:pt x="1583563" y="209716"/>
                </a:moveTo>
                <a:lnTo>
                  <a:pt x="1583734" y="209803"/>
                </a:lnTo>
                <a:lnTo>
                  <a:pt x="1583563" y="209716"/>
                </a:lnTo>
                <a:close/>
              </a:path>
              <a:path w="2327275" h="661035">
                <a:moveTo>
                  <a:pt x="1611747" y="191643"/>
                </a:moveTo>
                <a:lnTo>
                  <a:pt x="1547037" y="191643"/>
                </a:lnTo>
                <a:lnTo>
                  <a:pt x="1583563" y="209716"/>
                </a:lnTo>
                <a:lnTo>
                  <a:pt x="1646596" y="209676"/>
                </a:lnTo>
                <a:lnTo>
                  <a:pt x="1633397" y="202691"/>
                </a:lnTo>
                <a:lnTo>
                  <a:pt x="1611747" y="191643"/>
                </a:lnTo>
                <a:close/>
              </a:path>
              <a:path w="2327275" h="661035">
                <a:moveTo>
                  <a:pt x="1577641" y="174498"/>
                </a:moveTo>
                <a:lnTo>
                  <a:pt x="1510715" y="174498"/>
                </a:lnTo>
                <a:lnTo>
                  <a:pt x="1547291" y="191770"/>
                </a:lnTo>
                <a:lnTo>
                  <a:pt x="1547037" y="191643"/>
                </a:lnTo>
                <a:lnTo>
                  <a:pt x="1611747" y="191643"/>
                </a:lnTo>
                <a:lnTo>
                  <a:pt x="1596567" y="183896"/>
                </a:lnTo>
                <a:lnTo>
                  <a:pt x="1577641" y="174498"/>
                </a:lnTo>
                <a:close/>
              </a:path>
              <a:path w="2327275" h="661035">
                <a:moveTo>
                  <a:pt x="1543760" y="158114"/>
                </a:moveTo>
                <a:lnTo>
                  <a:pt x="1474266" y="158114"/>
                </a:lnTo>
                <a:lnTo>
                  <a:pt x="1510969" y="174625"/>
                </a:lnTo>
                <a:lnTo>
                  <a:pt x="1510715" y="174498"/>
                </a:lnTo>
                <a:lnTo>
                  <a:pt x="1577641" y="174498"/>
                </a:lnTo>
                <a:lnTo>
                  <a:pt x="1559737" y="165608"/>
                </a:lnTo>
                <a:lnTo>
                  <a:pt x="1543760" y="158114"/>
                </a:lnTo>
                <a:close/>
              </a:path>
              <a:path w="2327275" h="661035">
                <a:moveTo>
                  <a:pt x="1510212" y="142621"/>
                </a:moveTo>
                <a:lnTo>
                  <a:pt x="1437944" y="142621"/>
                </a:lnTo>
                <a:lnTo>
                  <a:pt x="1474520" y="158241"/>
                </a:lnTo>
                <a:lnTo>
                  <a:pt x="1474266" y="158114"/>
                </a:lnTo>
                <a:lnTo>
                  <a:pt x="1543760" y="158114"/>
                </a:lnTo>
                <a:lnTo>
                  <a:pt x="1522907" y="148336"/>
                </a:lnTo>
                <a:lnTo>
                  <a:pt x="1510212" y="142621"/>
                </a:lnTo>
                <a:close/>
              </a:path>
              <a:path w="2327275" h="661035">
                <a:moveTo>
                  <a:pt x="1477337" y="128015"/>
                </a:moveTo>
                <a:lnTo>
                  <a:pt x="1401622" y="128015"/>
                </a:lnTo>
                <a:lnTo>
                  <a:pt x="1438198" y="142748"/>
                </a:lnTo>
                <a:lnTo>
                  <a:pt x="1437944" y="142621"/>
                </a:lnTo>
                <a:lnTo>
                  <a:pt x="1510212" y="142621"/>
                </a:lnTo>
                <a:lnTo>
                  <a:pt x="1485950" y="131699"/>
                </a:lnTo>
                <a:lnTo>
                  <a:pt x="1477337" y="128015"/>
                </a:lnTo>
                <a:close/>
              </a:path>
              <a:path w="2327275" h="661035">
                <a:moveTo>
                  <a:pt x="1444713" y="114173"/>
                </a:moveTo>
                <a:lnTo>
                  <a:pt x="1365427" y="114173"/>
                </a:lnTo>
                <a:lnTo>
                  <a:pt x="1401876" y="128143"/>
                </a:lnTo>
                <a:lnTo>
                  <a:pt x="1401622" y="128015"/>
                </a:lnTo>
                <a:lnTo>
                  <a:pt x="1477337" y="128015"/>
                </a:lnTo>
                <a:lnTo>
                  <a:pt x="1449120" y="115950"/>
                </a:lnTo>
                <a:lnTo>
                  <a:pt x="1444713" y="114173"/>
                </a:lnTo>
                <a:close/>
              </a:path>
              <a:path w="2327275" h="661035">
                <a:moveTo>
                  <a:pt x="1412920" y="101346"/>
                </a:moveTo>
                <a:lnTo>
                  <a:pt x="1329232" y="101346"/>
                </a:lnTo>
                <a:lnTo>
                  <a:pt x="1365681" y="114300"/>
                </a:lnTo>
                <a:lnTo>
                  <a:pt x="1365427" y="114173"/>
                </a:lnTo>
                <a:lnTo>
                  <a:pt x="1444713" y="114173"/>
                </a:lnTo>
                <a:lnTo>
                  <a:pt x="1412920" y="101346"/>
                </a:lnTo>
                <a:close/>
              </a:path>
              <a:path w="2327275" h="661035">
                <a:moveTo>
                  <a:pt x="365240" y="110236"/>
                </a:moveTo>
                <a:lnTo>
                  <a:pt x="365023" y="110236"/>
                </a:lnTo>
                <a:lnTo>
                  <a:pt x="364743" y="110362"/>
                </a:lnTo>
                <a:lnTo>
                  <a:pt x="365240" y="110236"/>
                </a:lnTo>
                <a:close/>
              </a:path>
              <a:path w="2327275" h="661035">
                <a:moveTo>
                  <a:pt x="1351630" y="78612"/>
                </a:moveTo>
                <a:lnTo>
                  <a:pt x="1256969" y="78612"/>
                </a:lnTo>
                <a:lnTo>
                  <a:pt x="1293418" y="89535"/>
                </a:lnTo>
                <a:lnTo>
                  <a:pt x="1293037" y="89535"/>
                </a:lnTo>
                <a:lnTo>
                  <a:pt x="1329486" y="101473"/>
                </a:lnTo>
                <a:lnTo>
                  <a:pt x="1329232" y="101346"/>
                </a:lnTo>
                <a:lnTo>
                  <a:pt x="1412920" y="101346"/>
                </a:lnTo>
                <a:lnTo>
                  <a:pt x="1412290" y="101091"/>
                </a:lnTo>
                <a:lnTo>
                  <a:pt x="1375587" y="87122"/>
                </a:lnTo>
                <a:lnTo>
                  <a:pt x="1351630" y="78612"/>
                </a:lnTo>
                <a:close/>
              </a:path>
              <a:path w="2327275" h="661035">
                <a:moveTo>
                  <a:pt x="436427" y="92075"/>
                </a:moveTo>
                <a:lnTo>
                  <a:pt x="436181" y="92075"/>
                </a:lnTo>
                <a:lnTo>
                  <a:pt x="435876" y="92201"/>
                </a:lnTo>
                <a:lnTo>
                  <a:pt x="436427" y="92075"/>
                </a:lnTo>
                <a:close/>
              </a:path>
              <a:path w="2327275" h="661035">
                <a:moveTo>
                  <a:pt x="1322862" y="68834"/>
                </a:moveTo>
                <a:lnTo>
                  <a:pt x="1221028" y="68834"/>
                </a:lnTo>
                <a:lnTo>
                  <a:pt x="1257350" y="78739"/>
                </a:lnTo>
                <a:lnTo>
                  <a:pt x="1256969" y="78612"/>
                </a:lnTo>
                <a:lnTo>
                  <a:pt x="1351630" y="78612"/>
                </a:lnTo>
                <a:lnTo>
                  <a:pt x="1338757" y="74040"/>
                </a:lnTo>
                <a:lnTo>
                  <a:pt x="1322862" y="68834"/>
                </a:lnTo>
                <a:close/>
              </a:path>
              <a:path w="2327275" h="661035">
                <a:moveTo>
                  <a:pt x="1295671" y="60071"/>
                </a:moveTo>
                <a:lnTo>
                  <a:pt x="1184960" y="60071"/>
                </a:lnTo>
                <a:lnTo>
                  <a:pt x="1221409" y="68961"/>
                </a:lnTo>
                <a:lnTo>
                  <a:pt x="1221028" y="68834"/>
                </a:lnTo>
                <a:lnTo>
                  <a:pt x="1322862" y="68834"/>
                </a:lnTo>
                <a:lnTo>
                  <a:pt x="1301927" y="61975"/>
                </a:lnTo>
                <a:lnTo>
                  <a:pt x="1295671" y="60071"/>
                </a:lnTo>
                <a:close/>
              </a:path>
              <a:path w="2327275" h="661035">
                <a:moveTo>
                  <a:pt x="578920" y="61213"/>
                </a:moveTo>
                <a:lnTo>
                  <a:pt x="578434" y="61213"/>
                </a:lnTo>
                <a:lnTo>
                  <a:pt x="578218" y="61340"/>
                </a:lnTo>
                <a:lnTo>
                  <a:pt x="578920" y="61213"/>
                </a:lnTo>
                <a:close/>
              </a:path>
              <a:path w="2327275" h="661035">
                <a:moveTo>
                  <a:pt x="1270646" y="52450"/>
                </a:moveTo>
                <a:lnTo>
                  <a:pt x="1149146" y="52450"/>
                </a:lnTo>
                <a:lnTo>
                  <a:pt x="1185468" y="60198"/>
                </a:lnTo>
                <a:lnTo>
                  <a:pt x="1184960" y="60071"/>
                </a:lnTo>
                <a:lnTo>
                  <a:pt x="1295671" y="60071"/>
                </a:lnTo>
                <a:lnTo>
                  <a:pt x="1270646" y="52450"/>
                </a:lnTo>
                <a:close/>
              </a:path>
              <a:path w="2327275" h="661035">
                <a:moveTo>
                  <a:pt x="614584" y="54863"/>
                </a:moveTo>
                <a:lnTo>
                  <a:pt x="614032" y="54863"/>
                </a:lnTo>
                <a:lnTo>
                  <a:pt x="613803" y="54990"/>
                </a:lnTo>
                <a:lnTo>
                  <a:pt x="614584" y="54863"/>
                </a:lnTo>
                <a:close/>
              </a:path>
              <a:path w="2327275" h="661035">
                <a:moveTo>
                  <a:pt x="1177852" y="28956"/>
                </a:moveTo>
                <a:lnTo>
                  <a:pt x="899047" y="28958"/>
                </a:lnTo>
                <a:lnTo>
                  <a:pt x="934897" y="29337"/>
                </a:lnTo>
                <a:lnTo>
                  <a:pt x="934516" y="29337"/>
                </a:lnTo>
                <a:lnTo>
                  <a:pt x="970584" y="30607"/>
                </a:lnTo>
                <a:lnTo>
                  <a:pt x="970203" y="30607"/>
                </a:lnTo>
                <a:lnTo>
                  <a:pt x="1006271" y="33020"/>
                </a:lnTo>
                <a:lnTo>
                  <a:pt x="1005890" y="33020"/>
                </a:lnTo>
                <a:lnTo>
                  <a:pt x="1042085" y="36322"/>
                </a:lnTo>
                <a:lnTo>
                  <a:pt x="1041704" y="36322"/>
                </a:lnTo>
                <a:lnTo>
                  <a:pt x="1077899" y="40639"/>
                </a:lnTo>
                <a:lnTo>
                  <a:pt x="1077518" y="40639"/>
                </a:lnTo>
                <a:lnTo>
                  <a:pt x="1113713" y="45974"/>
                </a:lnTo>
                <a:lnTo>
                  <a:pt x="1113205" y="45974"/>
                </a:lnTo>
                <a:lnTo>
                  <a:pt x="1149527" y="52577"/>
                </a:lnTo>
                <a:lnTo>
                  <a:pt x="1149146" y="52450"/>
                </a:lnTo>
                <a:lnTo>
                  <a:pt x="1270646" y="52450"/>
                </a:lnTo>
                <a:lnTo>
                  <a:pt x="1265224" y="50800"/>
                </a:lnTo>
                <a:lnTo>
                  <a:pt x="1228394" y="40894"/>
                </a:lnTo>
                <a:lnTo>
                  <a:pt x="1191691" y="31876"/>
                </a:lnTo>
                <a:lnTo>
                  <a:pt x="1177852" y="28956"/>
                </a:lnTo>
                <a:close/>
              </a:path>
            </a:pathLst>
          </a:custGeom>
          <a:solidFill>
            <a:srgbClr val="0000FF"/>
          </a:solidFill>
        </p:spPr>
        <p:txBody>
          <a:bodyPr wrap="square" lIns="0" tIns="0" rIns="0" bIns="0" rtlCol="0"/>
          <a:lstStyle/>
          <a:p>
            <a:endParaRPr/>
          </a:p>
        </p:txBody>
      </p:sp>
      <p:sp>
        <p:nvSpPr>
          <p:cNvPr id="49" name="object 47">
            <a:extLst>
              <a:ext uri="{FF2B5EF4-FFF2-40B4-BE49-F238E27FC236}">
                <a16:creationId xmlns:a16="http://schemas.microsoft.com/office/drawing/2014/main" id="{226F9D5F-4A62-B1EA-3238-72E341B6D49B}"/>
              </a:ext>
            </a:extLst>
          </p:cNvPr>
          <p:cNvSpPr/>
          <p:nvPr/>
        </p:nvSpPr>
        <p:spPr>
          <a:xfrm>
            <a:off x="3461992" y="4013862"/>
            <a:ext cx="569595" cy="286385"/>
          </a:xfrm>
          <a:custGeom>
            <a:avLst/>
            <a:gdLst/>
            <a:ahLst/>
            <a:cxnLst/>
            <a:rect l="l" t="t" r="r" b="b"/>
            <a:pathLst>
              <a:path w="569594" h="286385">
                <a:moveTo>
                  <a:pt x="28701" y="0"/>
                </a:moveTo>
                <a:lnTo>
                  <a:pt x="0" y="3556"/>
                </a:lnTo>
                <a:lnTo>
                  <a:pt x="5587" y="50291"/>
                </a:lnTo>
                <a:lnTo>
                  <a:pt x="8635" y="73532"/>
                </a:lnTo>
                <a:lnTo>
                  <a:pt x="16128" y="118490"/>
                </a:lnTo>
                <a:lnTo>
                  <a:pt x="26034" y="160781"/>
                </a:lnTo>
                <a:lnTo>
                  <a:pt x="39496" y="199262"/>
                </a:lnTo>
                <a:lnTo>
                  <a:pt x="57784" y="232917"/>
                </a:lnTo>
                <a:lnTo>
                  <a:pt x="97408" y="270382"/>
                </a:lnTo>
                <a:lnTo>
                  <a:pt x="133222" y="283590"/>
                </a:lnTo>
                <a:lnTo>
                  <a:pt x="164210" y="286003"/>
                </a:lnTo>
                <a:lnTo>
                  <a:pt x="175259" y="285622"/>
                </a:lnTo>
                <a:lnTo>
                  <a:pt x="221995" y="278256"/>
                </a:lnTo>
                <a:lnTo>
                  <a:pt x="273431" y="263270"/>
                </a:lnTo>
                <a:lnTo>
                  <a:pt x="290584" y="257047"/>
                </a:lnTo>
                <a:lnTo>
                  <a:pt x="155246" y="257041"/>
                </a:lnTo>
                <a:lnTo>
                  <a:pt x="147595" y="256412"/>
                </a:lnTo>
                <a:lnTo>
                  <a:pt x="146938" y="256412"/>
                </a:lnTo>
                <a:lnTo>
                  <a:pt x="146159" y="256301"/>
                </a:lnTo>
                <a:lnTo>
                  <a:pt x="139769" y="255269"/>
                </a:lnTo>
                <a:lnTo>
                  <a:pt x="139319" y="255269"/>
                </a:lnTo>
                <a:lnTo>
                  <a:pt x="138175" y="255015"/>
                </a:lnTo>
                <a:lnTo>
                  <a:pt x="130809" y="253237"/>
                </a:lnTo>
                <a:lnTo>
                  <a:pt x="131152" y="253237"/>
                </a:lnTo>
                <a:lnTo>
                  <a:pt x="125552" y="251459"/>
                </a:lnTo>
                <a:lnTo>
                  <a:pt x="125094" y="251459"/>
                </a:lnTo>
                <a:lnTo>
                  <a:pt x="118800" y="248792"/>
                </a:lnTo>
                <a:lnTo>
                  <a:pt x="118617" y="248792"/>
                </a:lnTo>
                <a:lnTo>
                  <a:pt x="117601" y="248284"/>
                </a:lnTo>
                <a:lnTo>
                  <a:pt x="113222" y="245998"/>
                </a:lnTo>
                <a:lnTo>
                  <a:pt x="113029" y="245998"/>
                </a:lnTo>
                <a:lnTo>
                  <a:pt x="111506" y="245109"/>
                </a:lnTo>
                <a:lnTo>
                  <a:pt x="111740" y="245109"/>
                </a:lnTo>
                <a:lnTo>
                  <a:pt x="101975" y="238378"/>
                </a:lnTo>
                <a:lnTo>
                  <a:pt x="101726" y="238378"/>
                </a:lnTo>
                <a:lnTo>
                  <a:pt x="99948" y="236981"/>
                </a:lnTo>
                <a:lnTo>
                  <a:pt x="100250" y="236981"/>
                </a:lnTo>
                <a:lnTo>
                  <a:pt x="91526" y="228726"/>
                </a:lnTo>
                <a:lnTo>
                  <a:pt x="91312" y="228726"/>
                </a:lnTo>
                <a:lnTo>
                  <a:pt x="89915" y="227202"/>
                </a:lnTo>
                <a:lnTo>
                  <a:pt x="90114" y="227202"/>
                </a:lnTo>
                <a:lnTo>
                  <a:pt x="82224" y="217169"/>
                </a:lnTo>
                <a:lnTo>
                  <a:pt x="82041" y="217169"/>
                </a:lnTo>
                <a:lnTo>
                  <a:pt x="81025" y="215645"/>
                </a:lnTo>
                <a:lnTo>
                  <a:pt x="73841" y="203581"/>
                </a:lnTo>
                <a:lnTo>
                  <a:pt x="73151" y="202437"/>
                </a:lnTo>
                <a:lnTo>
                  <a:pt x="66462" y="188340"/>
                </a:lnTo>
                <a:lnTo>
                  <a:pt x="66293" y="188340"/>
                </a:lnTo>
                <a:lnTo>
                  <a:pt x="59435" y="170560"/>
                </a:lnTo>
                <a:lnTo>
                  <a:pt x="53720" y="152526"/>
                </a:lnTo>
                <a:lnTo>
                  <a:pt x="49054" y="133731"/>
                </a:lnTo>
                <a:lnTo>
                  <a:pt x="44684" y="113156"/>
                </a:lnTo>
                <a:lnTo>
                  <a:pt x="40811" y="91566"/>
                </a:lnTo>
                <a:lnTo>
                  <a:pt x="40853" y="91312"/>
                </a:lnTo>
                <a:lnTo>
                  <a:pt x="37378" y="69468"/>
                </a:lnTo>
                <a:lnTo>
                  <a:pt x="34323" y="46735"/>
                </a:lnTo>
                <a:lnTo>
                  <a:pt x="28701" y="0"/>
                </a:lnTo>
                <a:close/>
              </a:path>
              <a:path w="569594" h="286385">
                <a:moveTo>
                  <a:pt x="154304" y="256920"/>
                </a:moveTo>
                <a:lnTo>
                  <a:pt x="155320" y="257047"/>
                </a:lnTo>
                <a:lnTo>
                  <a:pt x="163612" y="257041"/>
                </a:lnTo>
                <a:lnTo>
                  <a:pt x="154304" y="256920"/>
                </a:lnTo>
                <a:close/>
              </a:path>
              <a:path w="569594" h="286385">
                <a:moveTo>
                  <a:pt x="163612" y="257041"/>
                </a:moveTo>
                <a:lnTo>
                  <a:pt x="163448" y="257047"/>
                </a:lnTo>
                <a:lnTo>
                  <a:pt x="164083" y="257047"/>
                </a:lnTo>
                <a:lnTo>
                  <a:pt x="163612" y="257041"/>
                </a:lnTo>
                <a:close/>
              </a:path>
              <a:path w="569594" h="286385">
                <a:moveTo>
                  <a:pt x="173515" y="256670"/>
                </a:moveTo>
                <a:lnTo>
                  <a:pt x="163612" y="257041"/>
                </a:lnTo>
                <a:lnTo>
                  <a:pt x="290601" y="257041"/>
                </a:lnTo>
                <a:lnTo>
                  <a:pt x="291284" y="256794"/>
                </a:lnTo>
                <a:lnTo>
                  <a:pt x="172465" y="256794"/>
                </a:lnTo>
                <a:lnTo>
                  <a:pt x="173515" y="256670"/>
                </a:lnTo>
                <a:close/>
              </a:path>
              <a:path w="569594" h="286385">
                <a:moveTo>
                  <a:pt x="291634" y="256666"/>
                </a:moveTo>
                <a:lnTo>
                  <a:pt x="173577" y="256670"/>
                </a:lnTo>
                <a:lnTo>
                  <a:pt x="172465" y="256794"/>
                </a:lnTo>
                <a:lnTo>
                  <a:pt x="291284" y="256794"/>
                </a:lnTo>
                <a:lnTo>
                  <a:pt x="291634" y="256666"/>
                </a:lnTo>
                <a:close/>
              </a:path>
              <a:path w="569594" h="286385">
                <a:moveTo>
                  <a:pt x="194056" y="254253"/>
                </a:moveTo>
                <a:lnTo>
                  <a:pt x="173515" y="256670"/>
                </a:lnTo>
                <a:lnTo>
                  <a:pt x="291634" y="256666"/>
                </a:lnTo>
                <a:lnTo>
                  <a:pt x="297585" y="254507"/>
                </a:lnTo>
                <a:lnTo>
                  <a:pt x="192912" y="254507"/>
                </a:lnTo>
                <a:lnTo>
                  <a:pt x="194056" y="254253"/>
                </a:lnTo>
                <a:close/>
              </a:path>
              <a:path w="569594" h="286385">
                <a:moveTo>
                  <a:pt x="146240" y="256301"/>
                </a:moveTo>
                <a:lnTo>
                  <a:pt x="146938" y="256412"/>
                </a:lnTo>
                <a:lnTo>
                  <a:pt x="147595" y="256412"/>
                </a:lnTo>
                <a:lnTo>
                  <a:pt x="146240" y="256301"/>
                </a:lnTo>
                <a:close/>
              </a:path>
              <a:path w="569594" h="286385">
                <a:moveTo>
                  <a:pt x="146142" y="256285"/>
                </a:moveTo>
                <a:close/>
              </a:path>
              <a:path w="569594" h="286385">
                <a:moveTo>
                  <a:pt x="138175" y="255015"/>
                </a:moveTo>
                <a:lnTo>
                  <a:pt x="139319" y="255269"/>
                </a:lnTo>
                <a:lnTo>
                  <a:pt x="138414" y="255054"/>
                </a:lnTo>
                <a:lnTo>
                  <a:pt x="138175" y="255015"/>
                </a:lnTo>
                <a:close/>
              </a:path>
              <a:path w="569594" h="286385">
                <a:moveTo>
                  <a:pt x="138414" y="255054"/>
                </a:moveTo>
                <a:lnTo>
                  <a:pt x="139319" y="255269"/>
                </a:lnTo>
                <a:lnTo>
                  <a:pt x="139769" y="255269"/>
                </a:lnTo>
                <a:lnTo>
                  <a:pt x="138414" y="255054"/>
                </a:lnTo>
                <a:close/>
              </a:path>
              <a:path w="569594" h="286385">
                <a:moveTo>
                  <a:pt x="138255" y="255015"/>
                </a:moveTo>
                <a:lnTo>
                  <a:pt x="138414" y="255054"/>
                </a:lnTo>
                <a:lnTo>
                  <a:pt x="138255" y="255015"/>
                </a:lnTo>
                <a:close/>
              </a:path>
              <a:path w="569594" h="286385">
                <a:moveTo>
                  <a:pt x="309289" y="249935"/>
                </a:moveTo>
                <a:lnTo>
                  <a:pt x="215900" y="249935"/>
                </a:lnTo>
                <a:lnTo>
                  <a:pt x="192912" y="254507"/>
                </a:lnTo>
                <a:lnTo>
                  <a:pt x="297585" y="254507"/>
                </a:lnTo>
                <a:lnTo>
                  <a:pt x="300735" y="253364"/>
                </a:lnTo>
                <a:lnTo>
                  <a:pt x="309289" y="249935"/>
                </a:lnTo>
                <a:close/>
              </a:path>
              <a:path w="569594" h="286385">
                <a:moveTo>
                  <a:pt x="131152" y="253237"/>
                </a:moveTo>
                <a:lnTo>
                  <a:pt x="130809" y="253237"/>
                </a:lnTo>
                <a:lnTo>
                  <a:pt x="131952" y="253491"/>
                </a:lnTo>
                <a:lnTo>
                  <a:pt x="131152" y="253237"/>
                </a:lnTo>
                <a:close/>
              </a:path>
              <a:path w="569594" h="286385">
                <a:moveTo>
                  <a:pt x="123951" y="250951"/>
                </a:moveTo>
                <a:lnTo>
                  <a:pt x="125094" y="251459"/>
                </a:lnTo>
                <a:lnTo>
                  <a:pt x="125552" y="251459"/>
                </a:lnTo>
                <a:lnTo>
                  <a:pt x="123951" y="250951"/>
                </a:lnTo>
                <a:close/>
              </a:path>
              <a:path w="569594" h="286385">
                <a:moveTo>
                  <a:pt x="239394" y="243585"/>
                </a:moveTo>
                <a:lnTo>
                  <a:pt x="215010" y="250062"/>
                </a:lnTo>
                <a:lnTo>
                  <a:pt x="215900" y="249935"/>
                </a:lnTo>
                <a:lnTo>
                  <a:pt x="309289" y="249935"/>
                </a:lnTo>
                <a:lnTo>
                  <a:pt x="324494" y="243839"/>
                </a:lnTo>
                <a:lnTo>
                  <a:pt x="238759" y="243839"/>
                </a:lnTo>
                <a:lnTo>
                  <a:pt x="239394" y="243585"/>
                </a:lnTo>
                <a:close/>
              </a:path>
              <a:path w="569594" h="286385">
                <a:moveTo>
                  <a:pt x="117601" y="248284"/>
                </a:moveTo>
                <a:lnTo>
                  <a:pt x="118617" y="248792"/>
                </a:lnTo>
                <a:lnTo>
                  <a:pt x="117794" y="248366"/>
                </a:lnTo>
                <a:lnTo>
                  <a:pt x="117601" y="248284"/>
                </a:lnTo>
                <a:close/>
              </a:path>
              <a:path w="569594" h="286385">
                <a:moveTo>
                  <a:pt x="117794" y="248366"/>
                </a:moveTo>
                <a:lnTo>
                  <a:pt x="118617" y="248792"/>
                </a:lnTo>
                <a:lnTo>
                  <a:pt x="118800" y="248792"/>
                </a:lnTo>
                <a:lnTo>
                  <a:pt x="117794" y="248366"/>
                </a:lnTo>
                <a:close/>
              </a:path>
              <a:path w="569594" h="286385">
                <a:moveTo>
                  <a:pt x="117637" y="248284"/>
                </a:moveTo>
                <a:lnTo>
                  <a:pt x="117794" y="248366"/>
                </a:lnTo>
                <a:lnTo>
                  <a:pt x="117637" y="248284"/>
                </a:lnTo>
                <a:close/>
              </a:path>
              <a:path w="569594" h="286385">
                <a:moveTo>
                  <a:pt x="111506" y="245109"/>
                </a:moveTo>
                <a:lnTo>
                  <a:pt x="113029" y="245998"/>
                </a:lnTo>
                <a:lnTo>
                  <a:pt x="112448" y="245597"/>
                </a:lnTo>
                <a:lnTo>
                  <a:pt x="111506" y="245109"/>
                </a:lnTo>
                <a:close/>
              </a:path>
              <a:path w="569594" h="286385">
                <a:moveTo>
                  <a:pt x="112448" y="245597"/>
                </a:moveTo>
                <a:lnTo>
                  <a:pt x="113029" y="245998"/>
                </a:lnTo>
                <a:lnTo>
                  <a:pt x="113222" y="245998"/>
                </a:lnTo>
                <a:lnTo>
                  <a:pt x="112448" y="245597"/>
                </a:lnTo>
                <a:close/>
              </a:path>
              <a:path w="569594" h="286385">
                <a:moveTo>
                  <a:pt x="111740" y="245109"/>
                </a:moveTo>
                <a:lnTo>
                  <a:pt x="111506" y="245109"/>
                </a:lnTo>
                <a:lnTo>
                  <a:pt x="112448" y="245597"/>
                </a:lnTo>
                <a:lnTo>
                  <a:pt x="111740" y="245109"/>
                </a:lnTo>
                <a:close/>
              </a:path>
              <a:path w="569594" h="286385">
                <a:moveTo>
                  <a:pt x="264413" y="235712"/>
                </a:moveTo>
                <a:lnTo>
                  <a:pt x="238759" y="243839"/>
                </a:lnTo>
                <a:lnTo>
                  <a:pt x="324494" y="243839"/>
                </a:lnTo>
                <a:lnTo>
                  <a:pt x="328929" y="242062"/>
                </a:lnTo>
                <a:lnTo>
                  <a:pt x="342889" y="235965"/>
                </a:lnTo>
                <a:lnTo>
                  <a:pt x="263778" y="235965"/>
                </a:lnTo>
                <a:lnTo>
                  <a:pt x="264413" y="235712"/>
                </a:lnTo>
                <a:close/>
              </a:path>
              <a:path w="569594" h="286385">
                <a:moveTo>
                  <a:pt x="99948" y="236981"/>
                </a:moveTo>
                <a:lnTo>
                  <a:pt x="101726" y="238378"/>
                </a:lnTo>
                <a:lnTo>
                  <a:pt x="101059" y="237747"/>
                </a:lnTo>
                <a:lnTo>
                  <a:pt x="99948" y="236981"/>
                </a:lnTo>
                <a:close/>
              </a:path>
              <a:path w="569594" h="286385">
                <a:moveTo>
                  <a:pt x="101059" y="237747"/>
                </a:moveTo>
                <a:lnTo>
                  <a:pt x="101726" y="238378"/>
                </a:lnTo>
                <a:lnTo>
                  <a:pt x="101975" y="238378"/>
                </a:lnTo>
                <a:lnTo>
                  <a:pt x="101059" y="237747"/>
                </a:lnTo>
                <a:close/>
              </a:path>
              <a:path w="569594" h="286385">
                <a:moveTo>
                  <a:pt x="100250" y="236981"/>
                </a:moveTo>
                <a:lnTo>
                  <a:pt x="99948" y="236981"/>
                </a:lnTo>
                <a:lnTo>
                  <a:pt x="101059" y="237747"/>
                </a:lnTo>
                <a:lnTo>
                  <a:pt x="100250" y="236981"/>
                </a:lnTo>
                <a:close/>
              </a:path>
              <a:path w="569594" h="286385">
                <a:moveTo>
                  <a:pt x="365021" y="226187"/>
                </a:moveTo>
                <a:lnTo>
                  <a:pt x="290575" y="226187"/>
                </a:lnTo>
                <a:lnTo>
                  <a:pt x="263778" y="235965"/>
                </a:lnTo>
                <a:lnTo>
                  <a:pt x="342889" y="235965"/>
                </a:lnTo>
                <a:lnTo>
                  <a:pt x="358013" y="229362"/>
                </a:lnTo>
                <a:lnTo>
                  <a:pt x="365021" y="226187"/>
                </a:lnTo>
                <a:close/>
              </a:path>
              <a:path w="569594" h="286385">
                <a:moveTo>
                  <a:pt x="89915" y="227202"/>
                </a:moveTo>
                <a:lnTo>
                  <a:pt x="91312" y="228726"/>
                </a:lnTo>
                <a:lnTo>
                  <a:pt x="90691" y="227937"/>
                </a:lnTo>
                <a:lnTo>
                  <a:pt x="89915" y="227202"/>
                </a:lnTo>
                <a:close/>
              </a:path>
              <a:path w="569594" h="286385">
                <a:moveTo>
                  <a:pt x="90691" y="227937"/>
                </a:moveTo>
                <a:lnTo>
                  <a:pt x="91312" y="228726"/>
                </a:lnTo>
                <a:lnTo>
                  <a:pt x="91526" y="228726"/>
                </a:lnTo>
                <a:lnTo>
                  <a:pt x="90691" y="227937"/>
                </a:lnTo>
                <a:close/>
              </a:path>
              <a:path w="569594" h="286385">
                <a:moveTo>
                  <a:pt x="90114" y="227202"/>
                </a:moveTo>
                <a:lnTo>
                  <a:pt x="89915" y="227202"/>
                </a:lnTo>
                <a:lnTo>
                  <a:pt x="90691" y="227937"/>
                </a:lnTo>
                <a:lnTo>
                  <a:pt x="90114" y="227202"/>
                </a:lnTo>
                <a:close/>
              </a:path>
              <a:path w="569594" h="286385">
                <a:moveTo>
                  <a:pt x="389056" y="215264"/>
                </a:moveTo>
                <a:lnTo>
                  <a:pt x="318007" y="215264"/>
                </a:lnTo>
                <a:lnTo>
                  <a:pt x="290194" y="226313"/>
                </a:lnTo>
                <a:lnTo>
                  <a:pt x="290575" y="226187"/>
                </a:lnTo>
                <a:lnTo>
                  <a:pt x="365021" y="226187"/>
                </a:lnTo>
                <a:lnTo>
                  <a:pt x="387731" y="215900"/>
                </a:lnTo>
                <a:lnTo>
                  <a:pt x="389056" y="215264"/>
                </a:lnTo>
                <a:close/>
              </a:path>
              <a:path w="569594" h="286385">
                <a:moveTo>
                  <a:pt x="81025" y="215645"/>
                </a:moveTo>
                <a:lnTo>
                  <a:pt x="82041" y="217169"/>
                </a:lnTo>
                <a:lnTo>
                  <a:pt x="81440" y="216172"/>
                </a:lnTo>
                <a:lnTo>
                  <a:pt x="81025" y="215645"/>
                </a:lnTo>
                <a:close/>
              </a:path>
              <a:path w="569594" h="286385">
                <a:moveTo>
                  <a:pt x="81440" y="216172"/>
                </a:moveTo>
                <a:lnTo>
                  <a:pt x="82041" y="217169"/>
                </a:lnTo>
                <a:lnTo>
                  <a:pt x="82224" y="217169"/>
                </a:lnTo>
                <a:lnTo>
                  <a:pt x="81440" y="216172"/>
                </a:lnTo>
                <a:close/>
              </a:path>
              <a:path w="569594" h="286385">
                <a:moveTo>
                  <a:pt x="81122" y="215645"/>
                </a:moveTo>
                <a:lnTo>
                  <a:pt x="81440" y="216172"/>
                </a:lnTo>
                <a:lnTo>
                  <a:pt x="81122" y="215645"/>
                </a:lnTo>
                <a:close/>
              </a:path>
              <a:path w="569594" h="286385">
                <a:moveTo>
                  <a:pt x="436117" y="160019"/>
                </a:moveTo>
                <a:lnTo>
                  <a:pt x="405383" y="175259"/>
                </a:lnTo>
                <a:lnTo>
                  <a:pt x="375412" y="189737"/>
                </a:lnTo>
                <a:lnTo>
                  <a:pt x="346075" y="202945"/>
                </a:lnTo>
                <a:lnTo>
                  <a:pt x="346328" y="202945"/>
                </a:lnTo>
                <a:lnTo>
                  <a:pt x="317626" y="215391"/>
                </a:lnTo>
                <a:lnTo>
                  <a:pt x="318007" y="215264"/>
                </a:lnTo>
                <a:lnTo>
                  <a:pt x="389056" y="215264"/>
                </a:lnTo>
                <a:lnTo>
                  <a:pt x="418210" y="201294"/>
                </a:lnTo>
                <a:lnTo>
                  <a:pt x="449071" y="185927"/>
                </a:lnTo>
                <a:lnTo>
                  <a:pt x="480313" y="170052"/>
                </a:lnTo>
                <a:lnTo>
                  <a:pt x="498738" y="160466"/>
                </a:lnTo>
                <a:lnTo>
                  <a:pt x="498572" y="160146"/>
                </a:lnTo>
                <a:lnTo>
                  <a:pt x="435990" y="160146"/>
                </a:lnTo>
                <a:close/>
              </a:path>
              <a:path w="569594" h="286385">
                <a:moveTo>
                  <a:pt x="73151" y="202437"/>
                </a:moveTo>
                <a:lnTo>
                  <a:pt x="73787" y="203581"/>
                </a:lnTo>
                <a:lnTo>
                  <a:pt x="73572" y="203135"/>
                </a:lnTo>
                <a:lnTo>
                  <a:pt x="73151" y="202437"/>
                </a:lnTo>
                <a:close/>
              </a:path>
              <a:path w="569594" h="286385">
                <a:moveTo>
                  <a:pt x="73572" y="203135"/>
                </a:moveTo>
                <a:lnTo>
                  <a:pt x="73787" y="203581"/>
                </a:lnTo>
                <a:lnTo>
                  <a:pt x="73572" y="203135"/>
                </a:lnTo>
                <a:close/>
              </a:path>
              <a:path w="569594" h="286385">
                <a:moveTo>
                  <a:pt x="73237" y="202437"/>
                </a:moveTo>
                <a:lnTo>
                  <a:pt x="73572" y="203135"/>
                </a:lnTo>
                <a:lnTo>
                  <a:pt x="73237" y="202437"/>
                </a:lnTo>
                <a:close/>
              </a:path>
              <a:path w="569594" h="286385">
                <a:moveTo>
                  <a:pt x="65912" y="187197"/>
                </a:moveTo>
                <a:lnTo>
                  <a:pt x="66293" y="188340"/>
                </a:lnTo>
                <a:lnTo>
                  <a:pt x="66462" y="188340"/>
                </a:lnTo>
                <a:lnTo>
                  <a:pt x="65912" y="187197"/>
                </a:lnTo>
                <a:close/>
              </a:path>
              <a:path w="569594" h="286385">
                <a:moveTo>
                  <a:pt x="554128" y="128142"/>
                </a:moveTo>
                <a:lnTo>
                  <a:pt x="498220" y="128142"/>
                </a:lnTo>
                <a:lnTo>
                  <a:pt x="511556" y="153796"/>
                </a:lnTo>
                <a:lnTo>
                  <a:pt x="498738" y="160466"/>
                </a:lnTo>
                <a:lnTo>
                  <a:pt x="512190" y="186181"/>
                </a:lnTo>
                <a:lnTo>
                  <a:pt x="554128" y="128142"/>
                </a:lnTo>
                <a:close/>
              </a:path>
              <a:path w="569594" h="286385">
                <a:moveTo>
                  <a:pt x="59530" y="170560"/>
                </a:moveTo>
                <a:lnTo>
                  <a:pt x="59816" y="171450"/>
                </a:lnTo>
                <a:lnTo>
                  <a:pt x="59530" y="170560"/>
                </a:lnTo>
                <a:close/>
              </a:path>
              <a:path w="569594" h="286385">
                <a:moveTo>
                  <a:pt x="498220" y="128142"/>
                </a:moveTo>
                <a:lnTo>
                  <a:pt x="485326" y="134826"/>
                </a:lnTo>
                <a:lnTo>
                  <a:pt x="498738" y="160466"/>
                </a:lnTo>
                <a:lnTo>
                  <a:pt x="511556" y="153796"/>
                </a:lnTo>
                <a:lnTo>
                  <a:pt x="498220" y="128142"/>
                </a:lnTo>
                <a:close/>
              </a:path>
              <a:path w="569594" h="286385">
                <a:moveTo>
                  <a:pt x="485326" y="134826"/>
                </a:moveTo>
                <a:lnTo>
                  <a:pt x="435990" y="160146"/>
                </a:lnTo>
                <a:lnTo>
                  <a:pt x="498572" y="160146"/>
                </a:lnTo>
                <a:lnTo>
                  <a:pt x="485326" y="134826"/>
                </a:lnTo>
                <a:close/>
              </a:path>
              <a:path w="569594" h="286385">
                <a:moveTo>
                  <a:pt x="53783" y="152526"/>
                </a:moveTo>
                <a:lnTo>
                  <a:pt x="53975" y="153288"/>
                </a:lnTo>
                <a:lnTo>
                  <a:pt x="53783" y="152526"/>
                </a:lnTo>
                <a:close/>
              </a:path>
              <a:path w="569594" h="286385">
                <a:moveTo>
                  <a:pt x="569087" y="107441"/>
                </a:moveTo>
                <a:lnTo>
                  <a:pt x="471931" y="109219"/>
                </a:lnTo>
                <a:lnTo>
                  <a:pt x="485326" y="134826"/>
                </a:lnTo>
                <a:lnTo>
                  <a:pt x="498220" y="128142"/>
                </a:lnTo>
                <a:lnTo>
                  <a:pt x="554128" y="128142"/>
                </a:lnTo>
                <a:lnTo>
                  <a:pt x="569087" y="107441"/>
                </a:lnTo>
                <a:close/>
              </a:path>
              <a:path w="569594" h="286385">
                <a:moveTo>
                  <a:pt x="48894" y="133095"/>
                </a:moveTo>
                <a:lnTo>
                  <a:pt x="49021" y="133731"/>
                </a:lnTo>
                <a:lnTo>
                  <a:pt x="48894" y="133095"/>
                </a:lnTo>
                <a:close/>
              </a:path>
              <a:path w="569594" h="286385">
                <a:moveTo>
                  <a:pt x="44576" y="112648"/>
                </a:moveTo>
                <a:lnTo>
                  <a:pt x="44576" y="113156"/>
                </a:lnTo>
                <a:lnTo>
                  <a:pt x="44576" y="112648"/>
                </a:lnTo>
                <a:close/>
              </a:path>
              <a:path w="569594" h="286385">
                <a:moveTo>
                  <a:pt x="40853" y="91312"/>
                </a:moveTo>
                <a:lnTo>
                  <a:pt x="40893" y="91566"/>
                </a:lnTo>
                <a:lnTo>
                  <a:pt x="40853" y="91312"/>
                </a:lnTo>
                <a:close/>
              </a:path>
              <a:path w="569594" h="286385">
                <a:moveTo>
                  <a:pt x="37337" y="69214"/>
                </a:moveTo>
                <a:lnTo>
                  <a:pt x="37337" y="69468"/>
                </a:lnTo>
                <a:lnTo>
                  <a:pt x="37337" y="69214"/>
                </a:lnTo>
                <a:close/>
              </a:path>
              <a:path w="569594" h="286385">
                <a:moveTo>
                  <a:pt x="34289" y="46481"/>
                </a:moveTo>
                <a:lnTo>
                  <a:pt x="34289" y="46735"/>
                </a:lnTo>
                <a:lnTo>
                  <a:pt x="34289" y="46481"/>
                </a:lnTo>
                <a:close/>
              </a:path>
            </a:pathLst>
          </a:custGeom>
          <a:solidFill>
            <a:srgbClr val="0000FF"/>
          </a:solidFill>
        </p:spPr>
        <p:txBody>
          <a:bodyPr wrap="square" lIns="0" tIns="0" rIns="0" bIns="0" rtlCol="0"/>
          <a:lstStyle/>
          <a:p>
            <a:endParaRPr/>
          </a:p>
        </p:txBody>
      </p:sp>
      <p:sp>
        <p:nvSpPr>
          <p:cNvPr id="50" name="object 48">
            <a:extLst>
              <a:ext uri="{FF2B5EF4-FFF2-40B4-BE49-F238E27FC236}">
                <a16:creationId xmlns:a16="http://schemas.microsoft.com/office/drawing/2014/main" id="{A0B910FF-F042-93D7-6883-31C5AA88F0AD}"/>
              </a:ext>
            </a:extLst>
          </p:cNvPr>
          <p:cNvSpPr txBox="1"/>
          <p:nvPr/>
        </p:nvSpPr>
        <p:spPr>
          <a:xfrm>
            <a:off x="1808426" y="4107777"/>
            <a:ext cx="1423035" cy="1160780"/>
          </a:xfrm>
          <a:prstGeom prst="rect">
            <a:avLst/>
          </a:prstGeom>
        </p:spPr>
        <p:txBody>
          <a:bodyPr vert="horz" wrap="square" lIns="0" tIns="67310" rIns="0" bIns="0" rtlCol="0">
            <a:spAutoFit/>
          </a:bodyPr>
          <a:lstStyle/>
          <a:p>
            <a:pPr marL="12700">
              <a:lnSpc>
                <a:spcPct val="100000"/>
              </a:lnSpc>
              <a:spcBef>
                <a:spcPts val="530"/>
              </a:spcBef>
            </a:pPr>
            <a:r>
              <a:rPr sz="1800" dirty="0">
                <a:latin typeface="Calibri"/>
                <a:cs typeface="Calibri"/>
              </a:rPr>
              <a:t>16 x 16 =</a:t>
            </a:r>
            <a:r>
              <a:rPr sz="1800" spc="-55" dirty="0">
                <a:latin typeface="Calibri"/>
                <a:cs typeface="Calibri"/>
              </a:rPr>
              <a:t> </a:t>
            </a:r>
            <a:r>
              <a:rPr sz="1800" dirty="0">
                <a:latin typeface="Calibri"/>
                <a:cs typeface="Calibri"/>
              </a:rPr>
              <a:t>256</a:t>
            </a:r>
          </a:p>
          <a:p>
            <a:pPr marL="47625">
              <a:lnSpc>
                <a:spcPct val="100000"/>
              </a:lnSpc>
              <a:spcBef>
                <a:spcPts val="585"/>
              </a:spcBef>
            </a:pPr>
            <a:r>
              <a:rPr sz="2400" dirty="0">
                <a:latin typeface="Calibri"/>
                <a:cs typeface="Calibri"/>
              </a:rPr>
              <a:t>Ink →</a:t>
            </a:r>
            <a:r>
              <a:rPr sz="2400" spc="-45" dirty="0">
                <a:latin typeface="Calibri"/>
                <a:cs typeface="Calibri"/>
              </a:rPr>
              <a:t> </a:t>
            </a:r>
            <a:r>
              <a:rPr sz="2400" dirty="0">
                <a:latin typeface="Calibri"/>
                <a:cs typeface="Calibri"/>
              </a:rPr>
              <a:t>1</a:t>
            </a:r>
          </a:p>
          <a:p>
            <a:pPr marL="47625">
              <a:lnSpc>
                <a:spcPct val="100000"/>
              </a:lnSpc>
            </a:pPr>
            <a:r>
              <a:rPr sz="2400" dirty="0">
                <a:latin typeface="Calibri"/>
                <a:cs typeface="Calibri"/>
              </a:rPr>
              <a:t>No ink →</a:t>
            </a:r>
            <a:r>
              <a:rPr sz="2400" spc="-114" dirty="0">
                <a:latin typeface="Calibri"/>
                <a:cs typeface="Calibri"/>
              </a:rPr>
              <a:t> </a:t>
            </a:r>
            <a:r>
              <a:rPr sz="2400" dirty="0">
                <a:latin typeface="Calibri"/>
                <a:cs typeface="Calibri"/>
              </a:rPr>
              <a:t>0</a:t>
            </a:r>
          </a:p>
        </p:txBody>
      </p:sp>
      <p:sp>
        <p:nvSpPr>
          <p:cNvPr id="51" name="object 49">
            <a:extLst>
              <a:ext uri="{FF2B5EF4-FFF2-40B4-BE49-F238E27FC236}">
                <a16:creationId xmlns:a16="http://schemas.microsoft.com/office/drawing/2014/main" id="{6D1759CE-7B3C-303C-6480-7ADF7B8AF0FA}"/>
              </a:ext>
            </a:extLst>
          </p:cNvPr>
          <p:cNvSpPr/>
          <p:nvPr/>
        </p:nvSpPr>
        <p:spPr>
          <a:xfrm>
            <a:off x="7655151" y="2719479"/>
            <a:ext cx="635000" cy="78105"/>
          </a:xfrm>
          <a:custGeom>
            <a:avLst/>
            <a:gdLst/>
            <a:ahLst/>
            <a:cxnLst/>
            <a:rect l="l" t="t" r="r" b="b"/>
            <a:pathLst>
              <a:path w="635000" h="78105">
                <a:moveTo>
                  <a:pt x="556767" y="0"/>
                </a:moveTo>
                <a:lnTo>
                  <a:pt x="556767" y="77724"/>
                </a:lnTo>
                <a:lnTo>
                  <a:pt x="608583" y="51815"/>
                </a:lnTo>
                <a:lnTo>
                  <a:pt x="569722" y="51815"/>
                </a:lnTo>
                <a:lnTo>
                  <a:pt x="569722" y="25908"/>
                </a:lnTo>
                <a:lnTo>
                  <a:pt x="608583" y="25908"/>
                </a:lnTo>
                <a:lnTo>
                  <a:pt x="556767" y="0"/>
                </a:lnTo>
                <a:close/>
              </a:path>
              <a:path w="635000" h="78105">
                <a:moveTo>
                  <a:pt x="556767" y="25908"/>
                </a:moveTo>
                <a:lnTo>
                  <a:pt x="0" y="25908"/>
                </a:lnTo>
                <a:lnTo>
                  <a:pt x="0" y="51815"/>
                </a:lnTo>
                <a:lnTo>
                  <a:pt x="556767" y="51815"/>
                </a:lnTo>
                <a:lnTo>
                  <a:pt x="556767" y="25908"/>
                </a:lnTo>
                <a:close/>
              </a:path>
              <a:path w="635000" h="78105">
                <a:moveTo>
                  <a:pt x="608583" y="25908"/>
                </a:moveTo>
                <a:lnTo>
                  <a:pt x="569722" y="25908"/>
                </a:lnTo>
                <a:lnTo>
                  <a:pt x="569722" y="51815"/>
                </a:lnTo>
                <a:lnTo>
                  <a:pt x="608583" y="51815"/>
                </a:lnTo>
                <a:lnTo>
                  <a:pt x="634491" y="38862"/>
                </a:lnTo>
                <a:lnTo>
                  <a:pt x="608583" y="25908"/>
                </a:lnTo>
                <a:close/>
              </a:path>
            </a:pathLst>
          </a:custGeom>
          <a:solidFill>
            <a:srgbClr val="000000"/>
          </a:solidFill>
        </p:spPr>
        <p:txBody>
          <a:bodyPr wrap="square" lIns="0" tIns="0" rIns="0" bIns="0" rtlCol="0"/>
          <a:lstStyle/>
          <a:p>
            <a:endParaRPr/>
          </a:p>
        </p:txBody>
      </p:sp>
      <p:sp>
        <p:nvSpPr>
          <p:cNvPr id="52" name="object 50">
            <a:extLst>
              <a:ext uri="{FF2B5EF4-FFF2-40B4-BE49-F238E27FC236}">
                <a16:creationId xmlns:a16="http://schemas.microsoft.com/office/drawing/2014/main" id="{A4EB6411-927A-382A-4D2C-0935889529D2}"/>
              </a:ext>
            </a:extLst>
          </p:cNvPr>
          <p:cNvSpPr/>
          <p:nvPr/>
        </p:nvSpPr>
        <p:spPr>
          <a:xfrm>
            <a:off x="7763354" y="3966111"/>
            <a:ext cx="525145" cy="78105"/>
          </a:xfrm>
          <a:custGeom>
            <a:avLst/>
            <a:gdLst/>
            <a:ahLst/>
            <a:cxnLst/>
            <a:rect l="l" t="t" r="r" b="b"/>
            <a:pathLst>
              <a:path w="525145" h="78104">
                <a:moveTo>
                  <a:pt x="447421" y="0"/>
                </a:moveTo>
                <a:lnTo>
                  <a:pt x="447421" y="77724"/>
                </a:lnTo>
                <a:lnTo>
                  <a:pt x="499236" y="51816"/>
                </a:lnTo>
                <a:lnTo>
                  <a:pt x="460375" y="51816"/>
                </a:lnTo>
                <a:lnTo>
                  <a:pt x="460375" y="25908"/>
                </a:lnTo>
                <a:lnTo>
                  <a:pt x="499237" y="25908"/>
                </a:lnTo>
                <a:lnTo>
                  <a:pt x="447421" y="0"/>
                </a:lnTo>
                <a:close/>
              </a:path>
              <a:path w="525145" h="78104">
                <a:moveTo>
                  <a:pt x="447421" y="25908"/>
                </a:moveTo>
                <a:lnTo>
                  <a:pt x="0" y="25908"/>
                </a:lnTo>
                <a:lnTo>
                  <a:pt x="0" y="51816"/>
                </a:lnTo>
                <a:lnTo>
                  <a:pt x="447421" y="51816"/>
                </a:lnTo>
                <a:lnTo>
                  <a:pt x="447421" y="25908"/>
                </a:lnTo>
                <a:close/>
              </a:path>
              <a:path w="525145" h="78104">
                <a:moveTo>
                  <a:pt x="499237" y="25908"/>
                </a:moveTo>
                <a:lnTo>
                  <a:pt x="460375" y="25908"/>
                </a:lnTo>
                <a:lnTo>
                  <a:pt x="460375" y="51816"/>
                </a:lnTo>
                <a:lnTo>
                  <a:pt x="499236" y="51816"/>
                </a:lnTo>
                <a:lnTo>
                  <a:pt x="525145" y="38862"/>
                </a:lnTo>
                <a:lnTo>
                  <a:pt x="499237" y="25908"/>
                </a:lnTo>
                <a:close/>
              </a:path>
            </a:pathLst>
          </a:custGeom>
          <a:solidFill>
            <a:srgbClr val="000000"/>
          </a:solidFill>
        </p:spPr>
        <p:txBody>
          <a:bodyPr wrap="square" lIns="0" tIns="0" rIns="0" bIns="0" rtlCol="0"/>
          <a:lstStyle/>
          <a:p>
            <a:endParaRPr/>
          </a:p>
        </p:txBody>
      </p:sp>
      <p:sp>
        <p:nvSpPr>
          <p:cNvPr id="53" name="object 51">
            <a:extLst>
              <a:ext uri="{FF2B5EF4-FFF2-40B4-BE49-F238E27FC236}">
                <a16:creationId xmlns:a16="http://schemas.microsoft.com/office/drawing/2014/main" id="{B3BA7AA1-6645-C12B-C90A-4232CB9BDEA4}"/>
              </a:ext>
            </a:extLst>
          </p:cNvPr>
          <p:cNvSpPr/>
          <p:nvPr/>
        </p:nvSpPr>
        <p:spPr>
          <a:xfrm>
            <a:off x="7630766" y="1940714"/>
            <a:ext cx="658495" cy="78105"/>
          </a:xfrm>
          <a:custGeom>
            <a:avLst/>
            <a:gdLst/>
            <a:ahLst/>
            <a:cxnLst/>
            <a:rect l="l" t="t" r="r" b="b"/>
            <a:pathLst>
              <a:path w="658495" h="78105">
                <a:moveTo>
                  <a:pt x="580643" y="0"/>
                </a:moveTo>
                <a:lnTo>
                  <a:pt x="580643" y="77724"/>
                </a:lnTo>
                <a:lnTo>
                  <a:pt x="632460" y="51815"/>
                </a:lnTo>
                <a:lnTo>
                  <a:pt x="593597" y="51815"/>
                </a:lnTo>
                <a:lnTo>
                  <a:pt x="593597" y="25908"/>
                </a:lnTo>
                <a:lnTo>
                  <a:pt x="632460" y="25908"/>
                </a:lnTo>
                <a:lnTo>
                  <a:pt x="580643" y="0"/>
                </a:lnTo>
                <a:close/>
              </a:path>
              <a:path w="658495" h="78105">
                <a:moveTo>
                  <a:pt x="580643" y="25908"/>
                </a:moveTo>
                <a:lnTo>
                  <a:pt x="0" y="25908"/>
                </a:lnTo>
                <a:lnTo>
                  <a:pt x="0" y="51815"/>
                </a:lnTo>
                <a:lnTo>
                  <a:pt x="580643" y="51815"/>
                </a:lnTo>
                <a:lnTo>
                  <a:pt x="580643" y="25908"/>
                </a:lnTo>
                <a:close/>
              </a:path>
              <a:path w="658495" h="78105">
                <a:moveTo>
                  <a:pt x="632460" y="25908"/>
                </a:moveTo>
                <a:lnTo>
                  <a:pt x="593597" y="25908"/>
                </a:lnTo>
                <a:lnTo>
                  <a:pt x="593597" y="51815"/>
                </a:lnTo>
                <a:lnTo>
                  <a:pt x="632460" y="51815"/>
                </a:lnTo>
                <a:lnTo>
                  <a:pt x="658367" y="38862"/>
                </a:lnTo>
                <a:lnTo>
                  <a:pt x="632460" y="25908"/>
                </a:lnTo>
                <a:close/>
              </a:path>
            </a:pathLst>
          </a:custGeom>
          <a:solidFill>
            <a:srgbClr val="000000"/>
          </a:solidFill>
        </p:spPr>
        <p:txBody>
          <a:bodyPr wrap="square" lIns="0" tIns="0" rIns="0" bIns="0" rtlCol="0"/>
          <a:lstStyle/>
          <a:p>
            <a:endParaRPr/>
          </a:p>
        </p:txBody>
      </p:sp>
      <p:sp>
        <p:nvSpPr>
          <p:cNvPr id="54" name="object 52">
            <a:extLst>
              <a:ext uri="{FF2B5EF4-FFF2-40B4-BE49-F238E27FC236}">
                <a16:creationId xmlns:a16="http://schemas.microsoft.com/office/drawing/2014/main" id="{EBB5F781-CFCF-3EAB-E9F3-2C635DE0BBB6}"/>
              </a:ext>
            </a:extLst>
          </p:cNvPr>
          <p:cNvSpPr txBox="1"/>
          <p:nvPr/>
        </p:nvSpPr>
        <p:spPr>
          <a:xfrm>
            <a:off x="8457841" y="3227098"/>
            <a:ext cx="381000" cy="516890"/>
          </a:xfrm>
          <a:prstGeom prst="rect">
            <a:avLst/>
          </a:prstGeom>
        </p:spPr>
        <p:txBody>
          <a:bodyPr vert="vert" wrap="square" lIns="0" tIns="0" rIns="0" bIns="0" rtlCol="0">
            <a:spAutoFit/>
          </a:bodyPr>
          <a:lstStyle/>
          <a:p>
            <a:pPr marL="12700">
              <a:lnSpc>
                <a:spcPts val="2760"/>
              </a:lnSpc>
            </a:pPr>
            <a:r>
              <a:rPr sz="2800" dirty="0">
                <a:latin typeface="Calibri"/>
                <a:cs typeface="Calibri"/>
              </a:rPr>
              <a:t>……</a:t>
            </a:r>
            <a:endParaRPr sz="2800">
              <a:latin typeface="Calibri"/>
              <a:cs typeface="Calibri"/>
            </a:endParaRPr>
          </a:p>
        </p:txBody>
      </p:sp>
      <p:sp>
        <p:nvSpPr>
          <p:cNvPr id="55" name="object 53">
            <a:extLst>
              <a:ext uri="{FF2B5EF4-FFF2-40B4-BE49-F238E27FC236}">
                <a16:creationId xmlns:a16="http://schemas.microsoft.com/office/drawing/2014/main" id="{8C375E2C-4F00-3549-3485-0ACFB6CA5A1B}"/>
              </a:ext>
            </a:extLst>
          </p:cNvPr>
          <p:cNvSpPr txBox="1"/>
          <p:nvPr/>
        </p:nvSpPr>
        <p:spPr>
          <a:xfrm>
            <a:off x="8347809" y="1722782"/>
            <a:ext cx="498475" cy="2624455"/>
          </a:xfrm>
          <a:prstGeom prst="rect">
            <a:avLst/>
          </a:prstGeom>
          <a:solidFill>
            <a:srgbClr val="D9D9D9"/>
          </a:solidFill>
        </p:spPr>
        <p:txBody>
          <a:bodyPr vert="horz" wrap="square" lIns="0" tIns="3810" rIns="0" bIns="0" rtlCol="0">
            <a:spAutoFit/>
          </a:bodyPr>
          <a:lstStyle/>
          <a:p>
            <a:pPr marL="103505">
              <a:lnSpc>
                <a:spcPct val="100000"/>
              </a:lnSpc>
              <a:spcBef>
                <a:spcPts val="30"/>
              </a:spcBef>
            </a:pPr>
            <a:r>
              <a:rPr sz="2800" spc="-5" dirty="0">
                <a:latin typeface="Calibri"/>
                <a:cs typeface="Calibri"/>
              </a:rPr>
              <a:t>y</a:t>
            </a:r>
            <a:r>
              <a:rPr sz="2775" spc="-7" baseline="-21021" dirty="0">
                <a:latin typeface="Calibri"/>
                <a:cs typeface="Calibri"/>
              </a:rPr>
              <a:t>1</a:t>
            </a:r>
            <a:endParaRPr sz="2775" baseline="-21021">
              <a:latin typeface="Calibri"/>
              <a:cs typeface="Calibri"/>
            </a:endParaRPr>
          </a:p>
          <a:p>
            <a:pPr>
              <a:lnSpc>
                <a:spcPct val="100000"/>
              </a:lnSpc>
              <a:spcBef>
                <a:spcPts val="20"/>
              </a:spcBef>
            </a:pPr>
            <a:endParaRPr sz="2600">
              <a:latin typeface="Times New Roman"/>
              <a:cs typeface="Times New Roman"/>
            </a:endParaRPr>
          </a:p>
          <a:p>
            <a:pPr marL="124460">
              <a:lnSpc>
                <a:spcPct val="100000"/>
              </a:lnSpc>
            </a:pPr>
            <a:r>
              <a:rPr sz="2800" spc="-5" dirty="0">
                <a:latin typeface="Calibri"/>
                <a:cs typeface="Calibri"/>
              </a:rPr>
              <a:t>y</a:t>
            </a:r>
            <a:r>
              <a:rPr sz="2775" spc="-7" baseline="-21021" dirty="0">
                <a:latin typeface="Calibri"/>
                <a:cs typeface="Calibri"/>
              </a:rPr>
              <a:t>2</a:t>
            </a:r>
            <a:endParaRPr sz="2775" baseline="-21021">
              <a:latin typeface="Calibri"/>
              <a:cs typeface="Calibri"/>
            </a:endParaRPr>
          </a:p>
          <a:p>
            <a:pPr>
              <a:lnSpc>
                <a:spcPct val="100000"/>
              </a:lnSpc>
            </a:pPr>
            <a:endParaRPr sz="3200">
              <a:latin typeface="Times New Roman"/>
              <a:cs typeface="Times New Roman"/>
            </a:endParaRPr>
          </a:p>
          <a:p>
            <a:pPr>
              <a:lnSpc>
                <a:spcPct val="100000"/>
              </a:lnSpc>
              <a:spcBef>
                <a:spcPts val="30"/>
              </a:spcBef>
            </a:pPr>
            <a:endParaRPr sz="3050">
              <a:latin typeface="Times New Roman"/>
              <a:cs typeface="Times New Roman"/>
            </a:endParaRPr>
          </a:p>
          <a:p>
            <a:pPr marL="92075">
              <a:lnSpc>
                <a:spcPct val="100000"/>
              </a:lnSpc>
            </a:pPr>
            <a:r>
              <a:rPr sz="4200" spc="-22" baseline="13888" dirty="0">
                <a:latin typeface="Calibri"/>
                <a:cs typeface="Calibri"/>
              </a:rPr>
              <a:t>y</a:t>
            </a:r>
            <a:r>
              <a:rPr sz="1850" spc="0" dirty="0">
                <a:latin typeface="Calibri"/>
                <a:cs typeface="Calibri"/>
              </a:rPr>
              <a:t>10</a:t>
            </a:r>
            <a:endParaRPr sz="1850">
              <a:latin typeface="Calibri"/>
              <a:cs typeface="Calibri"/>
            </a:endParaRPr>
          </a:p>
        </p:txBody>
      </p:sp>
      <p:sp>
        <p:nvSpPr>
          <p:cNvPr id="56" name="object 54">
            <a:extLst>
              <a:ext uri="{FF2B5EF4-FFF2-40B4-BE49-F238E27FC236}">
                <a16:creationId xmlns:a16="http://schemas.microsoft.com/office/drawing/2014/main" id="{D8653B77-B528-6B70-78AE-F1DD7D1D50B9}"/>
              </a:ext>
            </a:extLst>
          </p:cNvPr>
          <p:cNvSpPr txBox="1"/>
          <p:nvPr/>
        </p:nvSpPr>
        <p:spPr>
          <a:xfrm>
            <a:off x="6492847" y="5165880"/>
            <a:ext cx="327279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y</a:t>
            </a:r>
            <a:r>
              <a:rPr sz="2400" spc="-7" baseline="-20833" dirty="0">
                <a:latin typeface="Calibri"/>
                <a:cs typeface="Calibri"/>
              </a:rPr>
              <a:t>1 </a:t>
            </a:r>
            <a:r>
              <a:rPr sz="2400" spc="-5" dirty="0">
                <a:latin typeface="Calibri"/>
                <a:cs typeface="Calibri"/>
              </a:rPr>
              <a:t>has </a:t>
            </a:r>
            <a:r>
              <a:rPr sz="2400" dirty="0">
                <a:latin typeface="Calibri"/>
                <a:cs typeface="Calibri"/>
              </a:rPr>
              <a:t>the </a:t>
            </a:r>
            <a:r>
              <a:rPr sz="2400" spc="-10" dirty="0">
                <a:latin typeface="Calibri"/>
                <a:cs typeface="Calibri"/>
              </a:rPr>
              <a:t>maximum</a:t>
            </a:r>
            <a:r>
              <a:rPr sz="2400" spc="-260" dirty="0">
                <a:latin typeface="Calibri"/>
                <a:cs typeface="Calibri"/>
              </a:rPr>
              <a:t> </a:t>
            </a:r>
            <a:r>
              <a:rPr sz="2400" spc="-10" dirty="0">
                <a:latin typeface="Calibri"/>
                <a:cs typeface="Calibri"/>
              </a:rPr>
              <a:t>value</a:t>
            </a:r>
            <a:endParaRPr sz="2400" dirty="0">
              <a:latin typeface="Calibri"/>
              <a:cs typeface="Calibri"/>
            </a:endParaRPr>
          </a:p>
        </p:txBody>
      </p:sp>
      <p:sp>
        <p:nvSpPr>
          <p:cNvPr id="57" name="object 55">
            <a:extLst>
              <a:ext uri="{FF2B5EF4-FFF2-40B4-BE49-F238E27FC236}">
                <a16:creationId xmlns:a16="http://schemas.microsoft.com/office/drawing/2014/main" id="{744BA1F2-D996-59E3-604E-4C40CA944735}"/>
              </a:ext>
            </a:extLst>
          </p:cNvPr>
          <p:cNvSpPr txBox="1"/>
          <p:nvPr/>
        </p:nvSpPr>
        <p:spPr>
          <a:xfrm>
            <a:off x="3898490" y="4554501"/>
            <a:ext cx="3117215"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5" dirty="0">
                <a:latin typeface="Calibri"/>
                <a:cs typeface="Calibri"/>
              </a:rPr>
              <a:t>学习目标是</a:t>
            </a:r>
            <a:r>
              <a:rPr sz="2400" spc="-110" dirty="0">
                <a:latin typeface="Calibri"/>
                <a:cs typeface="Calibri"/>
              </a:rPr>
              <a:t> </a:t>
            </a:r>
            <a:r>
              <a:rPr sz="2400" spc="-5" dirty="0">
                <a:latin typeface="Calibri"/>
                <a:cs typeface="Calibri"/>
              </a:rPr>
              <a:t>……</a:t>
            </a:r>
            <a:endParaRPr sz="2400" dirty="0">
              <a:latin typeface="Calibri"/>
              <a:cs typeface="Calibri"/>
            </a:endParaRPr>
          </a:p>
        </p:txBody>
      </p:sp>
      <p:sp>
        <p:nvSpPr>
          <p:cNvPr id="58" name="object 56">
            <a:extLst>
              <a:ext uri="{FF2B5EF4-FFF2-40B4-BE49-F238E27FC236}">
                <a16:creationId xmlns:a16="http://schemas.microsoft.com/office/drawing/2014/main" id="{695969B4-2214-6DA2-60CF-106A5F4E84FB}"/>
              </a:ext>
            </a:extLst>
          </p:cNvPr>
          <p:cNvSpPr/>
          <p:nvPr/>
        </p:nvSpPr>
        <p:spPr>
          <a:xfrm>
            <a:off x="5344858" y="5186073"/>
            <a:ext cx="298764" cy="447003"/>
          </a:xfrm>
          <a:prstGeom prst="rect">
            <a:avLst/>
          </a:prstGeom>
          <a:blipFill>
            <a:blip r:embed="rId9" cstate="print"/>
            <a:stretch>
              <a:fillRect/>
            </a:stretch>
          </a:blipFill>
        </p:spPr>
        <p:txBody>
          <a:bodyPr wrap="square" lIns="0" tIns="0" rIns="0" bIns="0" rtlCol="0"/>
          <a:lstStyle/>
          <a:p>
            <a:endParaRPr/>
          </a:p>
        </p:txBody>
      </p:sp>
      <p:sp>
        <p:nvSpPr>
          <p:cNvPr id="59" name="object 57">
            <a:extLst>
              <a:ext uri="{FF2B5EF4-FFF2-40B4-BE49-F238E27FC236}">
                <a16:creationId xmlns:a16="http://schemas.microsoft.com/office/drawing/2014/main" id="{250422EF-8CB2-8B9B-DF84-18C82EA79FF1}"/>
              </a:ext>
            </a:extLst>
          </p:cNvPr>
          <p:cNvSpPr/>
          <p:nvPr/>
        </p:nvSpPr>
        <p:spPr>
          <a:xfrm>
            <a:off x="5164935" y="5070249"/>
            <a:ext cx="612775" cy="619125"/>
          </a:xfrm>
          <a:custGeom>
            <a:avLst/>
            <a:gdLst/>
            <a:ahLst/>
            <a:cxnLst/>
            <a:rect l="l" t="t" r="r" b="b"/>
            <a:pathLst>
              <a:path w="612775" h="619125">
                <a:moveTo>
                  <a:pt x="0" y="618743"/>
                </a:moveTo>
                <a:lnTo>
                  <a:pt x="612648" y="618743"/>
                </a:lnTo>
                <a:lnTo>
                  <a:pt x="612648" y="0"/>
                </a:lnTo>
                <a:lnTo>
                  <a:pt x="0" y="0"/>
                </a:lnTo>
                <a:lnTo>
                  <a:pt x="0" y="618743"/>
                </a:lnTo>
                <a:close/>
              </a:path>
            </a:pathLst>
          </a:custGeom>
          <a:ln w="38100">
            <a:solidFill>
              <a:srgbClr val="000000"/>
            </a:solidFill>
          </a:ln>
        </p:spPr>
        <p:txBody>
          <a:bodyPr wrap="square" lIns="0" tIns="0" rIns="0" bIns="0" rtlCol="0"/>
          <a:lstStyle/>
          <a:p>
            <a:endParaRPr/>
          </a:p>
        </p:txBody>
      </p:sp>
      <p:sp>
        <p:nvSpPr>
          <p:cNvPr id="60" name="object 58">
            <a:extLst>
              <a:ext uri="{FF2B5EF4-FFF2-40B4-BE49-F238E27FC236}">
                <a16:creationId xmlns:a16="http://schemas.microsoft.com/office/drawing/2014/main" id="{56C65412-2DBA-14E4-69A3-C93BAEC2A6E2}"/>
              </a:ext>
            </a:extLst>
          </p:cNvPr>
          <p:cNvSpPr txBox="1"/>
          <p:nvPr/>
        </p:nvSpPr>
        <p:spPr>
          <a:xfrm>
            <a:off x="4278474" y="5127780"/>
            <a:ext cx="76644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Input:</a:t>
            </a:r>
          </a:p>
        </p:txBody>
      </p:sp>
      <p:sp>
        <p:nvSpPr>
          <p:cNvPr id="61" name="object 59">
            <a:extLst>
              <a:ext uri="{FF2B5EF4-FFF2-40B4-BE49-F238E27FC236}">
                <a16:creationId xmlns:a16="http://schemas.microsoft.com/office/drawing/2014/main" id="{8E57DD69-9999-AF8A-6C09-44FCF6D27B6D}"/>
              </a:ext>
            </a:extLst>
          </p:cNvPr>
          <p:cNvSpPr/>
          <p:nvPr/>
        </p:nvSpPr>
        <p:spPr>
          <a:xfrm>
            <a:off x="5901789" y="5234079"/>
            <a:ext cx="492759" cy="341630"/>
          </a:xfrm>
          <a:custGeom>
            <a:avLst/>
            <a:gdLst/>
            <a:ahLst/>
            <a:cxnLst/>
            <a:rect l="l" t="t" r="r" b="b"/>
            <a:pathLst>
              <a:path w="492760" h="341629">
                <a:moveTo>
                  <a:pt x="321563" y="0"/>
                </a:moveTo>
                <a:lnTo>
                  <a:pt x="321563" y="85343"/>
                </a:lnTo>
                <a:lnTo>
                  <a:pt x="0" y="85343"/>
                </a:lnTo>
                <a:lnTo>
                  <a:pt x="0" y="256032"/>
                </a:lnTo>
                <a:lnTo>
                  <a:pt x="321563" y="256032"/>
                </a:lnTo>
                <a:lnTo>
                  <a:pt x="321563" y="341376"/>
                </a:lnTo>
                <a:lnTo>
                  <a:pt x="492251" y="170687"/>
                </a:lnTo>
                <a:lnTo>
                  <a:pt x="321563" y="0"/>
                </a:lnTo>
                <a:close/>
              </a:path>
            </a:pathLst>
          </a:custGeom>
          <a:solidFill>
            <a:srgbClr val="4471C4"/>
          </a:solidFill>
        </p:spPr>
        <p:txBody>
          <a:bodyPr wrap="square" lIns="0" tIns="0" rIns="0" bIns="0" rtlCol="0"/>
          <a:lstStyle/>
          <a:p>
            <a:endParaRPr/>
          </a:p>
        </p:txBody>
      </p:sp>
      <p:sp>
        <p:nvSpPr>
          <p:cNvPr id="62" name="object 60">
            <a:extLst>
              <a:ext uri="{FF2B5EF4-FFF2-40B4-BE49-F238E27FC236}">
                <a16:creationId xmlns:a16="http://schemas.microsoft.com/office/drawing/2014/main" id="{31FC6F19-EA19-9305-2A1A-C880828C11BD}"/>
              </a:ext>
            </a:extLst>
          </p:cNvPr>
          <p:cNvSpPr/>
          <p:nvPr/>
        </p:nvSpPr>
        <p:spPr>
          <a:xfrm>
            <a:off x="5901789" y="5234079"/>
            <a:ext cx="492759" cy="341630"/>
          </a:xfrm>
          <a:custGeom>
            <a:avLst/>
            <a:gdLst/>
            <a:ahLst/>
            <a:cxnLst/>
            <a:rect l="l" t="t" r="r" b="b"/>
            <a:pathLst>
              <a:path w="492760" h="341629">
                <a:moveTo>
                  <a:pt x="0" y="85343"/>
                </a:moveTo>
                <a:lnTo>
                  <a:pt x="321563" y="85343"/>
                </a:lnTo>
                <a:lnTo>
                  <a:pt x="321563" y="0"/>
                </a:lnTo>
                <a:lnTo>
                  <a:pt x="492251" y="170687"/>
                </a:lnTo>
                <a:lnTo>
                  <a:pt x="321563" y="341376"/>
                </a:lnTo>
                <a:lnTo>
                  <a:pt x="321563" y="256032"/>
                </a:lnTo>
                <a:lnTo>
                  <a:pt x="0" y="256032"/>
                </a:lnTo>
                <a:lnTo>
                  <a:pt x="0" y="85343"/>
                </a:lnTo>
                <a:close/>
              </a:path>
            </a:pathLst>
          </a:custGeom>
          <a:ln w="12192">
            <a:solidFill>
              <a:srgbClr val="2E528F"/>
            </a:solidFill>
          </a:ln>
        </p:spPr>
        <p:txBody>
          <a:bodyPr wrap="square" lIns="0" tIns="0" rIns="0" bIns="0" rtlCol="0"/>
          <a:lstStyle/>
          <a:p>
            <a:endParaRPr/>
          </a:p>
        </p:txBody>
      </p:sp>
      <p:sp>
        <p:nvSpPr>
          <p:cNvPr id="63" name="object 61">
            <a:extLst>
              <a:ext uri="{FF2B5EF4-FFF2-40B4-BE49-F238E27FC236}">
                <a16:creationId xmlns:a16="http://schemas.microsoft.com/office/drawing/2014/main" id="{DF4B42E1-4DF2-7C3A-C3DE-7314BCD1CDC8}"/>
              </a:ext>
            </a:extLst>
          </p:cNvPr>
          <p:cNvSpPr txBox="1"/>
          <p:nvPr/>
        </p:nvSpPr>
        <p:spPr>
          <a:xfrm>
            <a:off x="6488274" y="5910836"/>
            <a:ext cx="327279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y</a:t>
            </a:r>
            <a:r>
              <a:rPr sz="2400" spc="-7" baseline="-20833" dirty="0">
                <a:latin typeface="Calibri"/>
                <a:cs typeface="Calibri"/>
              </a:rPr>
              <a:t>2 </a:t>
            </a:r>
            <a:r>
              <a:rPr sz="2400" spc="-5" dirty="0">
                <a:latin typeface="Calibri"/>
                <a:cs typeface="Calibri"/>
              </a:rPr>
              <a:t>has </a:t>
            </a:r>
            <a:r>
              <a:rPr sz="2400" dirty="0">
                <a:latin typeface="Calibri"/>
                <a:cs typeface="Calibri"/>
              </a:rPr>
              <a:t>the </a:t>
            </a:r>
            <a:r>
              <a:rPr sz="2400" spc="-10" dirty="0">
                <a:latin typeface="Calibri"/>
                <a:cs typeface="Calibri"/>
              </a:rPr>
              <a:t>maximum</a:t>
            </a:r>
            <a:r>
              <a:rPr sz="2400" spc="-260" dirty="0">
                <a:latin typeface="Calibri"/>
                <a:cs typeface="Calibri"/>
              </a:rPr>
              <a:t> </a:t>
            </a:r>
            <a:r>
              <a:rPr sz="2400" spc="-10" dirty="0">
                <a:latin typeface="Calibri"/>
                <a:cs typeface="Calibri"/>
              </a:rPr>
              <a:t>value</a:t>
            </a:r>
            <a:endParaRPr sz="2400" dirty="0">
              <a:latin typeface="Calibri"/>
              <a:cs typeface="Calibri"/>
            </a:endParaRPr>
          </a:p>
        </p:txBody>
      </p:sp>
      <p:sp>
        <p:nvSpPr>
          <p:cNvPr id="64" name="object 62">
            <a:extLst>
              <a:ext uri="{FF2B5EF4-FFF2-40B4-BE49-F238E27FC236}">
                <a16:creationId xmlns:a16="http://schemas.microsoft.com/office/drawing/2014/main" id="{714D71D7-3095-AE8B-2F39-A3495260CBF9}"/>
              </a:ext>
            </a:extLst>
          </p:cNvPr>
          <p:cNvSpPr txBox="1"/>
          <p:nvPr/>
        </p:nvSpPr>
        <p:spPr>
          <a:xfrm>
            <a:off x="4278474" y="5859935"/>
            <a:ext cx="765810"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In</a:t>
            </a:r>
            <a:r>
              <a:rPr sz="2400" spc="-10" dirty="0">
                <a:latin typeface="Calibri"/>
                <a:cs typeface="Calibri"/>
              </a:rPr>
              <a:t>p</a:t>
            </a:r>
            <a:r>
              <a:rPr sz="2400" spc="-5" dirty="0">
                <a:latin typeface="Calibri"/>
                <a:cs typeface="Calibri"/>
              </a:rPr>
              <a:t>ut:</a:t>
            </a:r>
            <a:endParaRPr sz="2400">
              <a:latin typeface="Calibri"/>
              <a:cs typeface="Calibri"/>
            </a:endParaRPr>
          </a:p>
        </p:txBody>
      </p:sp>
      <p:sp>
        <p:nvSpPr>
          <p:cNvPr id="65" name="object 63">
            <a:extLst>
              <a:ext uri="{FF2B5EF4-FFF2-40B4-BE49-F238E27FC236}">
                <a16:creationId xmlns:a16="http://schemas.microsoft.com/office/drawing/2014/main" id="{5EE7FCF6-7265-60B5-6B50-68913F3E2FC4}"/>
              </a:ext>
            </a:extLst>
          </p:cNvPr>
          <p:cNvSpPr/>
          <p:nvPr/>
        </p:nvSpPr>
        <p:spPr>
          <a:xfrm>
            <a:off x="5901789" y="5965599"/>
            <a:ext cx="492759" cy="341630"/>
          </a:xfrm>
          <a:custGeom>
            <a:avLst/>
            <a:gdLst/>
            <a:ahLst/>
            <a:cxnLst/>
            <a:rect l="l" t="t" r="r" b="b"/>
            <a:pathLst>
              <a:path w="492760" h="341629">
                <a:moveTo>
                  <a:pt x="321563" y="0"/>
                </a:moveTo>
                <a:lnTo>
                  <a:pt x="321563" y="85343"/>
                </a:lnTo>
                <a:lnTo>
                  <a:pt x="0" y="85343"/>
                </a:lnTo>
                <a:lnTo>
                  <a:pt x="0" y="256031"/>
                </a:lnTo>
                <a:lnTo>
                  <a:pt x="321563" y="256031"/>
                </a:lnTo>
                <a:lnTo>
                  <a:pt x="321563" y="341375"/>
                </a:lnTo>
                <a:lnTo>
                  <a:pt x="492251" y="170687"/>
                </a:lnTo>
                <a:lnTo>
                  <a:pt x="321563" y="0"/>
                </a:lnTo>
                <a:close/>
              </a:path>
            </a:pathLst>
          </a:custGeom>
          <a:solidFill>
            <a:srgbClr val="4471C4"/>
          </a:solidFill>
        </p:spPr>
        <p:txBody>
          <a:bodyPr wrap="square" lIns="0" tIns="0" rIns="0" bIns="0" rtlCol="0"/>
          <a:lstStyle/>
          <a:p>
            <a:endParaRPr/>
          </a:p>
        </p:txBody>
      </p:sp>
      <p:sp>
        <p:nvSpPr>
          <p:cNvPr id="66" name="object 64">
            <a:extLst>
              <a:ext uri="{FF2B5EF4-FFF2-40B4-BE49-F238E27FC236}">
                <a16:creationId xmlns:a16="http://schemas.microsoft.com/office/drawing/2014/main" id="{ECA3C4D2-C6DC-A7B1-C1FA-D3E12CE2071E}"/>
              </a:ext>
            </a:extLst>
          </p:cNvPr>
          <p:cNvSpPr/>
          <p:nvPr/>
        </p:nvSpPr>
        <p:spPr>
          <a:xfrm>
            <a:off x="5901789" y="5965599"/>
            <a:ext cx="492759" cy="341630"/>
          </a:xfrm>
          <a:custGeom>
            <a:avLst/>
            <a:gdLst/>
            <a:ahLst/>
            <a:cxnLst/>
            <a:rect l="l" t="t" r="r" b="b"/>
            <a:pathLst>
              <a:path w="492760" h="341629">
                <a:moveTo>
                  <a:pt x="0" y="85343"/>
                </a:moveTo>
                <a:lnTo>
                  <a:pt x="321563" y="85343"/>
                </a:lnTo>
                <a:lnTo>
                  <a:pt x="321563" y="0"/>
                </a:lnTo>
                <a:lnTo>
                  <a:pt x="492251" y="170687"/>
                </a:lnTo>
                <a:lnTo>
                  <a:pt x="321563" y="341375"/>
                </a:lnTo>
                <a:lnTo>
                  <a:pt x="321563" y="256031"/>
                </a:lnTo>
                <a:lnTo>
                  <a:pt x="0" y="256031"/>
                </a:lnTo>
                <a:lnTo>
                  <a:pt x="0" y="85343"/>
                </a:lnTo>
                <a:close/>
              </a:path>
            </a:pathLst>
          </a:custGeom>
          <a:ln w="12191">
            <a:solidFill>
              <a:srgbClr val="2E528F"/>
            </a:solidFill>
          </a:ln>
        </p:spPr>
        <p:txBody>
          <a:bodyPr wrap="square" lIns="0" tIns="0" rIns="0" bIns="0" rtlCol="0"/>
          <a:lstStyle/>
          <a:p>
            <a:endParaRPr/>
          </a:p>
        </p:txBody>
      </p:sp>
      <p:sp>
        <p:nvSpPr>
          <p:cNvPr id="67" name="object 65">
            <a:extLst>
              <a:ext uri="{FF2B5EF4-FFF2-40B4-BE49-F238E27FC236}">
                <a16:creationId xmlns:a16="http://schemas.microsoft.com/office/drawing/2014/main" id="{7D014E64-D682-04CE-2496-C323496AB613}"/>
              </a:ext>
            </a:extLst>
          </p:cNvPr>
          <p:cNvSpPr/>
          <p:nvPr/>
        </p:nvSpPr>
        <p:spPr>
          <a:xfrm>
            <a:off x="5260692" y="5923183"/>
            <a:ext cx="450318" cy="426277"/>
          </a:xfrm>
          <a:prstGeom prst="rect">
            <a:avLst/>
          </a:prstGeom>
          <a:blipFill>
            <a:blip r:embed="rId10" cstate="print"/>
            <a:stretch>
              <a:fillRect/>
            </a:stretch>
          </a:blipFill>
        </p:spPr>
        <p:txBody>
          <a:bodyPr wrap="square" lIns="0" tIns="0" rIns="0" bIns="0" rtlCol="0"/>
          <a:lstStyle/>
          <a:p>
            <a:endParaRPr/>
          </a:p>
        </p:txBody>
      </p:sp>
      <p:sp>
        <p:nvSpPr>
          <p:cNvPr id="68" name="object 66">
            <a:extLst>
              <a:ext uri="{FF2B5EF4-FFF2-40B4-BE49-F238E27FC236}">
                <a16:creationId xmlns:a16="http://schemas.microsoft.com/office/drawing/2014/main" id="{8CCF5698-FBFD-67EE-C972-312A3E22F6FB}"/>
              </a:ext>
            </a:extLst>
          </p:cNvPr>
          <p:cNvSpPr/>
          <p:nvPr/>
        </p:nvSpPr>
        <p:spPr>
          <a:xfrm>
            <a:off x="5140551" y="5803293"/>
            <a:ext cx="645160" cy="638810"/>
          </a:xfrm>
          <a:custGeom>
            <a:avLst/>
            <a:gdLst/>
            <a:ahLst/>
            <a:cxnLst/>
            <a:rect l="l" t="t" r="r" b="b"/>
            <a:pathLst>
              <a:path w="645160" h="638810">
                <a:moveTo>
                  <a:pt x="0" y="638556"/>
                </a:moveTo>
                <a:lnTo>
                  <a:pt x="644651" y="638556"/>
                </a:lnTo>
                <a:lnTo>
                  <a:pt x="644651" y="0"/>
                </a:lnTo>
                <a:lnTo>
                  <a:pt x="0" y="0"/>
                </a:lnTo>
                <a:lnTo>
                  <a:pt x="0" y="638556"/>
                </a:lnTo>
                <a:close/>
              </a:path>
            </a:pathLst>
          </a:custGeom>
          <a:ln w="38100">
            <a:solidFill>
              <a:srgbClr val="000000"/>
            </a:solidFill>
          </a:ln>
        </p:spPr>
        <p:txBody>
          <a:bodyPr wrap="square" lIns="0" tIns="0" rIns="0" bIns="0" rtlCol="0"/>
          <a:lstStyle/>
          <a:p>
            <a:endParaRPr/>
          </a:p>
        </p:txBody>
      </p:sp>
      <p:sp>
        <p:nvSpPr>
          <p:cNvPr id="69" name="object 67">
            <a:extLst>
              <a:ext uri="{FF2B5EF4-FFF2-40B4-BE49-F238E27FC236}">
                <a16:creationId xmlns:a16="http://schemas.microsoft.com/office/drawing/2014/main" id="{BE0312A8-FA23-8D9F-7E0F-F63FAAC78F45}"/>
              </a:ext>
            </a:extLst>
          </p:cNvPr>
          <p:cNvSpPr/>
          <p:nvPr/>
        </p:nvSpPr>
        <p:spPr>
          <a:xfrm>
            <a:off x="8981792" y="1736498"/>
            <a:ext cx="979931" cy="579120"/>
          </a:xfrm>
          <a:prstGeom prst="rect">
            <a:avLst/>
          </a:prstGeom>
          <a:blipFill>
            <a:blip r:embed="rId11" cstate="print"/>
            <a:stretch>
              <a:fillRect/>
            </a:stretch>
          </a:blipFill>
        </p:spPr>
        <p:txBody>
          <a:bodyPr wrap="square" lIns="0" tIns="0" rIns="0" bIns="0" rtlCol="0"/>
          <a:lstStyle/>
          <a:p>
            <a:endParaRPr/>
          </a:p>
        </p:txBody>
      </p:sp>
      <p:sp>
        <p:nvSpPr>
          <p:cNvPr id="70" name="object 68">
            <a:extLst>
              <a:ext uri="{FF2B5EF4-FFF2-40B4-BE49-F238E27FC236}">
                <a16:creationId xmlns:a16="http://schemas.microsoft.com/office/drawing/2014/main" id="{8741E55E-CD7A-D13A-F0F3-2E67C1B14713}"/>
              </a:ext>
            </a:extLst>
          </p:cNvPr>
          <p:cNvSpPr/>
          <p:nvPr/>
        </p:nvSpPr>
        <p:spPr>
          <a:xfrm>
            <a:off x="9022940" y="1689254"/>
            <a:ext cx="896112" cy="758951"/>
          </a:xfrm>
          <a:prstGeom prst="rect">
            <a:avLst/>
          </a:prstGeom>
          <a:blipFill>
            <a:blip r:embed="rId12" cstate="print"/>
            <a:stretch>
              <a:fillRect/>
            </a:stretch>
          </a:blipFill>
        </p:spPr>
        <p:txBody>
          <a:bodyPr wrap="square" lIns="0" tIns="0" rIns="0" bIns="0" rtlCol="0"/>
          <a:lstStyle/>
          <a:p>
            <a:endParaRPr/>
          </a:p>
        </p:txBody>
      </p:sp>
      <p:sp>
        <p:nvSpPr>
          <p:cNvPr id="71" name="object 69">
            <a:extLst>
              <a:ext uri="{FF2B5EF4-FFF2-40B4-BE49-F238E27FC236}">
                <a16:creationId xmlns:a16="http://schemas.microsoft.com/office/drawing/2014/main" id="{731A6D2C-DEBB-6277-A878-B157C1A27314}"/>
              </a:ext>
            </a:extLst>
          </p:cNvPr>
          <p:cNvSpPr/>
          <p:nvPr/>
        </p:nvSpPr>
        <p:spPr>
          <a:xfrm>
            <a:off x="9041228" y="1776123"/>
            <a:ext cx="861059" cy="461772"/>
          </a:xfrm>
          <a:prstGeom prst="rect">
            <a:avLst/>
          </a:prstGeom>
          <a:blipFill>
            <a:blip r:embed="rId13" cstate="print"/>
            <a:stretch>
              <a:fillRect/>
            </a:stretch>
          </a:blipFill>
        </p:spPr>
        <p:txBody>
          <a:bodyPr wrap="square" lIns="0" tIns="0" rIns="0" bIns="0" rtlCol="0"/>
          <a:lstStyle/>
          <a:p>
            <a:endParaRPr/>
          </a:p>
        </p:txBody>
      </p:sp>
      <p:sp>
        <p:nvSpPr>
          <p:cNvPr id="72" name="object 70">
            <a:extLst>
              <a:ext uri="{FF2B5EF4-FFF2-40B4-BE49-F238E27FC236}">
                <a16:creationId xmlns:a16="http://schemas.microsoft.com/office/drawing/2014/main" id="{BCB3C0C0-D46F-BDC4-A336-041C3A9E3F61}"/>
              </a:ext>
            </a:extLst>
          </p:cNvPr>
          <p:cNvSpPr txBox="1"/>
          <p:nvPr/>
        </p:nvSpPr>
        <p:spPr>
          <a:xfrm>
            <a:off x="9041228" y="1789331"/>
            <a:ext cx="861060" cy="391160"/>
          </a:xfrm>
          <a:prstGeom prst="rect">
            <a:avLst/>
          </a:prstGeom>
        </p:spPr>
        <p:txBody>
          <a:bodyPr vert="horz" wrap="square" lIns="0" tIns="12700" rIns="0" bIns="0" rtlCol="0">
            <a:spAutoFit/>
          </a:bodyPr>
          <a:lstStyle/>
          <a:p>
            <a:pPr marL="224790">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1</a:t>
            </a:r>
            <a:endParaRPr sz="2400">
              <a:latin typeface="Calibri"/>
              <a:cs typeface="Calibri"/>
            </a:endParaRPr>
          </a:p>
        </p:txBody>
      </p:sp>
      <p:sp>
        <p:nvSpPr>
          <p:cNvPr id="73" name="object 71">
            <a:extLst>
              <a:ext uri="{FF2B5EF4-FFF2-40B4-BE49-F238E27FC236}">
                <a16:creationId xmlns:a16="http://schemas.microsoft.com/office/drawing/2014/main" id="{5D11FF29-2372-9C10-6790-6697C49303D6}"/>
              </a:ext>
            </a:extLst>
          </p:cNvPr>
          <p:cNvSpPr/>
          <p:nvPr/>
        </p:nvSpPr>
        <p:spPr>
          <a:xfrm>
            <a:off x="8995509" y="2556410"/>
            <a:ext cx="966216" cy="577596"/>
          </a:xfrm>
          <a:prstGeom prst="rect">
            <a:avLst/>
          </a:prstGeom>
          <a:blipFill>
            <a:blip r:embed="rId14" cstate="print"/>
            <a:stretch>
              <a:fillRect/>
            </a:stretch>
          </a:blipFill>
        </p:spPr>
        <p:txBody>
          <a:bodyPr wrap="square" lIns="0" tIns="0" rIns="0" bIns="0" rtlCol="0"/>
          <a:lstStyle/>
          <a:p>
            <a:endParaRPr/>
          </a:p>
        </p:txBody>
      </p:sp>
      <p:sp>
        <p:nvSpPr>
          <p:cNvPr id="74" name="object 72">
            <a:extLst>
              <a:ext uri="{FF2B5EF4-FFF2-40B4-BE49-F238E27FC236}">
                <a16:creationId xmlns:a16="http://schemas.microsoft.com/office/drawing/2014/main" id="{6F318141-E069-11F1-B662-8E5DBCF83CA0}"/>
              </a:ext>
            </a:extLst>
          </p:cNvPr>
          <p:cNvSpPr/>
          <p:nvPr/>
        </p:nvSpPr>
        <p:spPr>
          <a:xfrm>
            <a:off x="9029037" y="2509167"/>
            <a:ext cx="896112" cy="758951"/>
          </a:xfrm>
          <a:prstGeom prst="rect">
            <a:avLst/>
          </a:prstGeom>
          <a:blipFill>
            <a:blip r:embed="rId15" cstate="print"/>
            <a:stretch>
              <a:fillRect/>
            </a:stretch>
          </a:blipFill>
        </p:spPr>
        <p:txBody>
          <a:bodyPr wrap="square" lIns="0" tIns="0" rIns="0" bIns="0" rtlCol="0"/>
          <a:lstStyle/>
          <a:p>
            <a:endParaRPr/>
          </a:p>
        </p:txBody>
      </p:sp>
      <p:sp>
        <p:nvSpPr>
          <p:cNvPr id="75" name="object 73">
            <a:extLst>
              <a:ext uri="{FF2B5EF4-FFF2-40B4-BE49-F238E27FC236}">
                <a16:creationId xmlns:a16="http://schemas.microsoft.com/office/drawing/2014/main" id="{ED5F57EB-6E1F-D99C-517F-9A917C06F144}"/>
              </a:ext>
            </a:extLst>
          </p:cNvPr>
          <p:cNvSpPr/>
          <p:nvPr/>
        </p:nvSpPr>
        <p:spPr>
          <a:xfrm>
            <a:off x="9054945" y="2596035"/>
            <a:ext cx="847344" cy="460248"/>
          </a:xfrm>
          <a:prstGeom prst="rect">
            <a:avLst/>
          </a:prstGeom>
          <a:blipFill>
            <a:blip r:embed="rId16" cstate="print"/>
            <a:stretch>
              <a:fillRect/>
            </a:stretch>
          </a:blipFill>
        </p:spPr>
        <p:txBody>
          <a:bodyPr wrap="square" lIns="0" tIns="0" rIns="0" bIns="0" rtlCol="0"/>
          <a:lstStyle/>
          <a:p>
            <a:endParaRPr/>
          </a:p>
        </p:txBody>
      </p:sp>
      <p:sp>
        <p:nvSpPr>
          <p:cNvPr id="76" name="object 74">
            <a:extLst>
              <a:ext uri="{FF2B5EF4-FFF2-40B4-BE49-F238E27FC236}">
                <a16:creationId xmlns:a16="http://schemas.microsoft.com/office/drawing/2014/main" id="{8197E43F-0F29-0C62-5AA9-45AEB8B45854}"/>
              </a:ext>
            </a:extLst>
          </p:cNvPr>
          <p:cNvSpPr txBox="1"/>
          <p:nvPr/>
        </p:nvSpPr>
        <p:spPr>
          <a:xfrm>
            <a:off x="9054945" y="2609243"/>
            <a:ext cx="847725" cy="391160"/>
          </a:xfrm>
          <a:prstGeom prst="rect">
            <a:avLst/>
          </a:prstGeom>
        </p:spPr>
        <p:txBody>
          <a:bodyPr vert="horz" wrap="square" lIns="0" tIns="12700" rIns="0" bIns="0" rtlCol="0">
            <a:spAutoFit/>
          </a:bodyPr>
          <a:lstStyle/>
          <a:p>
            <a:pPr marL="217804">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2</a:t>
            </a:r>
            <a:endParaRPr sz="2400">
              <a:latin typeface="Calibri"/>
              <a:cs typeface="Calibri"/>
            </a:endParaRPr>
          </a:p>
        </p:txBody>
      </p:sp>
      <p:sp>
        <p:nvSpPr>
          <p:cNvPr id="77" name="object 75">
            <a:extLst>
              <a:ext uri="{FF2B5EF4-FFF2-40B4-BE49-F238E27FC236}">
                <a16:creationId xmlns:a16="http://schemas.microsoft.com/office/drawing/2014/main" id="{1554181E-6D1B-B28F-A9E0-43EA2D2506F0}"/>
              </a:ext>
            </a:extLst>
          </p:cNvPr>
          <p:cNvSpPr/>
          <p:nvPr/>
        </p:nvSpPr>
        <p:spPr>
          <a:xfrm>
            <a:off x="9007700" y="3783231"/>
            <a:ext cx="954024" cy="579119"/>
          </a:xfrm>
          <a:prstGeom prst="rect">
            <a:avLst/>
          </a:prstGeom>
          <a:blipFill>
            <a:blip r:embed="rId17" cstate="print"/>
            <a:stretch>
              <a:fillRect/>
            </a:stretch>
          </a:blipFill>
        </p:spPr>
        <p:txBody>
          <a:bodyPr wrap="square" lIns="0" tIns="0" rIns="0" bIns="0" rtlCol="0"/>
          <a:lstStyle/>
          <a:p>
            <a:endParaRPr/>
          </a:p>
        </p:txBody>
      </p:sp>
      <p:sp>
        <p:nvSpPr>
          <p:cNvPr id="78" name="object 76">
            <a:extLst>
              <a:ext uri="{FF2B5EF4-FFF2-40B4-BE49-F238E27FC236}">
                <a16:creationId xmlns:a16="http://schemas.microsoft.com/office/drawing/2014/main" id="{2EC069D2-99A2-DFB2-868E-6E81867CFDB0}"/>
              </a:ext>
            </a:extLst>
          </p:cNvPr>
          <p:cNvSpPr/>
          <p:nvPr/>
        </p:nvSpPr>
        <p:spPr>
          <a:xfrm>
            <a:off x="9036657" y="3735987"/>
            <a:ext cx="896111" cy="758951"/>
          </a:xfrm>
          <a:prstGeom prst="rect">
            <a:avLst/>
          </a:prstGeom>
          <a:blipFill>
            <a:blip r:embed="rId18" cstate="print"/>
            <a:stretch>
              <a:fillRect/>
            </a:stretch>
          </a:blipFill>
        </p:spPr>
        <p:txBody>
          <a:bodyPr wrap="square" lIns="0" tIns="0" rIns="0" bIns="0" rtlCol="0"/>
          <a:lstStyle/>
          <a:p>
            <a:endParaRPr/>
          </a:p>
        </p:txBody>
      </p:sp>
      <p:sp>
        <p:nvSpPr>
          <p:cNvPr id="79" name="object 77">
            <a:extLst>
              <a:ext uri="{FF2B5EF4-FFF2-40B4-BE49-F238E27FC236}">
                <a16:creationId xmlns:a16="http://schemas.microsoft.com/office/drawing/2014/main" id="{B353AD39-2698-4B19-D570-5393C96DFDED}"/>
              </a:ext>
            </a:extLst>
          </p:cNvPr>
          <p:cNvSpPr/>
          <p:nvPr/>
        </p:nvSpPr>
        <p:spPr>
          <a:xfrm>
            <a:off x="9067137" y="3822855"/>
            <a:ext cx="835151" cy="461772"/>
          </a:xfrm>
          <a:prstGeom prst="rect">
            <a:avLst/>
          </a:prstGeom>
          <a:blipFill>
            <a:blip r:embed="rId19" cstate="print"/>
            <a:stretch>
              <a:fillRect/>
            </a:stretch>
          </a:blipFill>
        </p:spPr>
        <p:txBody>
          <a:bodyPr wrap="square" lIns="0" tIns="0" rIns="0" bIns="0" rtlCol="0"/>
          <a:lstStyle/>
          <a:p>
            <a:endParaRPr/>
          </a:p>
        </p:txBody>
      </p:sp>
      <p:sp>
        <p:nvSpPr>
          <p:cNvPr id="80" name="object 78">
            <a:extLst>
              <a:ext uri="{FF2B5EF4-FFF2-40B4-BE49-F238E27FC236}">
                <a16:creationId xmlns:a16="http://schemas.microsoft.com/office/drawing/2014/main" id="{5ADB8242-2587-585C-23C9-94920FA50869}"/>
              </a:ext>
            </a:extLst>
          </p:cNvPr>
          <p:cNvSpPr txBox="1"/>
          <p:nvPr/>
        </p:nvSpPr>
        <p:spPr>
          <a:xfrm>
            <a:off x="9067137" y="3836012"/>
            <a:ext cx="835660" cy="391795"/>
          </a:xfrm>
          <a:prstGeom prst="rect">
            <a:avLst/>
          </a:prstGeom>
        </p:spPr>
        <p:txBody>
          <a:bodyPr vert="horz" wrap="square" lIns="0" tIns="12700" rIns="0" bIns="0" rtlCol="0">
            <a:spAutoFit/>
          </a:bodyPr>
          <a:lstStyle/>
          <a:p>
            <a:pPr marL="212090">
              <a:lnSpc>
                <a:spcPct val="100000"/>
              </a:lnSpc>
              <a:spcBef>
                <a:spcPts val="100"/>
              </a:spcBef>
            </a:pPr>
            <a:r>
              <a:rPr sz="2400" dirty="0">
                <a:solidFill>
                  <a:srgbClr val="FFFFFF"/>
                </a:solidFill>
                <a:latin typeface="Calibri"/>
                <a:cs typeface="Calibri"/>
              </a:rPr>
              <a:t>is</a:t>
            </a:r>
            <a:r>
              <a:rPr sz="2400" spc="-25" dirty="0">
                <a:solidFill>
                  <a:srgbClr val="FFFFFF"/>
                </a:solidFill>
                <a:latin typeface="Calibri"/>
                <a:cs typeface="Calibri"/>
              </a:rPr>
              <a:t> </a:t>
            </a:r>
            <a:r>
              <a:rPr sz="2400" dirty="0">
                <a:solidFill>
                  <a:srgbClr val="FFFFFF"/>
                </a:solidFill>
                <a:latin typeface="Calibri"/>
                <a:cs typeface="Calibri"/>
              </a:rPr>
              <a:t>0</a:t>
            </a:r>
            <a:endParaRPr sz="2400">
              <a:latin typeface="Calibri"/>
              <a:cs typeface="Calibri"/>
            </a:endParaRPr>
          </a:p>
        </p:txBody>
      </p:sp>
      <p:sp>
        <p:nvSpPr>
          <p:cNvPr id="81" name="object 79">
            <a:extLst>
              <a:ext uri="{FF2B5EF4-FFF2-40B4-BE49-F238E27FC236}">
                <a16:creationId xmlns:a16="http://schemas.microsoft.com/office/drawing/2014/main" id="{F8C96004-7E77-99F4-7324-9ACFCD190795}"/>
              </a:ext>
            </a:extLst>
          </p:cNvPr>
          <p:cNvSpPr/>
          <p:nvPr/>
        </p:nvSpPr>
        <p:spPr>
          <a:xfrm>
            <a:off x="7203285" y="1710591"/>
            <a:ext cx="573024" cy="574548"/>
          </a:xfrm>
          <a:prstGeom prst="rect">
            <a:avLst/>
          </a:prstGeom>
          <a:blipFill>
            <a:blip r:embed="rId20" cstate="print"/>
            <a:stretch>
              <a:fillRect/>
            </a:stretch>
          </a:blipFill>
        </p:spPr>
        <p:txBody>
          <a:bodyPr wrap="square" lIns="0" tIns="0" rIns="0" bIns="0" rtlCol="0"/>
          <a:lstStyle/>
          <a:p>
            <a:endParaRPr/>
          </a:p>
        </p:txBody>
      </p:sp>
      <p:sp>
        <p:nvSpPr>
          <p:cNvPr id="82" name="object 80">
            <a:extLst>
              <a:ext uri="{FF2B5EF4-FFF2-40B4-BE49-F238E27FC236}">
                <a16:creationId xmlns:a16="http://schemas.microsoft.com/office/drawing/2014/main" id="{B5A07856-23EF-F12B-668D-5539CAAE3859}"/>
              </a:ext>
            </a:extLst>
          </p:cNvPr>
          <p:cNvSpPr/>
          <p:nvPr/>
        </p:nvSpPr>
        <p:spPr>
          <a:xfrm>
            <a:off x="7203285" y="1710591"/>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6FAC46"/>
            </a:solidFill>
          </a:ln>
        </p:spPr>
        <p:txBody>
          <a:bodyPr wrap="square" lIns="0" tIns="0" rIns="0" bIns="0" rtlCol="0"/>
          <a:lstStyle/>
          <a:p>
            <a:endParaRPr/>
          </a:p>
        </p:txBody>
      </p:sp>
      <p:sp>
        <p:nvSpPr>
          <p:cNvPr id="83" name="object 81">
            <a:extLst>
              <a:ext uri="{FF2B5EF4-FFF2-40B4-BE49-F238E27FC236}">
                <a16:creationId xmlns:a16="http://schemas.microsoft.com/office/drawing/2014/main" id="{845E2420-D43E-EFE5-E3A3-E8731C7E69DE}"/>
              </a:ext>
            </a:extLst>
          </p:cNvPr>
          <p:cNvSpPr/>
          <p:nvPr/>
        </p:nvSpPr>
        <p:spPr>
          <a:xfrm>
            <a:off x="7204809" y="2471067"/>
            <a:ext cx="574548" cy="574548"/>
          </a:xfrm>
          <a:prstGeom prst="rect">
            <a:avLst/>
          </a:prstGeom>
          <a:blipFill>
            <a:blip r:embed="rId21" cstate="print"/>
            <a:stretch>
              <a:fillRect/>
            </a:stretch>
          </a:blipFill>
        </p:spPr>
        <p:txBody>
          <a:bodyPr wrap="square" lIns="0" tIns="0" rIns="0" bIns="0" rtlCol="0"/>
          <a:lstStyle/>
          <a:p>
            <a:endParaRPr/>
          </a:p>
        </p:txBody>
      </p:sp>
      <p:sp>
        <p:nvSpPr>
          <p:cNvPr id="84" name="object 82">
            <a:extLst>
              <a:ext uri="{FF2B5EF4-FFF2-40B4-BE49-F238E27FC236}">
                <a16:creationId xmlns:a16="http://schemas.microsoft.com/office/drawing/2014/main" id="{48972F5A-49AF-FD98-797F-CC814CE1FB2B}"/>
              </a:ext>
            </a:extLst>
          </p:cNvPr>
          <p:cNvSpPr/>
          <p:nvPr/>
        </p:nvSpPr>
        <p:spPr>
          <a:xfrm>
            <a:off x="7204809" y="2471067"/>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6FAC46"/>
            </a:solidFill>
          </a:ln>
        </p:spPr>
        <p:txBody>
          <a:bodyPr wrap="square" lIns="0" tIns="0" rIns="0" bIns="0" rtlCol="0"/>
          <a:lstStyle/>
          <a:p>
            <a:endParaRPr/>
          </a:p>
        </p:txBody>
      </p:sp>
      <p:sp>
        <p:nvSpPr>
          <p:cNvPr id="85" name="object 83">
            <a:extLst>
              <a:ext uri="{FF2B5EF4-FFF2-40B4-BE49-F238E27FC236}">
                <a16:creationId xmlns:a16="http://schemas.microsoft.com/office/drawing/2014/main" id="{7C52C494-F7B2-25FF-8EB7-19BA9CA89260}"/>
              </a:ext>
            </a:extLst>
          </p:cNvPr>
          <p:cNvSpPr/>
          <p:nvPr/>
        </p:nvSpPr>
        <p:spPr>
          <a:xfrm>
            <a:off x="7212428" y="3717699"/>
            <a:ext cx="574548" cy="574548"/>
          </a:xfrm>
          <a:prstGeom prst="rect">
            <a:avLst/>
          </a:prstGeom>
          <a:blipFill>
            <a:blip r:embed="rId22" cstate="print"/>
            <a:stretch>
              <a:fillRect/>
            </a:stretch>
          </a:blipFill>
        </p:spPr>
        <p:txBody>
          <a:bodyPr wrap="square" lIns="0" tIns="0" rIns="0" bIns="0" rtlCol="0"/>
          <a:lstStyle/>
          <a:p>
            <a:endParaRPr/>
          </a:p>
        </p:txBody>
      </p:sp>
      <p:sp>
        <p:nvSpPr>
          <p:cNvPr id="86" name="object 84">
            <a:extLst>
              <a:ext uri="{FF2B5EF4-FFF2-40B4-BE49-F238E27FC236}">
                <a16:creationId xmlns:a16="http://schemas.microsoft.com/office/drawing/2014/main" id="{66E65BDE-A608-3434-95D5-13CAD13FEDCC}"/>
              </a:ext>
            </a:extLst>
          </p:cNvPr>
          <p:cNvSpPr/>
          <p:nvPr/>
        </p:nvSpPr>
        <p:spPr>
          <a:xfrm>
            <a:off x="7212428" y="3717699"/>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6FAC46"/>
            </a:solidFill>
          </a:ln>
        </p:spPr>
        <p:txBody>
          <a:bodyPr wrap="square" lIns="0" tIns="0" rIns="0" bIns="0" rtlCol="0"/>
          <a:lstStyle/>
          <a:p>
            <a:endParaRPr/>
          </a:p>
        </p:txBody>
      </p:sp>
      <p:sp>
        <p:nvSpPr>
          <p:cNvPr id="87" name="object 85">
            <a:extLst>
              <a:ext uri="{FF2B5EF4-FFF2-40B4-BE49-F238E27FC236}">
                <a16:creationId xmlns:a16="http://schemas.microsoft.com/office/drawing/2014/main" id="{18FE6819-00B7-8C8A-5DAC-8F856E9E31B1}"/>
              </a:ext>
            </a:extLst>
          </p:cNvPr>
          <p:cNvSpPr/>
          <p:nvPr/>
        </p:nvSpPr>
        <p:spPr>
          <a:xfrm>
            <a:off x="7169757" y="1626770"/>
            <a:ext cx="701040" cy="2691765"/>
          </a:xfrm>
          <a:custGeom>
            <a:avLst/>
            <a:gdLst/>
            <a:ahLst/>
            <a:cxnLst/>
            <a:rect l="l" t="t" r="r" b="b"/>
            <a:pathLst>
              <a:path w="701040" h="2691765">
                <a:moveTo>
                  <a:pt x="0" y="2691383"/>
                </a:moveTo>
                <a:lnTo>
                  <a:pt x="701040" y="2691383"/>
                </a:lnTo>
                <a:lnTo>
                  <a:pt x="701040" y="0"/>
                </a:lnTo>
                <a:lnTo>
                  <a:pt x="0" y="0"/>
                </a:lnTo>
                <a:lnTo>
                  <a:pt x="0" y="2691383"/>
                </a:lnTo>
                <a:close/>
              </a:path>
            </a:pathLst>
          </a:custGeom>
          <a:solidFill>
            <a:srgbClr val="4471C4"/>
          </a:solidFill>
        </p:spPr>
        <p:txBody>
          <a:bodyPr wrap="square" lIns="0" tIns="0" rIns="0" bIns="0" rtlCol="0"/>
          <a:lstStyle/>
          <a:p>
            <a:endParaRPr/>
          </a:p>
        </p:txBody>
      </p:sp>
      <p:sp>
        <p:nvSpPr>
          <p:cNvPr id="88" name="object 86">
            <a:extLst>
              <a:ext uri="{FF2B5EF4-FFF2-40B4-BE49-F238E27FC236}">
                <a16:creationId xmlns:a16="http://schemas.microsoft.com/office/drawing/2014/main" id="{8795C036-C216-7F35-687F-64E472665C2B}"/>
              </a:ext>
            </a:extLst>
          </p:cNvPr>
          <p:cNvSpPr/>
          <p:nvPr/>
        </p:nvSpPr>
        <p:spPr>
          <a:xfrm>
            <a:off x="7169757" y="1626770"/>
            <a:ext cx="701040" cy="2691765"/>
          </a:xfrm>
          <a:custGeom>
            <a:avLst/>
            <a:gdLst/>
            <a:ahLst/>
            <a:cxnLst/>
            <a:rect l="l" t="t" r="r" b="b"/>
            <a:pathLst>
              <a:path w="701040" h="2691765">
                <a:moveTo>
                  <a:pt x="0" y="2691383"/>
                </a:moveTo>
                <a:lnTo>
                  <a:pt x="701040" y="2691383"/>
                </a:lnTo>
                <a:lnTo>
                  <a:pt x="701040" y="0"/>
                </a:lnTo>
                <a:lnTo>
                  <a:pt x="0" y="0"/>
                </a:lnTo>
                <a:lnTo>
                  <a:pt x="0" y="2691383"/>
                </a:lnTo>
                <a:close/>
              </a:path>
            </a:pathLst>
          </a:custGeom>
          <a:ln w="12191">
            <a:solidFill>
              <a:srgbClr val="2E528F"/>
            </a:solidFill>
          </a:ln>
        </p:spPr>
        <p:txBody>
          <a:bodyPr wrap="square" lIns="0" tIns="0" rIns="0" bIns="0" rtlCol="0"/>
          <a:lstStyle/>
          <a:p>
            <a:endParaRPr/>
          </a:p>
        </p:txBody>
      </p:sp>
      <p:sp>
        <p:nvSpPr>
          <p:cNvPr id="89" name="object 87">
            <a:extLst>
              <a:ext uri="{FF2B5EF4-FFF2-40B4-BE49-F238E27FC236}">
                <a16:creationId xmlns:a16="http://schemas.microsoft.com/office/drawing/2014/main" id="{AD169251-0025-8060-36B4-C1D126984A7A}"/>
              </a:ext>
            </a:extLst>
          </p:cNvPr>
          <p:cNvSpPr txBox="1"/>
          <p:nvPr/>
        </p:nvSpPr>
        <p:spPr>
          <a:xfrm>
            <a:off x="7330716" y="2453541"/>
            <a:ext cx="330835" cy="1039494"/>
          </a:xfrm>
          <a:prstGeom prst="rect">
            <a:avLst/>
          </a:prstGeom>
        </p:spPr>
        <p:txBody>
          <a:bodyPr vert="vert" wrap="square" lIns="0" tIns="0" rIns="0" bIns="0" rtlCol="0">
            <a:spAutoFit/>
          </a:bodyPr>
          <a:lstStyle/>
          <a:p>
            <a:pPr marL="12700">
              <a:lnSpc>
                <a:spcPts val="2380"/>
              </a:lnSpc>
            </a:pPr>
            <a:r>
              <a:rPr sz="2400" spc="-10" dirty="0">
                <a:solidFill>
                  <a:srgbClr val="FFFFFF"/>
                </a:solidFill>
                <a:latin typeface="Calibri"/>
                <a:cs typeface="Calibri"/>
              </a:rPr>
              <a:t>Softmax</a:t>
            </a:r>
            <a:endParaRPr sz="2400">
              <a:latin typeface="Calibri"/>
              <a:cs typeface="Calibri"/>
            </a:endParaRPr>
          </a:p>
        </p:txBody>
      </p:sp>
      <p:grpSp>
        <p:nvGrpSpPr>
          <p:cNvPr id="90" name="组合 89">
            <a:extLst>
              <a:ext uri="{FF2B5EF4-FFF2-40B4-BE49-F238E27FC236}">
                <a16:creationId xmlns:a16="http://schemas.microsoft.com/office/drawing/2014/main" id="{E83F0B41-E87A-3CEB-6109-DBB47385D326}"/>
              </a:ext>
            </a:extLst>
          </p:cNvPr>
          <p:cNvGrpSpPr/>
          <p:nvPr/>
        </p:nvGrpSpPr>
        <p:grpSpPr>
          <a:xfrm>
            <a:off x="0" y="67733"/>
            <a:ext cx="4587812" cy="1058822"/>
            <a:chOff x="0" y="260648"/>
            <a:chExt cx="4587812" cy="1058822"/>
          </a:xfrm>
        </p:grpSpPr>
        <p:sp>
          <p:nvSpPr>
            <p:cNvPr id="91" name="矩形 90">
              <a:extLst>
                <a:ext uri="{FF2B5EF4-FFF2-40B4-BE49-F238E27FC236}">
                  <a16:creationId xmlns:a16="http://schemas.microsoft.com/office/drawing/2014/main" id="{7AD8C137-1080-6F1D-1017-AB6C6F51A48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92" name="组合 91">
              <a:extLst>
                <a:ext uri="{FF2B5EF4-FFF2-40B4-BE49-F238E27FC236}">
                  <a16:creationId xmlns:a16="http://schemas.microsoft.com/office/drawing/2014/main" id="{7133EFDF-A0FD-01A5-ED3A-C22DB4BB35CC}"/>
                </a:ext>
              </a:extLst>
            </p:cNvPr>
            <p:cNvGrpSpPr/>
            <p:nvPr/>
          </p:nvGrpSpPr>
          <p:grpSpPr>
            <a:xfrm>
              <a:off x="695400" y="260648"/>
              <a:ext cx="3892412" cy="1058822"/>
              <a:chOff x="623392" y="310880"/>
              <a:chExt cx="3892412" cy="1058822"/>
            </a:xfrm>
          </p:grpSpPr>
          <p:sp>
            <p:nvSpPr>
              <p:cNvPr id="93" name="文本框 92">
                <a:extLst>
                  <a:ext uri="{FF2B5EF4-FFF2-40B4-BE49-F238E27FC236}">
                    <a16:creationId xmlns:a16="http://schemas.microsoft.com/office/drawing/2014/main" id="{F8BE4817-D7E9-1876-1624-366DB140679D}"/>
                  </a:ext>
                </a:extLst>
              </p:cNvPr>
              <p:cNvSpPr txBox="1"/>
              <p:nvPr/>
            </p:nvSpPr>
            <p:spPr>
              <a:xfrm>
                <a:off x="623392" y="310880"/>
                <a:ext cx="3892412"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神经网络的学习目标</a:t>
                </a:r>
              </a:p>
            </p:txBody>
          </p:sp>
          <p:cxnSp>
            <p:nvCxnSpPr>
              <p:cNvPr id="94" name="直接连接符 93">
                <a:extLst>
                  <a:ext uri="{FF2B5EF4-FFF2-40B4-BE49-F238E27FC236}">
                    <a16:creationId xmlns:a16="http://schemas.microsoft.com/office/drawing/2014/main" id="{315FF88B-C50F-9B3F-7F7C-8F481309FF64}"/>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5" name="文本框 94">
                <a:extLst>
                  <a:ext uri="{FF2B5EF4-FFF2-40B4-BE49-F238E27FC236}">
                    <a16:creationId xmlns:a16="http://schemas.microsoft.com/office/drawing/2014/main" id="{2E91BC5D-EAE5-D7A8-F985-E3036EDEFE5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2570363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8734B508-EBAC-7BAD-4171-4E6D9B978262}"/>
              </a:ext>
            </a:extLst>
          </p:cNvPr>
          <p:cNvSpPr/>
          <p:nvPr/>
        </p:nvSpPr>
        <p:spPr>
          <a:xfrm>
            <a:off x="2926874" y="2481072"/>
            <a:ext cx="271272" cy="672084"/>
          </a:xfrm>
          <a:prstGeom prst="rect">
            <a:avLst/>
          </a:prstGeom>
          <a:blipFill>
            <a:blip r:embed="rId2" cstate="print"/>
            <a:stretch>
              <a:fillRect/>
            </a:stretch>
          </a:blipFill>
        </p:spPr>
        <p:txBody>
          <a:bodyPr wrap="square" lIns="0" tIns="0" rIns="0" bIns="0" rtlCol="0"/>
          <a:lstStyle/>
          <a:p>
            <a:endParaRPr/>
          </a:p>
        </p:txBody>
      </p:sp>
      <p:sp>
        <p:nvSpPr>
          <p:cNvPr id="6" name="object 4">
            <a:extLst>
              <a:ext uri="{FF2B5EF4-FFF2-40B4-BE49-F238E27FC236}">
                <a16:creationId xmlns:a16="http://schemas.microsoft.com/office/drawing/2014/main" id="{9297556C-D118-CECF-D932-D3567533D266}"/>
              </a:ext>
            </a:extLst>
          </p:cNvPr>
          <p:cNvSpPr txBox="1"/>
          <p:nvPr/>
        </p:nvSpPr>
        <p:spPr>
          <a:xfrm>
            <a:off x="2926874" y="2481072"/>
            <a:ext cx="297180" cy="672465"/>
          </a:xfrm>
          <a:prstGeom prst="rect">
            <a:avLst/>
          </a:prstGeom>
          <a:ln w="6096">
            <a:solidFill>
              <a:srgbClr val="5B9BD4"/>
            </a:solidFill>
          </a:ln>
        </p:spPr>
        <p:txBody>
          <a:bodyPr vert="horz" wrap="square" lIns="0" tIns="40005" rIns="0" bIns="0" rtlCol="0">
            <a:spAutoFit/>
          </a:bodyPr>
          <a:lstStyle/>
          <a:p>
            <a:pPr marL="46990">
              <a:lnSpc>
                <a:spcPct val="100000"/>
              </a:lnSpc>
              <a:spcBef>
                <a:spcPts val="315"/>
              </a:spcBef>
            </a:pPr>
            <a:r>
              <a:rPr sz="3600" baseline="-16203" dirty="0">
                <a:latin typeface="Calibri"/>
                <a:cs typeface="Calibri"/>
              </a:rPr>
              <a:t>x</a:t>
            </a:r>
            <a:r>
              <a:rPr sz="1600" spc="-5" dirty="0">
                <a:latin typeface="Calibri"/>
                <a:cs typeface="Calibri"/>
              </a:rPr>
              <a:t>1</a:t>
            </a:r>
            <a:endParaRPr sz="1600">
              <a:latin typeface="Calibri"/>
              <a:cs typeface="Calibri"/>
            </a:endParaRPr>
          </a:p>
        </p:txBody>
      </p:sp>
      <p:sp>
        <p:nvSpPr>
          <p:cNvPr id="7" name="object 5">
            <a:extLst>
              <a:ext uri="{FF2B5EF4-FFF2-40B4-BE49-F238E27FC236}">
                <a16:creationId xmlns:a16="http://schemas.microsoft.com/office/drawing/2014/main" id="{F4383F36-D3B6-B5F6-0396-5F6125A5A3BF}"/>
              </a:ext>
            </a:extLst>
          </p:cNvPr>
          <p:cNvSpPr/>
          <p:nvPr/>
        </p:nvSpPr>
        <p:spPr>
          <a:xfrm>
            <a:off x="2926874" y="3427475"/>
            <a:ext cx="271272" cy="672083"/>
          </a:xfrm>
          <a:prstGeom prst="rect">
            <a:avLst/>
          </a:prstGeom>
          <a:blipFill>
            <a:blip r:embed="rId3" cstate="print"/>
            <a:stretch>
              <a:fillRect/>
            </a:stretch>
          </a:blipFill>
        </p:spPr>
        <p:txBody>
          <a:bodyPr wrap="square" lIns="0" tIns="0" rIns="0" bIns="0" rtlCol="0"/>
          <a:lstStyle/>
          <a:p>
            <a:endParaRPr/>
          </a:p>
        </p:txBody>
      </p:sp>
      <p:sp>
        <p:nvSpPr>
          <p:cNvPr id="8" name="object 6">
            <a:extLst>
              <a:ext uri="{FF2B5EF4-FFF2-40B4-BE49-F238E27FC236}">
                <a16:creationId xmlns:a16="http://schemas.microsoft.com/office/drawing/2014/main" id="{C87A004F-D6BB-C60A-3177-6F2A58847260}"/>
              </a:ext>
            </a:extLst>
          </p:cNvPr>
          <p:cNvSpPr txBox="1"/>
          <p:nvPr/>
        </p:nvSpPr>
        <p:spPr>
          <a:xfrm>
            <a:off x="2926874" y="3427475"/>
            <a:ext cx="297180" cy="672465"/>
          </a:xfrm>
          <a:prstGeom prst="rect">
            <a:avLst/>
          </a:prstGeom>
          <a:ln w="6096">
            <a:solidFill>
              <a:srgbClr val="5B9BD4"/>
            </a:solidFill>
          </a:ln>
        </p:spPr>
        <p:txBody>
          <a:bodyPr vert="horz" wrap="square" lIns="0" tIns="40640" rIns="0" bIns="0" rtlCol="0">
            <a:spAutoFit/>
          </a:bodyPr>
          <a:lstStyle/>
          <a:p>
            <a:pPr marL="46990">
              <a:lnSpc>
                <a:spcPct val="100000"/>
              </a:lnSpc>
              <a:spcBef>
                <a:spcPts val="320"/>
              </a:spcBef>
            </a:pPr>
            <a:r>
              <a:rPr sz="3600" baseline="-16203" dirty="0">
                <a:latin typeface="Calibri"/>
                <a:cs typeface="Calibri"/>
              </a:rPr>
              <a:t>x</a:t>
            </a:r>
            <a:r>
              <a:rPr sz="1600" spc="-5" dirty="0">
                <a:latin typeface="Calibri"/>
                <a:cs typeface="Calibri"/>
              </a:rPr>
              <a:t>2</a:t>
            </a:r>
            <a:endParaRPr sz="1600">
              <a:latin typeface="Calibri"/>
              <a:cs typeface="Calibri"/>
            </a:endParaRPr>
          </a:p>
        </p:txBody>
      </p:sp>
      <p:sp>
        <p:nvSpPr>
          <p:cNvPr id="9" name="object 7">
            <a:extLst>
              <a:ext uri="{FF2B5EF4-FFF2-40B4-BE49-F238E27FC236}">
                <a16:creationId xmlns:a16="http://schemas.microsoft.com/office/drawing/2014/main" id="{2B67E2F2-519F-DE93-518D-BCB177F073D5}"/>
              </a:ext>
            </a:extLst>
          </p:cNvPr>
          <p:cNvSpPr/>
          <p:nvPr/>
        </p:nvSpPr>
        <p:spPr>
          <a:xfrm>
            <a:off x="2926874" y="5789676"/>
            <a:ext cx="271272" cy="672084"/>
          </a:xfrm>
          <a:prstGeom prst="rect">
            <a:avLst/>
          </a:prstGeom>
          <a:blipFill>
            <a:blip r:embed="rId2" cstate="print"/>
            <a:stretch>
              <a:fillRect/>
            </a:stretch>
          </a:blipFill>
        </p:spPr>
        <p:txBody>
          <a:bodyPr wrap="square" lIns="0" tIns="0" rIns="0" bIns="0" rtlCol="0"/>
          <a:lstStyle/>
          <a:p>
            <a:endParaRPr/>
          </a:p>
        </p:txBody>
      </p:sp>
      <p:sp>
        <p:nvSpPr>
          <p:cNvPr id="10" name="object 8">
            <a:extLst>
              <a:ext uri="{FF2B5EF4-FFF2-40B4-BE49-F238E27FC236}">
                <a16:creationId xmlns:a16="http://schemas.microsoft.com/office/drawing/2014/main" id="{A870AEC9-E68F-5A83-2727-0C91355D4BB4}"/>
              </a:ext>
            </a:extLst>
          </p:cNvPr>
          <p:cNvSpPr txBox="1"/>
          <p:nvPr/>
        </p:nvSpPr>
        <p:spPr>
          <a:xfrm>
            <a:off x="2926874" y="5789676"/>
            <a:ext cx="297180" cy="672465"/>
          </a:xfrm>
          <a:prstGeom prst="rect">
            <a:avLst/>
          </a:prstGeom>
          <a:ln w="6096">
            <a:solidFill>
              <a:srgbClr val="5B9BD4"/>
            </a:solidFill>
          </a:ln>
        </p:spPr>
        <p:txBody>
          <a:bodyPr vert="horz" wrap="square" lIns="0" tIns="40640" rIns="0" bIns="0" rtlCol="0">
            <a:spAutoFit/>
          </a:bodyPr>
          <a:lstStyle/>
          <a:p>
            <a:pPr marL="43180">
              <a:lnSpc>
                <a:spcPct val="100000"/>
              </a:lnSpc>
              <a:spcBef>
                <a:spcPts val="320"/>
              </a:spcBef>
            </a:pPr>
            <a:r>
              <a:rPr sz="3600" baseline="-16203" dirty="0">
                <a:latin typeface="Calibri"/>
                <a:cs typeface="Calibri"/>
              </a:rPr>
              <a:t>x</a:t>
            </a:r>
            <a:r>
              <a:rPr sz="1600" spc="-5" dirty="0">
                <a:latin typeface="Calibri"/>
                <a:cs typeface="Calibri"/>
              </a:rPr>
              <a:t>R</a:t>
            </a:r>
            <a:endParaRPr sz="1600">
              <a:latin typeface="Calibri"/>
              <a:cs typeface="Calibri"/>
            </a:endParaRPr>
          </a:p>
        </p:txBody>
      </p:sp>
      <p:sp>
        <p:nvSpPr>
          <p:cNvPr id="11" name="object 9">
            <a:extLst>
              <a:ext uri="{FF2B5EF4-FFF2-40B4-BE49-F238E27FC236}">
                <a16:creationId xmlns:a16="http://schemas.microsoft.com/office/drawing/2014/main" id="{F2BCF2DE-3684-55FA-84BF-63FA6956CA53}"/>
              </a:ext>
            </a:extLst>
          </p:cNvPr>
          <p:cNvSpPr/>
          <p:nvPr/>
        </p:nvSpPr>
        <p:spPr>
          <a:xfrm>
            <a:off x="3681255" y="2484119"/>
            <a:ext cx="964692" cy="682751"/>
          </a:xfrm>
          <a:prstGeom prst="rect">
            <a:avLst/>
          </a:prstGeom>
          <a:blipFill>
            <a:blip r:embed="rId4" cstate="print"/>
            <a:stretch>
              <a:fillRect/>
            </a:stretch>
          </a:blipFill>
        </p:spPr>
        <p:txBody>
          <a:bodyPr wrap="square" lIns="0" tIns="0" rIns="0" bIns="0" rtlCol="0"/>
          <a:lstStyle/>
          <a:p>
            <a:endParaRPr/>
          </a:p>
        </p:txBody>
      </p:sp>
      <p:sp>
        <p:nvSpPr>
          <p:cNvPr id="12" name="object 10">
            <a:extLst>
              <a:ext uri="{FF2B5EF4-FFF2-40B4-BE49-F238E27FC236}">
                <a16:creationId xmlns:a16="http://schemas.microsoft.com/office/drawing/2014/main" id="{F32CE53D-F078-49EA-2AE1-644449840AD9}"/>
              </a:ext>
            </a:extLst>
          </p:cNvPr>
          <p:cNvSpPr txBox="1"/>
          <p:nvPr/>
        </p:nvSpPr>
        <p:spPr>
          <a:xfrm>
            <a:off x="3681255" y="2484119"/>
            <a:ext cx="965200" cy="683260"/>
          </a:xfrm>
          <a:prstGeom prst="rect">
            <a:avLst/>
          </a:prstGeom>
          <a:ln w="6096">
            <a:solidFill>
              <a:srgbClr val="6FAC46"/>
            </a:solidFill>
          </a:ln>
        </p:spPr>
        <p:txBody>
          <a:bodyPr vert="horz" wrap="square" lIns="0" tIns="139065" rIns="0" bIns="0" rtlCol="0">
            <a:spAutoFit/>
          </a:bodyPr>
          <a:lstStyle/>
          <a:p>
            <a:pPr marL="286385">
              <a:lnSpc>
                <a:spcPct val="100000"/>
              </a:lnSpc>
              <a:spcBef>
                <a:spcPts val="1095"/>
              </a:spcBef>
            </a:pPr>
            <a:r>
              <a:rPr sz="2400" spc="-5" dirty="0">
                <a:latin typeface="Calibri"/>
                <a:cs typeface="Calibri"/>
              </a:rPr>
              <a:t>NN</a:t>
            </a:r>
            <a:endParaRPr sz="2400">
              <a:latin typeface="Calibri"/>
              <a:cs typeface="Calibri"/>
            </a:endParaRPr>
          </a:p>
        </p:txBody>
      </p:sp>
      <p:sp>
        <p:nvSpPr>
          <p:cNvPr id="13" name="object 11">
            <a:extLst>
              <a:ext uri="{FF2B5EF4-FFF2-40B4-BE49-F238E27FC236}">
                <a16:creationId xmlns:a16="http://schemas.microsoft.com/office/drawing/2014/main" id="{758E18C0-3DE4-3E6D-0979-90916FFB69ED}"/>
              </a:ext>
            </a:extLst>
          </p:cNvPr>
          <p:cNvSpPr/>
          <p:nvPr/>
        </p:nvSpPr>
        <p:spPr>
          <a:xfrm>
            <a:off x="3681255" y="3422903"/>
            <a:ext cx="964692" cy="682751"/>
          </a:xfrm>
          <a:prstGeom prst="rect">
            <a:avLst/>
          </a:prstGeom>
          <a:blipFill>
            <a:blip r:embed="rId4" cstate="print"/>
            <a:stretch>
              <a:fillRect/>
            </a:stretch>
          </a:blipFill>
        </p:spPr>
        <p:txBody>
          <a:bodyPr wrap="square" lIns="0" tIns="0" rIns="0" bIns="0" rtlCol="0"/>
          <a:lstStyle/>
          <a:p>
            <a:endParaRPr/>
          </a:p>
        </p:txBody>
      </p:sp>
      <p:sp>
        <p:nvSpPr>
          <p:cNvPr id="14" name="object 12">
            <a:extLst>
              <a:ext uri="{FF2B5EF4-FFF2-40B4-BE49-F238E27FC236}">
                <a16:creationId xmlns:a16="http://schemas.microsoft.com/office/drawing/2014/main" id="{1F588A01-B383-F533-EC9B-54139EA71042}"/>
              </a:ext>
            </a:extLst>
          </p:cNvPr>
          <p:cNvSpPr txBox="1"/>
          <p:nvPr/>
        </p:nvSpPr>
        <p:spPr>
          <a:xfrm>
            <a:off x="3681255" y="3422903"/>
            <a:ext cx="965200" cy="683260"/>
          </a:xfrm>
          <a:prstGeom prst="rect">
            <a:avLst/>
          </a:prstGeom>
          <a:ln w="6096">
            <a:solidFill>
              <a:srgbClr val="6FAC46"/>
            </a:solidFill>
          </a:ln>
        </p:spPr>
        <p:txBody>
          <a:bodyPr vert="horz" wrap="square" lIns="0" tIns="139065" rIns="0" bIns="0" rtlCol="0">
            <a:spAutoFit/>
          </a:bodyPr>
          <a:lstStyle/>
          <a:p>
            <a:pPr marL="286385">
              <a:lnSpc>
                <a:spcPct val="100000"/>
              </a:lnSpc>
              <a:spcBef>
                <a:spcPts val="1095"/>
              </a:spcBef>
            </a:pPr>
            <a:r>
              <a:rPr sz="2400" spc="-5" dirty="0">
                <a:latin typeface="Calibri"/>
                <a:cs typeface="Calibri"/>
              </a:rPr>
              <a:t>NN</a:t>
            </a:r>
            <a:endParaRPr sz="2400">
              <a:latin typeface="Calibri"/>
              <a:cs typeface="Calibri"/>
            </a:endParaRPr>
          </a:p>
        </p:txBody>
      </p:sp>
      <p:sp>
        <p:nvSpPr>
          <p:cNvPr id="15" name="object 13">
            <a:extLst>
              <a:ext uri="{FF2B5EF4-FFF2-40B4-BE49-F238E27FC236}">
                <a16:creationId xmlns:a16="http://schemas.microsoft.com/office/drawing/2014/main" id="{BD9292B6-C9A9-B7D2-6DE2-4246654AB89A}"/>
              </a:ext>
            </a:extLst>
          </p:cNvPr>
          <p:cNvSpPr/>
          <p:nvPr/>
        </p:nvSpPr>
        <p:spPr>
          <a:xfrm>
            <a:off x="3681255" y="5777483"/>
            <a:ext cx="964692" cy="684276"/>
          </a:xfrm>
          <a:prstGeom prst="rect">
            <a:avLst/>
          </a:prstGeom>
          <a:blipFill>
            <a:blip r:embed="rId5"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D8CD9206-50C0-4B09-3EA2-255C82DE09F7}"/>
              </a:ext>
            </a:extLst>
          </p:cNvPr>
          <p:cNvSpPr txBox="1"/>
          <p:nvPr/>
        </p:nvSpPr>
        <p:spPr>
          <a:xfrm>
            <a:off x="3681255" y="5777483"/>
            <a:ext cx="965200" cy="684530"/>
          </a:xfrm>
          <a:prstGeom prst="rect">
            <a:avLst/>
          </a:prstGeom>
          <a:ln w="6096">
            <a:solidFill>
              <a:srgbClr val="6FAC46"/>
            </a:solidFill>
          </a:ln>
        </p:spPr>
        <p:txBody>
          <a:bodyPr vert="horz" wrap="square" lIns="0" tIns="140335" rIns="0" bIns="0" rtlCol="0">
            <a:spAutoFit/>
          </a:bodyPr>
          <a:lstStyle/>
          <a:p>
            <a:pPr marL="286385">
              <a:lnSpc>
                <a:spcPct val="100000"/>
              </a:lnSpc>
              <a:spcBef>
                <a:spcPts val="1105"/>
              </a:spcBef>
            </a:pPr>
            <a:r>
              <a:rPr sz="2400" spc="-5" dirty="0">
                <a:latin typeface="Calibri"/>
                <a:cs typeface="Calibri"/>
              </a:rPr>
              <a:t>NN</a:t>
            </a:r>
            <a:endParaRPr sz="2400">
              <a:latin typeface="Calibri"/>
              <a:cs typeface="Calibri"/>
            </a:endParaRPr>
          </a:p>
        </p:txBody>
      </p:sp>
      <p:sp>
        <p:nvSpPr>
          <p:cNvPr id="17" name="object 15">
            <a:extLst>
              <a:ext uri="{FF2B5EF4-FFF2-40B4-BE49-F238E27FC236}">
                <a16:creationId xmlns:a16="http://schemas.microsoft.com/office/drawing/2014/main" id="{B0F0ACC4-C2D0-6FFF-85DC-07DDDB3DE66B}"/>
              </a:ext>
            </a:extLst>
          </p:cNvPr>
          <p:cNvSpPr txBox="1"/>
          <p:nvPr/>
        </p:nvSpPr>
        <p:spPr>
          <a:xfrm>
            <a:off x="2935130" y="5117719"/>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18" name="object 16">
            <a:extLst>
              <a:ext uri="{FF2B5EF4-FFF2-40B4-BE49-F238E27FC236}">
                <a16:creationId xmlns:a16="http://schemas.microsoft.com/office/drawing/2014/main" id="{1FCA99BB-3610-CEEB-77D8-3FB373E63378}"/>
              </a:ext>
            </a:extLst>
          </p:cNvPr>
          <p:cNvSpPr txBox="1"/>
          <p:nvPr/>
        </p:nvSpPr>
        <p:spPr>
          <a:xfrm>
            <a:off x="4008661" y="5106162"/>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19" name="object 17">
            <a:extLst>
              <a:ext uri="{FF2B5EF4-FFF2-40B4-BE49-F238E27FC236}">
                <a16:creationId xmlns:a16="http://schemas.microsoft.com/office/drawing/2014/main" id="{0E01C2DF-DE2C-08E6-8E24-70214EA955CB}"/>
              </a:ext>
            </a:extLst>
          </p:cNvPr>
          <p:cNvSpPr/>
          <p:nvPr/>
        </p:nvSpPr>
        <p:spPr>
          <a:xfrm>
            <a:off x="3250724" y="2759963"/>
            <a:ext cx="417195" cy="114300"/>
          </a:xfrm>
          <a:custGeom>
            <a:avLst/>
            <a:gdLst/>
            <a:ahLst/>
            <a:cxnLst/>
            <a:rect l="l" t="t" r="r" b="b"/>
            <a:pathLst>
              <a:path w="417194" h="114300">
                <a:moveTo>
                  <a:pt x="302768" y="0"/>
                </a:moveTo>
                <a:lnTo>
                  <a:pt x="302768" y="114300"/>
                </a:lnTo>
                <a:lnTo>
                  <a:pt x="378968" y="76200"/>
                </a:lnTo>
                <a:lnTo>
                  <a:pt x="321818" y="76200"/>
                </a:lnTo>
                <a:lnTo>
                  <a:pt x="321818" y="38100"/>
                </a:lnTo>
                <a:lnTo>
                  <a:pt x="378968" y="38100"/>
                </a:lnTo>
                <a:lnTo>
                  <a:pt x="302768" y="0"/>
                </a:lnTo>
                <a:close/>
              </a:path>
              <a:path w="417194" h="114300">
                <a:moveTo>
                  <a:pt x="302768" y="38100"/>
                </a:moveTo>
                <a:lnTo>
                  <a:pt x="0" y="38100"/>
                </a:lnTo>
                <a:lnTo>
                  <a:pt x="0" y="76200"/>
                </a:lnTo>
                <a:lnTo>
                  <a:pt x="302768" y="76200"/>
                </a:lnTo>
                <a:lnTo>
                  <a:pt x="302768" y="38100"/>
                </a:lnTo>
                <a:close/>
              </a:path>
              <a:path w="417194" h="114300">
                <a:moveTo>
                  <a:pt x="378968" y="38100"/>
                </a:moveTo>
                <a:lnTo>
                  <a:pt x="321818" y="38100"/>
                </a:lnTo>
                <a:lnTo>
                  <a:pt x="321818" y="76200"/>
                </a:lnTo>
                <a:lnTo>
                  <a:pt x="378968" y="76200"/>
                </a:lnTo>
                <a:lnTo>
                  <a:pt x="417068" y="57150"/>
                </a:lnTo>
                <a:lnTo>
                  <a:pt x="378968" y="38100"/>
                </a:lnTo>
                <a:close/>
              </a:path>
            </a:pathLst>
          </a:custGeom>
          <a:solidFill>
            <a:srgbClr val="000000"/>
          </a:solidFill>
        </p:spPr>
        <p:txBody>
          <a:bodyPr wrap="square" lIns="0" tIns="0" rIns="0" bIns="0" rtlCol="0"/>
          <a:lstStyle/>
          <a:p>
            <a:endParaRPr/>
          </a:p>
        </p:txBody>
      </p:sp>
      <p:sp>
        <p:nvSpPr>
          <p:cNvPr id="20" name="object 18">
            <a:extLst>
              <a:ext uri="{FF2B5EF4-FFF2-40B4-BE49-F238E27FC236}">
                <a16:creationId xmlns:a16="http://schemas.microsoft.com/office/drawing/2014/main" id="{DF519D3C-4DD9-2FB6-4819-B0E8CF375523}"/>
              </a:ext>
            </a:extLst>
          </p:cNvPr>
          <p:cNvSpPr/>
          <p:nvPr/>
        </p:nvSpPr>
        <p:spPr>
          <a:xfrm>
            <a:off x="3247677" y="3707891"/>
            <a:ext cx="417195" cy="114300"/>
          </a:xfrm>
          <a:custGeom>
            <a:avLst/>
            <a:gdLst/>
            <a:ahLst/>
            <a:cxnLst/>
            <a:rect l="l" t="t" r="r" b="b"/>
            <a:pathLst>
              <a:path w="417194" h="114300">
                <a:moveTo>
                  <a:pt x="302768" y="0"/>
                </a:moveTo>
                <a:lnTo>
                  <a:pt x="302768" y="114300"/>
                </a:lnTo>
                <a:lnTo>
                  <a:pt x="378968" y="76200"/>
                </a:lnTo>
                <a:lnTo>
                  <a:pt x="321818" y="76200"/>
                </a:lnTo>
                <a:lnTo>
                  <a:pt x="321818" y="38100"/>
                </a:lnTo>
                <a:lnTo>
                  <a:pt x="378968" y="38100"/>
                </a:lnTo>
                <a:lnTo>
                  <a:pt x="302768" y="0"/>
                </a:lnTo>
                <a:close/>
              </a:path>
              <a:path w="417194" h="114300">
                <a:moveTo>
                  <a:pt x="302768" y="38100"/>
                </a:moveTo>
                <a:lnTo>
                  <a:pt x="0" y="38100"/>
                </a:lnTo>
                <a:lnTo>
                  <a:pt x="0" y="76200"/>
                </a:lnTo>
                <a:lnTo>
                  <a:pt x="302768" y="76200"/>
                </a:lnTo>
                <a:lnTo>
                  <a:pt x="302768" y="38100"/>
                </a:lnTo>
                <a:close/>
              </a:path>
              <a:path w="417194" h="114300">
                <a:moveTo>
                  <a:pt x="378968" y="38100"/>
                </a:moveTo>
                <a:lnTo>
                  <a:pt x="321818" y="38100"/>
                </a:lnTo>
                <a:lnTo>
                  <a:pt x="321818" y="76200"/>
                </a:lnTo>
                <a:lnTo>
                  <a:pt x="378968" y="76200"/>
                </a:lnTo>
                <a:lnTo>
                  <a:pt x="417068" y="57150"/>
                </a:lnTo>
                <a:lnTo>
                  <a:pt x="378968" y="38100"/>
                </a:lnTo>
                <a:close/>
              </a:path>
            </a:pathLst>
          </a:custGeom>
          <a:solidFill>
            <a:srgbClr val="000000"/>
          </a:solidFill>
        </p:spPr>
        <p:txBody>
          <a:bodyPr wrap="square" lIns="0" tIns="0" rIns="0" bIns="0" rtlCol="0"/>
          <a:lstStyle/>
          <a:p>
            <a:endParaRPr/>
          </a:p>
        </p:txBody>
      </p:sp>
      <p:sp>
        <p:nvSpPr>
          <p:cNvPr id="21" name="object 19">
            <a:extLst>
              <a:ext uri="{FF2B5EF4-FFF2-40B4-BE49-F238E27FC236}">
                <a16:creationId xmlns:a16="http://schemas.microsoft.com/office/drawing/2014/main" id="{8ECF8DFB-6291-264C-DEAF-834D1D30B505}"/>
              </a:ext>
            </a:extLst>
          </p:cNvPr>
          <p:cNvSpPr/>
          <p:nvPr/>
        </p:nvSpPr>
        <p:spPr>
          <a:xfrm>
            <a:off x="3247677" y="6062471"/>
            <a:ext cx="417195" cy="114300"/>
          </a:xfrm>
          <a:custGeom>
            <a:avLst/>
            <a:gdLst/>
            <a:ahLst/>
            <a:cxnLst/>
            <a:rect l="l" t="t" r="r" b="b"/>
            <a:pathLst>
              <a:path w="417194" h="114300">
                <a:moveTo>
                  <a:pt x="302768" y="0"/>
                </a:moveTo>
                <a:lnTo>
                  <a:pt x="302768" y="114300"/>
                </a:lnTo>
                <a:lnTo>
                  <a:pt x="378968" y="76200"/>
                </a:lnTo>
                <a:lnTo>
                  <a:pt x="321818" y="76200"/>
                </a:lnTo>
                <a:lnTo>
                  <a:pt x="321818" y="38100"/>
                </a:lnTo>
                <a:lnTo>
                  <a:pt x="378968" y="38100"/>
                </a:lnTo>
                <a:lnTo>
                  <a:pt x="302768" y="0"/>
                </a:lnTo>
                <a:close/>
              </a:path>
              <a:path w="417194" h="114300">
                <a:moveTo>
                  <a:pt x="302768" y="38100"/>
                </a:moveTo>
                <a:lnTo>
                  <a:pt x="0" y="38100"/>
                </a:lnTo>
                <a:lnTo>
                  <a:pt x="0" y="76200"/>
                </a:lnTo>
                <a:lnTo>
                  <a:pt x="302768" y="76200"/>
                </a:lnTo>
                <a:lnTo>
                  <a:pt x="302768" y="38100"/>
                </a:lnTo>
                <a:close/>
              </a:path>
              <a:path w="417194" h="114300">
                <a:moveTo>
                  <a:pt x="378968" y="38100"/>
                </a:moveTo>
                <a:lnTo>
                  <a:pt x="321818" y="38100"/>
                </a:lnTo>
                <a:lnTo>
                  <a:pt x="321818" y="76200"/>
                </a:lnTo>
                <a:lnTo>
                  <a:pt x="378968" y="76200"/>
                </a:lnTo>
                <a:lnTo>
                  <a:pt x="417068" y="57150"/>
                </a:lnTo>
                <a:lnTo>
                  <a:pt x="378968" y="38100"/>
                </a:lnTo>
                <a:close/>
              </a:path>
            </a:pathLst>
          </a:custGeom>
          <a:solidFill>
            <a:srgbClr val="000000"/>
          </a:solidFill>
        </p:spPr>
        <p:txBody>
          <a:bodyPr wrap="square" lIns="0" tIns="0" rIns="0" bIns="0" rtlCol="0"/>
          <a:lstStyle/>
          <a:p>
            <a:endParaRPr/>
          </a:p>
        </p:txBody>
      </p:sp>
      <p:sp>
        <p:nvSpPr>
          <p:cNvPr id="22" name="object 20">
            <a:extLst>
              <a:ext uri="{FF2B5EF4-FFF2-40B4-BE49-F238E27FC236}">
                <a16:creationId xmlns:a16="http://schemas.microsoft.com/office/drawing/2014/main" id="{6BAEA9A2-1FC2-DB38-9E88-B3792A537B42}"/>
              </a:ext>
            </a:extLst>
          </p:cNvPr>
          <p:cNvSpPr/>
          <p:nvPr/>
        </p:nvSpPr>
        <p:spPr>
          <a:xfrm>
            <a:off x="4649756" y="2755391"/>
            <a:ext cx="417195" cy="114300"/>
          </a:xfrm>
          <a:custGeom>
            <a:avLst/>
            <a:gdLst/>
            <a:ahLst/>
            <a:cxnLst/>
            <a:rect l="l" t="t" r="r" b="b"/>
            <a:pathLst>
              <a:path w="417195" h="114300">
                <a:moveTo>
                  <a:pt x="302768" y="0"/>
                </a:moveTo>
                <a:lnTo>
                  <a:pt x="302768" y="114300"/>
                </a:lnTo>
                <a:lnTo>
                  <a:pt x="378968" y="76200"/>
                </a:lnTo>
                <a:lnTo>
                  <a:pt x="321818" y="76200"/>
                </a:lnTo>
                <a:lnTo>
                  <a:pt x="321818" y="38100"/>
                </a:lnTo>
                <a:lnTo>
                  <a:pt x="378968" y="38100"/>
                </a:lnTo>
                <a:lnTo>
                  <a:pt x="302768" y="0"/>
                </a:lnTo>
                <a:close/>
              </a:path>
              <a:path w="417195" h="114300">
                <a:moveTo>
                  <a:pt x="302768" y="38100"/>
                </a:moveTo>
                <a:lnTo>
                  <a:pt x="0" y="38100"/>
                </a:lnTo>
                <a:lnTo>
                  <a:pt x="0" y="76200"/>
                </a:lnTo>
                <a:lnTo>
                  <a:pt x="302768" y="76200"/>
                </a:lnTo>
                <a:lnTo>
                  <a:pt x="302768" y="38100"/>
                </a:lnTo>
                <a:close/>
              </a:path>
              <a:path w="417195" h="114300">
                <a:moveTo>
                  <a:pt x="378968" y="38100"/>
                </a:moveTo>
                <a:lnTo>
                  <a:pt x="321818" y="38100"/>
                </a:lnTo>
                <a:lnTo>
                  <a:pt x="321818" y="76200"/>
                </a:lnTo>
                <a:lnTo>
                  <a:pt x="378968" y="76200"/>
                </a:lnTo>
                <a:lnTo>
                  <a:pt x="417068" y="57150"/>
                </a:lnTo>
                <a:lnTo>
                  <a:pt x="378968" y="38100"/>
                </a:lnTo>
                <a:close/>
              </a:path>
            </a:pathLst>
          </a:custGeom>
          <a:solidFill>
            <a:srgbClr val="000000"/>
          </a:solidFill>
        </p:spPr>
        <p:txBody>
          <a:bodyPr wrap="square" lIns="0" tIns="0" rIns="0" bIns="0" rtlCol="0"/>
          <a:lstStyle/>
          <a:p>
            <a:endParaRPr/>
          </a:p>
        </p:txBody>
      </p:sp>
      <p:sp>
        <p:nvSpPr>
          <p:cNvPr id="23" name="object 21">
            <a:extLst>
              <a:ext uri="{FF2B5EF4-FFF2-40B4-BE49-F238E27FC236}">
                <a16:creationId xmlns:a16="http://schemas.microsoft.com/office/drawing/2014/main" id="{79A1C6C2-0B68-9E29-8711-0330D5AEB6A9}"/>
              </a:ext>
            </a:extLst>
          </p:cNvPr>
          <p:cNvSpPr/>
          <p:nvPr/>
        </p:nvSpPr>
        <p:spPr>
          <a:xfrm>
            <a:off x="4646709" y="3701795"/>
            <a:ext cx="417195" cy="114300"/>
          </a:xfrm>
          <a:custGeom>
            <a:avLst/>
            <a:gdLst/>
            <a:ahLst/>
            <a:cxnLst/>
            <a:rect l="l" t="t" r="r" b="b"/>
            <a:pathLst>
              <a:path w="417195" h="114300">
                <a:moveTo>
                  <a:pt x="302767" y="0"/>
                </a:moveTo>
                <a:lnTo>
                  <a:pt x="302767" y="114300"/>
                </a:lnTo>
                <a:lnTo>
                  <a:pt x="378967" y="76200"/>
                </a:lnTo>
                <a:lnTo>
                  <a:pt x="321817" y="76200"/>
                </a:lnTo>
                <a:lnTo>
                  <a:pt x="321817" y="38100"/>
                </a:lnTo>
                <a:lnTo>
                  <a:pt x="378967" y="38100"/>
                </a:lnTo>
                <a:lnTo>
                  <a:pt x="302767" y="0"/>
                </a:lnTo>
                <a:close/>
              </a:path>
              <a:path w="417195" h="114300">
                <a:moveTo>
                  <a:pt x="302767" y="38100"/>
                </a:moveTo>
                <a:lnTo>
                  <a:pt x="0" y="38100"/>
                </a:lnTo>
                <a:lnTo>
                  <a:pt x="0" y="76200"/>
                </a:lnTo>
                <a:lnTo>
                  <a:pt x="302767" y="76200"/>
                </a:lnTo>
                <a:lnTo>
                  <a:pt x="302767" y="38100"/>
                </a:lnTo>
                <a:close/>
              </a:path>
              <a:path w="417195" h="114300">
                <a:moveTo>
                  <a:pt x="378967" y="38100"/>
                </a:moveTo>
                <a:lnTo>
                  <a:pt x="321817" y="38100"/>
                </a:lnTo>
                <a:lnTo>
                  <a:pt x="321817" y="76200"/>
                </a:lnTo>
                <a:lnTo>
                  <a:pt x="378967" y="76200"/>
                </a:lnTo>
                <a:lnTo>
                  <a:pt x="417067" y="57150"/>
                </a:lnTo>
                <a:lnTo>
                  <a:pt x="378967" y="38100"/>
                </a:lnTo>
                <a:close/>
              </a:path>
            </a:pathLst>
          </a:custGeom>
          <a:solidFill>
            <a:srgbClr val="000000"/>
          </a:solidFill>
        </p:spPr>
        <p:txBody>
          <a:bodyPr wrap="square" lIns="0" tIns="0" rIns="0" bIns="0" rtlCol="0"/>
          <a:lstStyle/>
          <a:p>
            <a:endParaRPr/>
          </a:p>
        </p:txBody>
      </p:sp>
      <p:sp>
        <p:nvSpPr>
          <p:cNvPr id="24" name="object 22">
            <a:extLst>
              <a:ext uri="{FF2B5EF4-FFF2-40B4-BE49-F238E27FC236}">
                <a16:creationId xmlns:a16="http://schemas.microsoft.com/office/drawing/2014/main" id="{C0385033-0135-42D5-D37B-9FE0E618DF00}"/>
              </a:ext>
            </a:extLst>
          </p:cNvPr>
          <p:cNvSpPr/>
          <p:nvPr/>
        </p:nvSpPr>
        <p:spPr>
          <a:xfrm>
            <a:off x="4646709" y="6057900"/>
            <a:ext cx="417195" cy="114300"/>
          </a:xfrm>
          <a:custGeom>
            <a:avLst/>
            <a:gdLst/>
            <a:ahLst/>
            <a:cxnLst/>
            <a:rect l="l" t="t" r="r" b="b"/>
            <a:pathLst>
              <a:path w="417195" h="114300">
                <a:moveTo>
                  <a:pt x="302767" y="0"/>
                </a:moveTo>
                <a:lnTo>
                  <a:pt x="302767" y="114299"/>
                </a:lnTo>
                <a:lnTo>
                  <a:pt x="378967" y="76199"/>
                </a:lnTo>
                <a:lnTo>
                  <a:pt x="321817" y="76199"/>
                </a:lnTo>
                <a:lnTo>
                  <a:pt x="321817" y="38099"/>
                </a:lnTo>
                <a:lnTo>
                  <a:pt x="378967" y="38099"/>
                </a:lnTo>
                <a:lnTo>
                  <a:pt x="302767" y="0"/>
                </a:lnTo>
                <a:close/>
              </a:path>
              <a:path w="417195" h="114300">
                <a:moveTo>
                  <a:pt x="302767" y="38099"/>
                </a:moveTo>
                <a:lnTo>
                  <a:pt x="0" y="38099"/>
                </a:lnTo>
                <a:lnTo>
                  <a:pt x="0" y="76199"/>
                </a:lnTo>
                <a:lnTo>
                  <a:pt x="302767" y="76199"/>
                </a:lnTo>
                <a:lnTo>
                  <a:pt x="302767" y="38099"/>
                </a:lnTo>
                <a:close/>
              </a:path>
              <a:path w="417195" h="114300">
                <a:moveTo>
                  <a:pt x="378967" y="38099"/>
                </a:moveTo>
                <a:lnTo>
                  <a:pt x="321817" y="38099"/>
                </a:lnTo>
                <a:lnTo>
                  <a:pt x="321817" y="76199"/>
                </a:lnTo>
                <a:lnTo>
                  <a:pt x="378967" y="76199"/>
                </a:lnTo>
                <a:lnTo>
                  <a:pt x="417067" y="57149"/>
                </a:lnTo>
                <a:lnTo>
                  <a:pt x="378967" y="38099"/>
                </a:lnTo>
                <a:close/>
              </a:path>
            </a:pathLst>
          </a:custGeom>
          <a:solidFill>
            <a:srgbClr val="000000"/>
          </a:solidFill>
        </p:spPr>
        <p:txBody>
          <a:bodyPr wrap="square" lIns="0" tIns="0" rIns="0" bIns="0" rtlCol="0"/>
          <a:lstStyle/>
          <a:p>
            <a:endParaRPr/>
          </a:p>
        </p:txBody>
      </p:sp>
      <p:sp>
        <p:nvSpPr>
          <p:cNvPr id="25" name="object 23">
            <a:extLst>
              <a:ext uri="{FF2B5EF4-FFF2-40B4-BE49-F238E27FC236}">
                <a16:creationId xmlns:a16="http://schemas.microsoft.com/office/drawing/2014/main" id="{6E35905F-83D6-6382-DB07-33F451356C3C}"/>
              </a:ext>
            </a:extLst>
          </p:cNvPr>
          <p:cNvSpPr/>
          <p:nvPr/>
        </p:nvSpPr>
        <p:spPr>
          <a:xfrm>
            <a:off x="5098574" y="2481072"/>
            <a:ext cx="271272" cy="672084"/>
          </a:xfrm>
          <a:prstGeom prst="rect">
            <a:avLst/>
          </a:prstGeom>
          <a:blipFill>
            <a:blip r:embed="rId6" cstate="print"/>
            <a:stretch>
              <a:fillRect/>
            </a:stretch>
          </a:blipFill>
        </p:spPr>
        <p:txBody>
          <a:bodyPr wrap="square" lIns="0" tIns="0" rIns="0" bIns="0" rtlCol="0"/>
          <a:lstStyle/>
          <a:p>
            <a:endParaRPr/>
          </a:p>
        </p:txBody>
      </p:sp>
      <p:sp>
        <p:nvSpPr>
          <p:cNvPr id="26" name="object 24">
            <a:extLst>
              <a:ext uri="{FF2B5EF4-FFF2-40B4-BE49-F238E27FC236}">
                <a16:creationId xmlns:a16="http://schemas.microsoft.com/office/drawing/2014/main" id="{CC456355-5DEE-CB85-3EE7-68E15A71B831}"/>
              </a:ext>
            </a:extLst>
          </p:cNvPr>
          <p:cNvSpPr/>
          <p:nvPr/>
        </p:nvSpPr>
        <p:spPr>
          <a:xfrm>
            <a:off x="5098574" y="2481072"/>
            <a:ext cx="271780" cy="672465"/>
          </a:xfrm>
          <a:custGeom>
            <a:avLst/>
            <a:gdLst/>
            <a:ahLst/>
            <a:cxnLst/>
            <a:rect l="l" t="t" r="r" b="b"/>
            <a:pathLst>
              <a:path w="271779" h="672464">
                <a:moveTo>
                  <a:pt x="0" y="672084"/>
                </a:moveTo>
                <a:lnTo>
                  <a:pt x="271272" y="672084"/>
                </a:lnTo>
                <a:lnTo>
                  <a:pt x="271272" y="0"/>
                </a:lnTo>
                <a:lnTo>
                  <a:pt x="0" y="0"/>
                </a:lnTo>
                <a:lnTo>
                  <a:pt x="0" y="672084"/>
                </a:lnTo>
                <a:close/>
              </a:path>
            </a:pathLst>
          </a:custGeom>
          <a:ln w="6096">
            <a:solidFill>
              <a:srgbClr val="FFC000"/>
            </a:solidFill>
          </a:ln>
        </p:spPr>
        <p:txBody>
          <a:bodyPr wrap="square" lIns="0" tIns="0" rIns="0" bIns="0" rtlCol="0"/>
          <a:lstStyle/>
          <a:p>
            <a:endParaRPr/>
          </a:p>
        </p:txBody>
      </p:sp>
      <p:sp>
        <p:nvSpPr>
          <p:cNvPr id="27" name="object 25">
            <a:extLst>
              <a:ext uri="{FF2B5EF4-FFF2-40B4-BE49-F238E27FC236}">
                <a16:creationId xmlns:a16="http://schemas.microsoft.com/office/drawing/2014/main" id="{54130429-FE25-6F8E-8157-4F62B15BB9D8}"/>
              </a:ext>
            </a:extLst>
          </p:cNvPr>
          <p:cNvSpPr txBox="1"/>
          <p:nvPr/>
        </p:nvSpPr>
        <p:spPr>
          <a:xfrm>
            <a:off x="5129435" y="2507945"/>
            <a:ext cx="267335" cy="391795"/>
          </a:xfrm>
          <a:prstGeom prst="rect">
            <a:avLst/>
          </a:prstGeom>
        </p:spPr>
        <p:txBody>
          <a:bodyPr vert="horz" wrap="square" lIns="0" tIns="12700" rIns="0" bIns="0" rtlCol="0">
            <a:spAutoFit/>
          </a:bodyPr>
          <a:lstStyle/>
          <a:p>
            <a:pPr marL="12700">
              <a:lnSpc>
                <a:spcPct val="100000"/>
              </a:lnSpc>
              <a:spcBef>
                <a:spcPts val="100"/>
              </a:spcBef>
            </a:pPr>
            <a:r>
              <a:rPr sz="3600" baseline="-16203" dirty="0">
                <a:latin typeface="Calibri"/>
                <a:cs typeface="Calibri"/>
              </a:rPr>
              <a:t>y</a:t>
            </a:r>
            <a:r>
              <a:rPr sz="1600" spc="-5" dirty="0">
                <a:latin typeface="Calibri"/>
                <a:cs typeface="Calibri"/>
              </a:rPr>
              <a:t>1</a:t>
            </a:r>
            <a:endParaRPr sz="1600">
              <a:latin typeface="Calibri"/>
              <a:cs typeface="Calibri"/>
            </a:endParaRPr>
          </a:p>
        </p:txBody>
      </p:sp>
      <p:sp>
        <p:nvSpPr>
          <p:cNvPr id="28" name="object 26">
            <a:extLst>
              <a:ext uri="{FF2B5EF4-FFF2-40B4-BE49-F238E27FC236}">
                <a16:creationId xmlns:a16="http://schemas.microsoft.com/office/drawing/2014/main" id="{66115C31-678A-F39B-0BFD-8B9EDE8D88DD}"/>
              </a:ext>
            </a:extLst>
          </p:cNvPr>
          <p:cNvSpPr/>
          <p:nvPr/>
        </p:nvSpPr>
        <p:spPr>
          <a:xfrm>
            <a:off x="5098574" y="3427475"/>
            <a:ext cx="271272" cy="672083"/>
          </a:xfrm>
          <a:prstGeom prst="rect">
            <a:avLst/>
          </a:prstGeom>
          <a:blipFill>
            <a:blip r:embed="rId7" cstate="print"/>
            <a:stretch>
              <a:fillRect/>
            </a:stretch>
          </a:blipFill>
        </p:spPr>
        <p:txBody>
          <a:bodyPr wrap="square" lIns="0" tIns="0" rIns="0" bIns="0" rtlCol="0"/>
          <a:lstStyle/>
          <a:p>
            <a:endParaRPr/>
          </a:p>
        </p:txBody>
      </p:sp>
      <p:sp>
        <p:nvSpPr>
          <p:cNvPr id="29" name="object 27">
            <a:extLst>
              <a:ext uri="{FF2B5EF4-FFF2-40B4-BE49-F238E27FC236}">
                <a16:creationId xmlns:a16="http://schemas.microsoft.com/office/drawing/2014/main" id="{6BE279F4-0F6F-428D-0BB8-7075D1F0BCFB}"/>
              </a:ext>
            </a:extLst>
          </p:cNvPr>
          <p:cNvSpPr txBox="1"/>
          <p:nvPr/>
        </p:nvSpPr>
        <p:spPr>
          <a:xfrm>
            <a:off x="5098574" y="3427475"/>
            <a:ext cx="297180" cy="672465"/>
          </a:xfrm>
          <a:prstGeom prst="rect">
            <a:avLst/>
          </a:prstGeom>
          <a:ln w="6096">
            <a:solidFill>
              <a:srgbClr val="FFC000"/>
            </a:solidFill>
          </a:ln>
        </p:spPr>
        <p:txBody>
          <a:bodyPr vert="horz" wrap="square" lIns="0" tIns="40640" rIns="0" bIns="0" rtlCol="0">
            <a:spAutoFit/>
          </a:bodyPr>
          <a:lstStyle/>
          <a:p>
            <a:pPr marL="43180">
              <a:lnSpc>
                <a:spcPct val="100000"/>
              </a:lnSpc>
              <a:spcBef>
                <a:spcPts val="320"/>
              </a:spcBef>
            </a:pPr>
            <a:r>
              <a:rPr sz="3600" baseline="-16203" dirty="0">
                <a:latin typeface="Calibri"/>
                <a:cs typeface="Calibri"/>
              </a:rPr>
              <a:t>y</a:t>
            </a:r>
            <a:r>
              <a:rPr sz="1600" spc="-5" dirty="0">
                <a:latin typeface="Calibri"/>
                <a:cs typeface="Calibri"/>
              </a:rPr>
              <a:t>2</a:t>
            </a:r>
            <a:endParaRPr sz="1600">
              <a:latin typeface="Calibri"/>
              <a:cs typeface="Calibri"/>
            </a:endParaRPr>
          </a:p>
        </p:txBody>
      </p:sp>
      <p:sp>
        <p:nvSpPr>
          <p:cNvPr id="30" name="object 28">
            <a:extLst>
              <a:ext uri="{FF2B5EF4-FFF2-40B4-BE49-F238E27FC236}">
                <a16:creationId xmlns:a16="http://schemas.microsoft.com/office/drawing/2014/main" id="{824228BB-BF04-128E-A8B6-88ACCF04A918}"/>
              </a:ext>
            </a:extLst>
          </p:cNvPr>
          <p:cNvSpPr/>
          <p:nvPr/>
        </p:nvSpPr>
        <p:spPr>
          <a:xfrm>
            <a:off x="5098574" y="5789676"/>
            <a:ext cx="271272" cy="672084"/>
          </a:xfrm>
          <a:prstGeom prst="rect">
            <a:avLst/>
          </a:prstGeom>
          <a:blipFill>
            <a:blip r:embed="rId6" cstate="print"/>
            <a:stretch>
              <a:fillRect/>
            </a:stretch>
          </a:blipFill>
        </p:spPr>
        <p:txBody>
          <a:bodyPr wrap="square" lIns="0" tIns="0" rIns="0" bIns="0" rtlCol="0"/>
          <a:lstStyle/>
          <a:p>
            <a:endParaRPr/>
          </a:p>
        </p:txBody>
      </p:sp>
      <p:sp>
        <p:nvSpPr>
          <p:cNvPr id="31" name="object 29">
            <a:extLst>
              <a:ext uri="{FF2B5EF4-FFF2-40B4-BE49-F238E27FC236}">
                <a16:creationId xmlns:a16="http://schemas.microsoft.com/office/drawing/2014/main" id="{23F5EB7E-1B4C-76AB-2A65-DE13194FCD17}"/>
              </a:ext>
            </a:extLst>
          </p:cNvPr>
          <p:cNvSpPr txBox="1"/>
          <p:nvPr/>
        </p:nvSpPr>
        <p:spPr>
          <a:xfrm>
            <a:off x="5098574" y="5789676"/>
            <a:ext cx="297180" cy="672465"/>
          </a:xfrm>
          <a:prstGeom prst="rect">
            <a:avLst/>
          </a:prstGeom>
          <a:ln w="6096">
            <a:solidFill>
              <a:srgbClr val="FFC000"/>
            </a:solidFill>
          </a:ln>
        </p:spPr>
        <p:txBody>
          <a:bodyPr vert="horz" wrap="square" lIns="0" tIns="40640" rIns="0" bIns="0" rtlCol="0">
            <a:spAutoFit/>
          </a:bodyPr>
          <a:lstStyle/>
          <a:p>
            <a:pPr marL="39370">
              <a:lnSpc>
                <a:spcPct val="100000"/>
              </a:lnSpc>
              <a:spcBef>
                <a:spcPts val="320"/>
              </a:spcBef>
            </a:pPr>
            <a:r>
              <a:rPr sz="3600" spc="0" baseline="-16203" dirty="0">
                <a:latin typeface="Calibri"/>
                <a:cs typeface="Calibri"/>
              </a:rPr>
              <a:t>y</a:t>
            </a:r>
            <a:r>
              <a:rPr sz="1600" spc="-5" dirty="0">
                <a:latin typeface="Calibri"/>
                <a:cs typeface="Calibri"/>
              </a:rPr>
              <a:t>R</a:t>
            </a:r>
            <a:endParaRPr sz="1600">
              <a:latin typeface="Calibri"/>
              <a:cs typeface="Calibri"/>
            </a:endParaRPr>
          </a:p>
        </p:txBody>
      </p:sp>
      <p:sp>
        <p:nvSpPr>
          <p:cNvPr id="32" name="object 30">
            <a:extLst>
              <a:ext uri="{FF2B5EF4-FFF2-40B4-BE49-F238E27FC236}">
                <a16:creationId xmlns:a16="http://schemas.microsoft.com/office/drawing/2014/main" id="{F63764BF-BE89-DF62-E9E6-C68BD3FEDAC1}"/>
              </a:ext>
            </a:extLst>
          </p:cNvPr>
          <p:cNvSpPr/>
          <p:nvPr/>
        </p:nvSpPr>
        <p:spPr>
          <a:xfrm>
            <a:off x="6066315" y="2481072"/>
            <a:ext cx="271272" cy="672084"/>
          </a:xfrm>
          <a:prstGeom prst="rect">
            <a:avLst/>
          </a:prstGeom>
          <a:blipFill>
            <a:blip r:embed="rId8" cstate="print"/>
            <a:stretch>
              <a:fillRect/>
            </a:stretch>
          </a:blipFill>
        </p:spPr>
        <p:txBody>
          <a:bodyPr wrap="square" lIns="0" tIns="0" rIns="0" bIns="0" rtlCol="0"/>
          <a:lstStyle/>
          <a:p>
            <a:endParaRPr/>
          </a:p>
        </p:txBody>
      </p:sp>
      <p:sp>
        <p:nvSpPr>
          <p:cNvPr id="33" name="object 31">
            <a:extLst>
              <a:ext uri="{FF2B5EF4-FFF2-40B4-BE49-F238E27FC236}">
                <a16:creationId xmlns:a16="http://schemas.microsoft.com/office/drawing/2014/main" id="{C0CE922E-5BF4-270D-2D0C-B7C296ACECEA}"/>
              </a:ext>
            </a:extLst>
          </p:cNvPr>
          <p:cNvSpPr/>
          <p:nvPr/>
        </p:nvSpPr>
        <p:spPr>
          <a:xfrm>
            <a:off x="6066315" y="2481072"/>
            <a:ext cx="271780" cy="672465"/>
          </a:xfrm>
          <a:custGeom>
            <a:avLst/>
            <a:gdLst/>
            <a:ahLst/>
            <a:cxnLst/>
            <a:rect l="l" t="t" r="r" b="b"/>
            <a:pathLst>
              <a:path w="271779" h="672464">
                <a:moveTo>
                  <a:pt x="0" y="672084"/>
                </a:moveTo>
                <a:lnTo>
                  <a:pt x="271272" y="672084"/>
                </a:lnTo>
                <a:lnTo>
                  <a:pt x="271272" y="0"/>
                </a:lnTo>
                <a:lnTo>
                  <a:pt x="0" y="0"/>
                </a:lnTo>
                <a:lnTo>
                  <a:pt x="0" y="672084"/>
                </a:lnTo>
                <a:close/>
              </a:path>
            </a:pathLst>
          </a:custGeom>
          <a:ln w="6096">
            <a:solidFill>
              <a:srgbClr val="EC7C30"/>
            </a:solidFill>
          </a:ln>
        </p:spPr>
        <p:txBody>
          <a:bodyPr wrap="square" lIns="0" tIns="0" rIns="0" bIns="0" rtlCol="0"/>
          <a:lstStyle/>
          <a:p>
            <a:endParaRPr/>
          </a:p>
        </p:txBody>
      </p:sp>
      <p:sp>
        <p:nvSpPr>
          <p:cNvPr id="34" name="object 32">
            <a:extLst>
              <a:ext uri="{FF2B5EF4-FFF2-40B4-BE49-F238E27FC236}">
                <a16:creationId xmlns:a16="http://schemas.microsoft.com/office/drawing/2014/main" id="{8F877185-9CC5-D1F4-2520-2B1993A4C7A2}"/>
              </a:ext>
            </a:extLst>
          </p:cNvPr>
          <p:cNvSpPr/>
          <p:nvPr/>
        </p:nvSpPr>
        <p:spPr>
          <a:xfrm>
            <a:off x="6066315" y="3427475"/>
            <a:ext cx="271272" cy="672083"/>
          </a:xfrm>
          <a:prstGeom prst="rect">
            <a:avLst/>
          </a:prstGeom>
          <a:blipFill>
            <a:blip r:embed="rId9" cstate="print"/>
            <a:stretch>
              <a:fillRect/>
            </a:stretch>
          </a:blipFill>
        </p:spPr>
        <p:txBody>
          <a:bodyPr wrap="square" lIns="0" tIns="0" rIns="0" bIns="0" rtlCol="0"/>
          <a:lstStyle/>
          <a:p>
            <a:endParaRPr/>
          </a:p>
        </p:txBody>
      </p:sp>
      <p:sp>
        <p:nvSpPr>
          <p:cNvPr id="35" name="object 33">
            <a:extLst>
              <a:ext uri="{FF2B5EF4-FFF2-40B4-BE49-F238E27FC236}">
                <a16:creationId xmlns:a16="http://schemas.microsoft.com/office/drawing/2014/main" id="{1924E4BE-7C89-A931-609C-6C0E5F4659CD}"/>
              </a:ext>
            </a:extLst>
          </p:cNvPr>
          <p:cNvSpPr/>
          <p:nvPr/>
        </p:nvSpPr>
        <p:spPr>
          <a:xfrm>
            <a:off x="6066315" y="3427475"/>
            <a:ext cx="271780" cy="672465"/>
          </a:xfrm>
          <a:custGeom>
            <a:avLst/>
            <a:gdLst/>
            <a:ahLst/>
            <a:cxnLst/>
            <a:rect l="l" t="t" r="r" b="b"/>
            <a:pathLst>
              <a:path w="271779" h="672464">
                <a:moveTo>
                  <a:pt x="0" y="672083"/>
                </a:moveTo>
                <a:lnTo>
                  <a:pt x="271272" y="672083"/>
                </a:lnTo>
                <a:lnTo>
                  <a:pt x="271272" y="0"/>
                </a:lnTo>
                <a:lnTo>
                  <a:pt x="0" y="0"/>
                </a:lnTo>
                <a:lnTo>
                  <a:pt x="0" y="672083"/>
                </a:lnTo>
                <a:close/>
              </a:path>
            </a:pathLst>
          </a:custGeom>
          <a:ln w="6096">
            <a:solidFill>
              <a:srgbClr val="EC7C30"/>
            </a:solidFill>
          </a:ln>
        </p:spPr>
        <p:txBody>
          <a:bodyPr wrap="square" lIns="0" tIns="0" rIns="0" bIns="0" rtlCol="0"/>
          <a:lstStyle/>
          <a:p>
            <a:endParaRPr/>
          </a:p>
        </p:txBody>
      </p:sp>
      <p:sp>
        <p:nvSpPr>
          <p:cNvPr id="36" name="object 34">
            <a:extLst>
              <a:ext uri="{FF2B5EF4-FFF2-40B4-BE49-F238E27FC236}">
                <a16:creationId xmlns:a16="http://schemas.microsoft.com/office/drawing/2014/main" id="{BE220533-9B11-5BB7-C5FB-054531158FAA}"/>
              </a:ext>
            </a:extLst>
          </p:cNvPr>
          <p:cNvSpPr/>
          <p:nvPr/>
        </p:nvSpPr>
        <p:spPr>
          <a:xfrm>
            <a:off x="6066315" y="5789676"/>
            <a:ext cx="271272" cy="672084"/>
          </a:xfrm>
          <a:prstGeom prst="rect">
            <a:avLst/>
          </a:prstGeom>
          <a:blipFill>
            <a:blip r:embed="rId10" cstate="print"/>
            <a:stretch>
              <a:fillRect/>
            </a:stretch>
          </a:blipFill>
        </p:spPr>
        <p:txBody>
          <a:bodyPr wrap="square" lIns="0" tIns="0" rIns="0" bIns="0" rtlCol="0"/>
          <a:lstStyle/>
          <a:p>
            <a:endParaRPr/>
          </a:p>
        </p:txBody>
      </p:sp>
      <p:sp>
        <p:nvSpPr>
          <p:cNvPr id="37" name="object 35">
            <a:extLst>
              <a:ext uri="{FF2B5EF4-FFF2-40B4-BE49-F238E27FC236}">
                <a16:creationId xmlns:a16="http://schemas.microsoft.com/office/drawing/2014/main" id="{6B264ADF-C8AD-51D3-843A-67DF99EC2A6B}"/>
              </a:ext>
            </a:extLst>
          </p:cNvPr>
          <p:cNvSpPr/>
          <p:nvPr/>
        </p:nvSpPr>
        <p:spPr>
          <a:xfrm>
            <a:off x="6066315" y="5789676"/>
            <a:ext cx="271780" cy="672465"/>
          </a:xfrm>
          <a:custGeom>
            <a:avLst/>
            <a:gdLst/>
            <a:ahLst/>
            <a:cxnLst/>
            <a:rect l="l" t="t" r="r" b="b"/>
            <a:pathLst>
              <a:path w="271779" h="672464">
                <a:moveTo>
                  <a:pt x="0" y="672083"/>
                </a:moveTo>
                <a:lnTo>
                  <a:pt x="271272" y="672083"/>
                </a:lnTo>
                <a:lnTo>
                  <a:pt x="271272" y="0"/>
                </a:lnTo>
                <a:lnTo>
                  <a:pt x="0" y="0"/>
                </a:lnTo>
                <a:lnTo>
                  <a:pt x="0" y="672083"/>
                </a:lnTo>
                <a:close/>
              </a:path>
            </a:pathLst>
          </a:custGeom>
          <a:ln w="6096">
            <a:solidFill>
              <a:srgbClr val="EC7C30"/>
            </a:solidFill>
          </a:ln>
        </p:spPr>
        <p:txBody>
          <a:bodyPr wrap="square" lIns="0" tIns="0" rIns="0" bIns="0" rtlCol="0"/>
          <a:lstStyle/>
          <a:p>
            <a:endParaRPr/>
          </a:p>
        </p:txBody>
      </p:sp>
      <p:sp>
        <p:nvSpPr>
          <p:cNvPr id="38" name="object 36">
            <a:extLst>
              <a:ext uri="{FF2B5EF4-FFF2-40B4-BE49-F238E27FC236}">
                <a16:creationId xmlns:a16="http://schemas.microsoft.com/office/drawing/2014/main" id="{BC93771F-3D9D-5A1D-B9D4-F1A8E1117094}"/>
              </a:ext>
            </a:extLst>
          </p:cNvPr>
          <p:cNvSpPr txBox="1"/>
          <p:nvPr/>
        </p:nvSpPr>
        <p:spPr>
          <a:xfrm>
            <a:off x="6078887" y="2625978"/>
            <a:ext cx="332740" cy="391160"/>
          </a:xfrm>
          <a:prstGeom prst="rect">
            <a:avLst/>
          </a:prstGeom>
        </p:spPr>
        <p:txBody>
          <a:bodyPr vert="horz" wrap="square" lIns="0" tIns="12700" rIns="0" bIns="0" rtlCol="0">
            <a:spAutoFit/>
          </a:bodyPr>
          <a:lstStyle/>
          <a:p>
            <a:pPr marL="12700">
              <a:lnSpc>
                <a:spcPct val="100000"/>
              </a:lnSpc>
              <a:spcBef>
                <a:spcPts val="100"/>
              </a:spcBef>
            </a:pPr>
            <a:r>
              <a:rPr sz="2400" spc="-1019" dirty="0">
                <a:latin typeface="Cambria Math"/>
                <a:cs typeface="Cambria Math"/>
              </a:rPr>
              <a:t>𝑦</a:t>
            </a:r>
            <a:r>
              <a:rPr sz="2400" spc="455" dirty="0">
                <a:latin typeface="Cambria Math"/>
                <a:cs typeface="Cambria Math"/>
              </a:rPr>
              <a:t> </a:t>
            </a:r>
            <a:r>
              <a:rPr sz="2625" spc="52" baseline="28571" dirty="0">
                <a:latin typeface="Cambria Math"/>
                <a:cs typeface="Cambria Math"/>
              </a:rPr>
              <a:t>1</a:t>
            </a:r>
            <a:endParaRPr sz="2625" baseline="28571">
              <a:latin typeface="Cambria Math"/>
              <a:cs typeface="Cambria Math"/>
            </a:endParaRPr>
          </a:p>
        </p:txBody>
      </p:sp>
      <p:sp>
        <p:nvSpPr>
          <p:cNvPr id="39" name="object 37">
            <a:extLst>
              <a:ext uri="{FF2B5EF4-FFF2-40B4-BE49-F238E27FC236}">
                <a16:creationId xmlns:a16="http://schemas.microsoft.com/office/drawing/2014/main" id="{4762F335-7354-96E2-D1E5-542311B5720D}"/>
              </a:ext>
            </a:extLst>
          </p:cNvPr>
          <p:cNvSpPr txBox="1"/>
          <p:nvPr/>
        </p:nvSpPr>
        <p:spPr>
          <a:xfrm>
            <a:off x="6089302" y="3561714"/>
            <a:ext cx="339090" cy="391160"/>
          </a:xfrm>
          <a:prstGeom prst="rect">
            <a:avLst/>
          </a:prstGeom>
        </p:spPr>
        <p:txBody>
          <a:bodyPr vert="horz" wrap="square" lIns="0" tIns="12700" rIns="0" bIns="0" rtlCol="0">
            <a:spAutoFit/>
          </a:bodyPr>
          <a:lstStyle/>
          <a:p>
            <a:pPr marL="12700">
              <a:lnSpc>
                <a:spcPct val="100000"/>
              </a:lnSpc>
              <a:spcBef>
                <a:spcPts val="100"/>
              </a:spcBef>
            </a:pPr>
            <a:r>
              <a:rPr sz="2400" spc="-1019" dirty="0">
                <a:latin typeface="Cambria Math"/>
                <a:cs typeface="Cambria Math"/>
              </a:rPr>
              <a:t>𝑦</a:t>
            </a:r>
            <a:r>
              <a:rPr sz="2400" spc="500" dirty="0">
                <a:latin typeface="Cambria Math"/>
                <a:cs typeface="Cambria Math"/>
              </a:rPr>
              <a:t> </a:t>
            </a:r>
            <a:r>
              <a:rPr sz="2625" spc="52" baseline="28571" dirty="0">
                <a:latin typeface="Cambria Math"/>
                <a:cs typeface="Cambria Math"/>
              </a:rPr>
              <a:t>2</a:t>
            </a:r>
            <a:endParaRPr sz="2625" baseline="28571">
              <a:latin typeface="Cambria Math"/>
              <a:cs typeface="Cambria Math"/>
            </a:endParaRPr>
          </a:p>
        </p:txBody>
      </p:sp>
      <p:sp>
        <p:nvSpPr>
          <p:cNvPr id="40" name="object 38">
            <a:extLst>
              <a:ext uri="{FF2B5EF4-FFF2-40B4-BE49-F238E27FC236}">
                <a16:creationId xmlns:a16="http://schemas.microsoft.com/office/drawing/2014/main" id="{ED0412AE-8811-73E5-7E13-BF8DB84701A9}"/>
              </a:ext>
            </a:extLst>
          </p:cNvPr>
          <p:cNvSpPr txBox="1"/>
          <p:nvPr/>
        </p:nvSpPr>
        <p:spPr>
          <a:xfrm>
            <a:off x="6066442" y="5958941"/>
            <a:ext cx="190500" cy="391160"/>
          </a:xfrm>
          <a:prstGeom prst="rect">
            <a:avLst/>
          </a:prstGeom>
        </p:spPr>
        <p:txBody>
          <a:bodyPr vert="horz" wrap="square" lIns="0" tIns="12700" rIns="0" bIns="0" rtlCol="0">
            <a:spAutoFit/>
          </a:bodyPr>
          <a:lstStyle/>
          <a:p>
            <a:pPr marL="12700">
              <a:lnSpc>
                <a:spcPct val="100000"/>
              </a:lnSpc>
              <a:spcBef>
                <a:spcPts val="100"/>
              </a:spcBef>
            </a:pPr>
            <a:r>
              <a:rPr sz="2400" spc="-1019" dirty="0">
                <a:latin typeface="Cambria Math"/>
                <a:cs typeface="Cambria Math"/>
              </a:rPr>
              <a:t>𝑦</a:t>
            </a:r>
            <a:r>
              <a:rPr sz="2400" spc="440" dirty="0">
                <a:latin typeface="Cambria Math"/>
                <a:cs typeface="Cambria Math"/>
              </a:rPr>
              <a:t> </a:t>
            </a:r>
            <a:endParaRPr sz="2400">
              <a:latin typeface="Cambria Math"/>
              <a:cs typeface="Cambria Math"/>
            </a:endParaRPr>
          </a:p>
        </p:txBody>
      </p:sp>
      <p:sp>
        <p:nvSpPr>
          <p:cNvPr id="41" name="object 39">
            <a:extLst>
              <a:ext uri="{FF2B5EF4-FFF2-40B4-BE49-F238E27FC236}">
                <a16:creationId xmlns:a16="http://schemas.microsoft.com/office/drawing/2014/main" id="{6FF810D4-B304-EA33-429F-F2808EB97B63}"/>
              </a:ext>
            </a:extLst>
          </p:cNvPr>
          <p:cNvSpPr txBox="1"/>
          <p:nvPr/>
        </p:nvSpPr>
        <p:spPr>
          <a:xfrm>
            <a:off x="6250846" y="5929376"/>
            <a:ext cx="172085" cy="293370"/>
          </a:xfrm>
          <a:prstGeom prst="rect">
            <a:avLst/>
          </a:prstGeom>
        </p:spPr>
        <p:txBody>
          <a:bodyPr vert="horz" wrap="square" lIns="0" tIns="13335" rIns="0" bIns="0" rtlCol="0">
            <a:spAutoFit/>
          </a:bodyPr>
          <a:lstStyle/>
          <a:p>
            <a:pPr marL="12700">
              <a:lnSpc>
                <a:spcPct val="100000"/>
              </a:lnSpc>
              <a:spcBef>
                <a:spcPts val="105"/>
              </a:spcBef>
            </a:pPr>
            <a:r>
              <a:rPr sz="1750" spc="50" dirty="0">
                <a:latin typeface="Cambria Math"/>
                <a:cs typeface="Cambria Math"/>
              </a:rPr>
              <a:t>𝑅</a:t>
            </a:r>
            <a:endParaRPr sz="1750">
              <a:latin typeface="Cambria Math"/>
              <a:cs typeface="Cambria Math"/>
            </a:endParaRPr>
          </a:p>
        </p:txBody>
      </p:sp>
      <p:sp>
        <p:nvSpPr>
          <p:cNvPr id="42" name="object 40">
            <a:extLst>
              <a:ext uri="{FF2B5EF4-FFF2-40B4-BE49-F238E27FC236}">
                <a16:creationId xmlns:a16="http://schemas.microsoft.com/office/drawing/2014/main" id="{E4E8981A-9471-9FD6-B2E0-12A79A99D579}"/>
              </a:ext>
            </a:extLst>
          </p:cNvPr>
          <p:cNvSpPr/>
          <p:nvPr/>
        </p:nvSpPr>
        <p:spPr>
          <a:xfrm>
            <a:off x="5407947" y="2773680"/>
            <a:ext cx="601980" cy="180340"/>
          </a:xfrm>
          <a:custGeom>
            <a:avLst/>
            <a:gdLst/>
            <a:ahLst/>
            <a:cxnLst/>
            <a:rect l="l" t="t" r="r" b="b"/>
            <a:pathLst>
              <a:path w="601979" h="180339">
                <a:moveTo>
                  <a:pt x="89915" y="0"/>
                </a:moveTo>
                <a:lnTo>
                  <a:pt x="0" y="89915"/>
                </a:lnTo>
                <a:lnTo>
                  <a:pt x="89915" y="179832"/>
                </a:lnTo>
                <a:lnTo>
                  <a:pt x="89915" y="134874"/>
                </a:lnTo>
                <a:lnTo>
                  <a:pt x="557021" y="134874"/>
                </a:lnTo>
                <a:lnTo>
                  <a:pt x="601979" y="89915"/>
                </a:lnTo>
                <a:lnTo>
                  <a:pt x="557022" y="44958"/>
                </a:lnTo>
                <a:lnTo>
                  <a:pt x="89915" y="44958"/>
                </a:lnTo>
                <a:lnTo>
                  <a:pt x="89915" y="0"/>
                </a:lnTo>
                <a:close/>
              </a:path>
              <a:path w="601979" h="180339">
                <a:moveTo>
                  <a:pt x="557021" y="134874"/>
                </a:moveTo>
                <a:lnTo>
                  <a:pt x="512063" y="134874"/>
                </a:lnTo>
                <a:lnTo>
                  <a:pt x="512063" y="179832"/>
                </a:lnTo>
                <a:lnTo>
                  <a:pt x="557021" y="134874"/>
                </a:lnTo>
                <a:close/>
              </a:path>
              <a:path w="601979" h="180339">
                <a:moveTo>
                  <a:pt x="512063" y="0"/>
                </a:moveTo>
                <a:lnTo>
                  <a:pt x="512063" y="44958"/>
                </a:lnTo>
                <a:lnTo>
                  <a:pt x="557022" y="44958"/>
                </a:lnTo>
                <a:lnTo>
                  <a:pt x="512063" y="0"/>
                </a:lnTo>
                <a:close/>
              </a:path>
            </a:pathLst>
          </a:custGeom>
          <a:solidFill>
            <a:srgbClr val="000000"/>
          </a:solidFill>
        </p:spPr>
        <p:txBody>
          <a:bodyPr wrap="square" lIns="0" tIns="0" rIns="0" bIns="0" rtlCol="0"/>
          <a:lstStyle/>
          <a:p>
            <a:endParaRPr/>
          </a:p>
        </p:txBody>
      </p:sp>
      <p:sp>
        <p:nvSpPr>
          <p:cNvPr id="43" name="object 41">
            <a:extLst>
              <a:ext uri="{FF2B5EF4-FFF2-40B4-BE49-F238E27FC236}">
                <a16:creationId xmlns:a16="http://schemas.microsoft.com/office/drawing/2014/main" id="{A6530FEF-E6DA-559E-6DCB-3E88ABB30593}"/>
              </a:ext>
            </a:extLst>
          </p:cNvPr>
          <p:cNvSpPr/>
          <p:nvPr/>
        </p:nvSpPr>
        <p:spPr>
          <a:xfrm>
            <a:off x="5407947" y="2773680"/>
            <a:ext cx="601980" cy="180340"/>
          </a:xfrm>
          <a:custGeom>
            <a:avLst/>
            <a:gdLst/>
            <a:ahLst/>
            <a:cxnLst/>
            <a:rect l="l" t="t" r="r" b="b"/>
            <a:pathLst>
              <a:path w="601979" h="180339">
                <a:moveTo>
                  <a:pt x="0" y="89915"/>
                </a:moveTo>
                <a:lnTo>
                  <a:pt x="89915" y="0"/>
                </a:lnTo>
                <a:lnTo>
                  <a:pt x="89915" y="44958"/>
                </a:lnTo>
                <a:lnTo>
                  <a:pt x="512063" y="44958"/>
                </a:lnTo>
                <a:lnTo>
                  <a:pt x="512063" y="0"/>
                </a:lnTo>
                <a:lnTo>
                  <a:pt x="601979" y="89915"/>
                </a:lnTo>
                <a:lnTo>
                  <a:pt x="512063" y="179832"/>
                </a:lnTo>
                <a:lnTo>
                  <a:pt x="512063" y="134874"/>
                </a:lnTo>
                <a:lnTo>
                  <a:pt x="89915" y="134874"/>
                </a:lnTo>
                <a:lnTo>
                  <a:pt x="89915" y="179832"/>
                </a:lnTo>
                <a:lnTo>
                  <a:pt x="0" y="89915"/>
                </a:lnTo>
                <a:close/>
              </a:path>
            </a:pathLst>
          </a:custGeom>
          <a:ln w="12192">
            <a:solidFill>
              <a:srgbClr val="000000"/>
            </a:solidFill>
          </a:ln>
        </p:spPr>
        <p:txBody>
          <a:bodyPr wrap="square" lIns="0" tIns="0" rIns="0" bIns="0" rtlCol="0"/>
          <a:lstStyle/>
          <a:p>
            <a:endParaRPr/>
          </a:p>
        </p:txBody>
      </p:sp>
      <p:sp>
        <p:nvSpPr>
          <p:cNvPr id="44" name="object 42">
            <a:extLst>
              <a:ext uri="{FF2B5EF4-FFF2-40B4-BE49-F238E27FC236}">
                <a16:creationId xmlns:a16="http://schemas.microsoft.com/office/drawing/2014/main" id="{40978951-F728-4B64-CFAD-E57C458166D0}"/>
              </a:ext>
            </a:extLst>
          </p:cNvPr>
          <p:cNvSpPr/>
          <p:nvPr/>
        </p:nvSpPr>
        <p:spPr>
          <a:xfrm>
            <a:off x="5401850" y="3694176"/>
            <a:ext cx="603885" cy="181610"/>
          </a:xfrm>
          <a:custGeom>
            <a:avLst/>
            <a:gdLst/>
            <a:ahLst/>
            <a:cxnLst/>
            <a:rect l="l" t="t" r="r" b="b"/>
            <a:pathLst>
              <a:path w="603885" h="181610">
                <a:moveTo>
                  <a:pt x="90677" y="0"/>
                </a:moveTo>
                <a:lnTo>
                  <a:pt x="0" y="90677"/>
                </a:lnTo>
                <a:lnTo>
                  <a:pt x="90677" y="181355"/>
                </a:lnTo>
                <a:lnTo>
                  <a:pt x="90677" y="136016"/>
                </a:lnTo>
                <a:lnTo>
                  <a:pt x="558164" y="136016"/>
                </a:lnTo>
                <a:lnTo>
                  <a:pt x="603503" y="90677"/>
                </a:lnTo>
                <a:lnTo>
                  <a:pt x="558164" y="45338"/>
                </a:lnTo>
                <a:lnTo>
                  <a:pt x="90677" y="45338"/>
                </a:lnTo>
                <a:lnTo>
                  <a:pt x="90677" y="0"/>
                </a:lnTo>
                <a:close/>
              </a:path>
              <a:path w="603885" h="181610">
                <a:moveTo>
                  <a:pt x="558164" y="136016"/>
                </a:moveTo>
                <a:lnTo>
                  <a:pt x="512825" y="136016"/>
                </a:lnTo>
                <a:lnTo>
                  <a:pt x="512825" y="181355"/>
                </a:lnTo>
                <a:lnTo>
                  <a:pt x="558164" y="136016"/>
                </a:lnTo>
                <a:close/>
              </a:path>
              <a:path w="603885" h="181610">
                <a:moveTo>
                  <a:pt x="512825" y="0"/>
                </a:moveTo>
                <a:lnTo>
                  <a:pt x="512825" y="45338"/>
                </a:lnTo>
                <a:lnTo>
                  <a:pt x="558164" y="45338"/>
                </a:lnTo>
                <a:lnTo>
                  <a:pt x="512825" y="0"/>
                </a:lnTo>
                <a:close/>
              </a:path>
            </a:pathLst>
          </a:custGeom>
          <a:solidFill>
            <a:srgbClr val="000000"/>
          </a:solidFill>
        </p:spPr>
        <p:txBody>
          <a:bodyPr wrap="square" lIns="0" tIns="0" rIns="0" bIns="0" rtlCol="0"/>
          <a:lstStyle/>
          <a:p>
            <a:endParaRPr/>
          </a:p>
        </p:txBody>
      </p:sp>
      <p:sp>
        <p:nvSpPr>
          <p:cNvPr id="45" name="object 43">
            <a:extLst>
              <a:ext uri="{FF2B5EF4-FFF2-40B4-BE49-F238E27FC236}">
                <a16:creationId xmlns:a16="http://schemas.microsoft.com/office/drawing/2014/main" id="{5CB1A1CE-1C26-B343-6298-7EE2FF3623CF}"/>
              </a:ext>
            </a:extLst>
          </p:cNvPr>
          <p:cNvSpPr/>
          <p:nvPr/>
        </p:nvSpPr>
        <p:spPr>
          <a:xfrm>
            <a:off x="5401850" y="3694176"/>
            <a:ext cx="603885" cy="181610"/>
          </a:xfrm>
          <a:custGeom>
            <a:avLst/>
            <a:gdLst/>
            <a:ahLst/>
            <a:cxnLst/>
            <a:rect l="l" t="t" r="r" b="b"/>
            <a:pathLst>
              <a:path w="603885" h="181610">
                <a:moveTo>
                  <a:pt x="0" y="90677"/>
                </a:moveTo>
                <a:lnTo>
                  <a:pt x="90677" y="0"/>
                </a:lnTo>
                <a:lnTo>
                  <a:pt x="90677" y="45338"/>
                </a:lnTo>
                <a:lnTo>
                  <a:pt x="512825" y="45338"/>
                </a:lnTo>
                <a:lnTo>
                  <a:pt x="512825" y="0"/>
                </a:lnTo>
                <a:lnTo>
                  <a:pt x="603503" y="90677"/>
                </a:lnTo>
                <a:lnTo>
                  <a:pt x="512825" y="181355"/>
                </a:lnTo>
                <a:lnTo>
                  <a:pt x="512825" y="136016"/>
                </a:lnTo>
                <a:lnTo>
                  <a:pt x="90677" y="136016"/>
                </a:lnTo>
                <a:lnTo>
                  <a:pt x="90677" y="181355"/>
                </a:lnTo>
                <a:lnTo>
                  <a:pt x="0" y="90677"/>
                </a:lnTo>
                <a:close/>
              </a:path>
            </a:pathLst>
          </a:custGeom>
          <a:ln w="12192">
            <a:solidFill>
              <a:srgbClr val="000000"/>
            </a:solidFill>
          </a:ln>
        </p:spPr>
        <p:txBody>
          <a:bodyPr wrap="square" lIns="0" tIns="0" rIns="0" bIns="0" rtlCol="0"/>
          <a:lstStyle/>
          <a:p>
            <a:endParaRPr/>
          </a:p>
        </p:txBody>
      </p:sp>
      <p:sp>
        <p:nvSpPr>
          <p:cNvPr id="46" name="object 44">
            <a:extLst>
              <a:ext uri="{FF2B5EF4-FFF2-40B4-BE49-F238E27FC236}">
                <a16:creationId xmlns:a16="http://schemas.microsoft.com/office/drawing/2014/main" id="{7A17A0DD-9E78-15BA-CB66-577346841611}"/>
              </a:ext>
            </a:extLst>
          </p:cNvPr>
          <p:cNvSpPr/>
          <p:nvPr/>
        </p:nvSpPr>
        <p:spPr>
          <a:xfrm>
            <a:off x="5401850" y="6035039"/>
            <a:ext cx="603885" cy="181610"/>
          </a:xfrm>
          <a:custGeom>
            <a:avLst/>
            <a:gdLst/>
            <a:ahLst/>
            <a:cxnLst/>
            <a:rect l="l" t="t" r="r" b="b"/>
            <a:pathLst>
              <a:path w="603885" h="181610">
                <a:moveTo>
                  <a:pt x="90677" y="0"/>
                </a:moveTo>
                <a:lnTo>
                  <a:pt x="0" y="90677"/>
                </a:lnTo>
                <a:lnTo>
                  <a:pt x="90677" y="181355"/>
                </a:lnTo>
                <a:lnTo>
                  <a:pt x="90677" y="136016"/>
                </a:lnTo>
                <a:lnTo>
                  <a:pt x="558164" y="136016"/>
                </a:lnTo>
                <a:lnTo>
                  <a:pt x="603503" y="90677"/>
                </a:lnTo>
                <a:lnTo>
                  <a:pt x="558164" y="45338"/>
                </a:lnTo>
                <a:lnTo>
                  <a:pt x="90677" y="45338"/>
                </a:lnTo>
                <a:lnTo>
                  <a:pt x="90677" y="0"/>
                </a:lnTo>
                <a:close/>
              </a:path>
              <a:path w="603885" h="181610">
                <a:moveTo>
                  <a:pt x="558164" y="136016"/>
                </a:moveTo>
                <a:lnTo>
                  <a:pt x="512825" y="136016"/>
                </a:lnTo>
                <a:lnTo>
                  <a:pt x="512825" y="181355"/>
                </a:lnTo>
                <a:lnTo>
                  <a:pt x="558164" y="136016"/>
                </a:lnTo>
                <a:close/>
              </a:path>
              <a:path w="603885" h="181610">
                <a:moveTo>
                  <a:pt x="512825" y="0"/>
                </a:moveTo>
                <a:lnTo>
                  <a:pt x="512825" y="45338"/>
                </a:lnTo>
                <a:lnTo>
                  <a:pt x="558164" y="45338"/>
                </a:lnTo>
                <a:lnTo>
                  <a:pt x="512825" y="0"/>
                </a:lnTo>
                <a:close/>
              </a:path>
            </a:pathLst>
          </a:custGeom>
          <a:solidFill>
            <a:srgbClr val="000000"/>
          </a:solidFill>
        </p:spPr>
        <p:txBody>
          <a:bodyPr wrap="square" lIns="0" tIns="0" rIns="0" bIns="0" rtlCol="0"/>
          <a:lstStyle/>
          <a:p>
            <a:endParaRPr/>
          </a:p>
        </p:txBody>
      </p:sp>
      <p:sp>
        <p:nvSpPr>
          <p:cNvPr id="47" name="object 45">
            <a:extLst>
              <a:ext uri="{FF2B5EF4-FFF2-40B4-BE49-F238E27FC236}">
                <a16:creationId xmlns:a16="http://schemas.microsoft.com/office/drawing/2014/main" id="{CE3DA664-71C7-239B-1857-1F048A58761D}"/>
              </a:ext>
            </a:extLst>
          </p:cNvPr>
          <p:cNvSpPr/>
          <p:nvPr/>
        </p:nvSpPr>
        <p:spPr>
          <a:xfrm>
            <a:off x="5401850" y="6035039"/>
            <a:ext cx="603885" cy="181610"/>
          </a:xfrm>
          <a:custGeom>
            <a:avLst/>
            <a:gdLst/>
            <a:ahLst/>
            <a:cxnLst/>
            <a:rect l="l" t="t" r="r" b="b"/>
            <a:pathLst>
              <a:path w="603885" h="181610">
                <a:moveTo>
                  <a:pt x="0" y="90677"/>
                </a:moveTo>
                <a:lnTo>
                  <a:pt x="90677" y="0"/>
                </a:lnTo>
                <a:lnTo>
                  <a:pt x="90677" y="45338"/>
                </a:lnTo>
                <a:lnTo>
                  <a:pt x="512825" y="45338"/>
                </a:lnTo>
                <a:lnTo>
                  <a:pt x="512825" y="0"/>
                </a:lnTo>
                <a:lnTo>
                  <a:pt x="603503" y="90677"/>
                </a:lnTo>
                <a:lnTo>
                  <a:pt x="512825" y="181355"/>
                </a:lnTo>
                <a:lnTo>
                  <a:pt x="512825" y="136016"/>
                </a:lnTo>
                <a:lnTo>
                  <a:pt x="90677" y="136016"/>
                </a:lnTo>
                <a:lnTo>
                  <a:pt x="90677" y="181355"/>
                </a:lnTo>
                <a:lnTo>
                  <a:pt x="0" y="90677"/>
                </a:lnTo>
                <a:close/>
              </a:path>
            </a:pathLst>
          </a:custGeom>
          <a:ln w="12192">
            <a:solidFill>
              <a:srgbClr val="000000"/>
            </a:solidFill>
          </a:ln>
        </p:spPr>
        <p:txBody>
          <a:bodyPr wrap="square" lIns="0" tIns="0" rIns="0" bIns="0" rtlCol="0"/>
          <a:lstStyle/>
          <a:p>
            <a:endParaRPr/>
          </a:p>
        </p:txBody>
      </p:sp>
      <p:sp>
        <p:nvSpPr>
          <p:cNvPr id="48" name="object 46">
            <a:extLst>
              <a:ext uri="{FF2B5EF4-FFF2-40B4-BE49-F238E27FC236}">
                <a16:creationId xmlns:a16="http://schemas.microsoft.com/office/drawing/2014/main" id="{198B1F01-11AB-F677-4DF9-B3380E78BA59}"/>
              </a:ext>
            </a:extLst>
          </p:cNvPr>
          <p:cNvSpPr txBox="1"/>
          <p:nvPr/>
        </p:nvSpPr>
        <p:spPr>
          <a:xfrm>
            <a:off x="5614067" y="2919806"/>
            <a:ext cx="243204" cy="391795"/>
          </a:xfrm>
          <a:prstGeom prst="rect">
            <a:avLst/>
          </a:prstGeom>
        </p:spPr>
        <p:txBody>
          <a:bodyPr vert="horz" wrap="square" lIns="0" tIns="12700" rIns="0" bIns="0" rtlCol="0">
            <a:spAutoFit/>
          </a:bodyPr>
          <a:lstStyle/>
          <a:p>
            <a:pPr marL="12700">
              <a:lnSpc>
                <a:spcPct val="100000"/>
              </a:lnSpc>
              <a:spcBef>
                <a:spcPts val="100"/>
              </a:spcBef>
            </a:pPr>
            <a:r>
              <a:rPr sz="2400" spc="-65" dirty="0">
                <a:latin typeface="Cambria Math"/>
                <a:cs typeface="Cambria Math"/>
              </a:rPr>
              <a:t>𝑙</a:t>
            </a:r>
            <a:r>
              <a:rPr sz="2625" spc="60" baseline="-15873" dirty="0">
                <a:latin typeface="Cambria Math"/>
                <a:cs typeface="Cambria Math"/>
              </a:rPr>
              <a:t>1</a:t>
            </a:r>
            <a:endParaRPr sz="2625" baseline="-15873">
              <a:latin typeface="Cambria Math"/>
              <a:cs typeface="Cambria Math"/>
            </a:endParaRPr>
          </a:p>
        </p:txBody>
      </p:sp>
      <p:sp>
        <p:nvSpPr>
          <p:cNvPr id="49" name="object 47">
            <a:extLst>
              <a:ext uri="{FF2B5EF4-FFF2-40B4-BE49-F238E27FC236}">
                <a16:creationId xmlns:a16="http://schemas.microsoft.com/office/drawing/2014/main" id="{D82337FE-4EE0-3582-12A4-3A12761E0B97}"/>
              </a:ext>
            </a:extLst>
          </p:cNvPr>
          <p:cNvSpPr txBox="1"/>
          <p:nvPr/>
        </p:nvSpPr>
        <p:spPr>
          <a:xfrm>
            <a:off x="5097050" y="5154295"/>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50" name="object 48">
            <a:extLst>
              <a:ext uri="{FF2B5EF4-FFF2-40B4-BE49-F238E27FC236}">
                <a16:creationId xmlns:a16="http://schemas.microsoft.com/office/drawing/2014/main" id="{EA27618E-EC1C-34B6-9198-C732A04EA062}"/>
              </a:ext>
            </a:extLst>
          </p:cNvPr>
          <p:cNvSpPr txBox="1"/>
          <p:nvPr/>
        </p:nvSpPr>
        <p:spPr>
          <a:xfrm>
            <a:off x="6100223" y="5141214"/>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51" name="object 49">
            <a:extLst>
              <a:ext uri="{FF2B5EF4-FFF2-40B4-BE49-F238E27FC236}">
                <a16:creationId xmlns:a16="http://schemas.microsoft.com/office/drawing/2014/main" id="{9668190E-2D58-E651-1978-41DAFC9D53FA}"/>
              </a:ext>
            </a:extLst>
          </p:cNvPr>
          <p:cNvSpPr/>
          <p:nvPr/>
        </p:nvSpPr>
        <p:spPr>
          <a:xfrm>
            <a:off x="2923827" y="4335780"/>
            <a:ext cx="271272" cy="670560"/>
          </a:xfrm>
          <a:prstGeom prst="rect">
            <a:avLst/>
          </a:prstGeom>
          <a:blipFill>
            <a:blip r:embed="rId11" cstate="print"/>
            <a:stretch>
              <a:fillRect/>
            </a:stretch>
          </a:blipFill>
        </p:spPr>
        <p:txBody>
          <a:bodyPr wrap="square" lIns="0" tIns="0" rIns="0" bIns="0" rtlCol="0"/>
          <a:lstStyle/>
          <a:p>
            <a:endParaRPr/>
          </a:p>
        </p:txBody>
      </p:sp>
      <p:sp>
        <p:nvSpPr>
          <p:cNvPr id="52" name="object 50">
            <a:extLst>
              <a:ext uri="{FF2B5EF4-FFF2-40B4-BE49-F238E27FC236}">
                <a16:creationId xmlns:a16="http://schemas.microsoft.com/office/drawing/2014/main" id="{4914E8EA-70C2-9469-D927-9A0BA7D86543}"/>
              </a:ext>
            </a:extLst>
          </p:cNvPr>
          <p:cNvSpPr txBox="1"/>
          <p:nvPr/>
        </p:nvSpPr>
        <p:spPr>
          <a:xfrm>
            <a:off x="2923827" y="4335780"/>
            <a:ext cx="297180" cy="670560"/>
          </a:xfrm>
          <a:prstGeom prst="rect">
            <a:avLst/>
          </a:prstGeom>
          <a:ln w="6096">
            <a:solidFill>
              <a:srgbClr val="5B9BD4"/>
            </a:solidFill>
          </a:ln>
        </p:spPr>
        <p:txBody>
          <a:bodyPr vert="horz" wrap="square" lIns="0" tIns="39370" rIns="0" bIns="0" rtlCol="0">
            <a:spAutoFit/>
          </a:bodyPr>
          <a:lstStyle/>
          <a:p>
            <a:pPr marL="46990">
              <a:lnSpc>
                <a:spcPct val="100000"/>
              </a:lnSpc>
              <a:spcBef>
                <a:spcPts val="310"/>
              </a:spcBef>
            </a:pPr>
            <a:r>
              <a:rPr sz="3600" baseline="-16203" dirty="0">
                <a:latin typeface="Calibri"/>
                <a:cs typeface="Calibri"/>
              </a:rPr>
              <a:t>x</a:t>
            </a:r>
            <a:r>
              <a:rPr sz="1600" spc="-5" dirty="0">
                <a:latin typeface="Calibri"/>
                <a:cs typeface="Calibri"/>
              </a:rPr>
              <a:t>3</a:t>
            </a:r>
            <a:endParaRPr sz="1600">
              <a:latin typeface="Calibri"/>
              <a:cs typeface="Calibri"/>
            </a:endParaRPr>
          </a:p>
        </p:txBody>
      </p:sp>
      <p:sp>
        <p:nvSpPr>
          <p:cNvPr id="53" name="object 51">
            <a:extLst>
              <a:ext uri="{FF2B5EF4-FFF2-40B4-BE49-F238E27FC236}">
                <a16:creationId xmlns:a16="http://schemas.microsoft.com/office/drawing/2014/main" id="{946567C6-E015-4762-E11B-9324933BE131}"/>
              </a:ext>
            </a:extLst>
          </p:cNvPr>
          <p:cNvSpPr/>
          <p:nvPr/>
        </p:nvSpPr>
        <p:spPr>
          <a:xfrm>
            <a:off x="3678206" y="4329683"/>
            <a:ext cx="964692" cy="682751"/>
          </a:xfrm>
          <a:prstGeom prst="rect">
            <a:avLst/>
          </a:prstGeom>
          <a:blipFill>
            <a:blip r:embed="rId12" cstate="print"/>
            <a:stretch>
              <a:fillRect/>
            </a:stretch>
          </a:blipFill>
        </p:spPr>
        <p:txBody>
          <a:bodyPr wrap="square" lIns="0" tIns="0" rIns="0" bIns="0" rtlCol="0"/>
          <a:lstStyle/>
          <a:p>
            <a:endParaRPr/>
          </a:p>
        </p:txBody>
      </p:sp>
      <p:sp>
        <p:nvSpPr>
          <p:cNvPr id="54" name="object 52">
            <a:extLst>
              <a:ext uri="{FF2B5EF4-FFF2-40B4-BE49-F238E27FC236}">
                <a16:creationId xmlns:a16="http://schemas.microsoft.com/office/drawing/2014/main" id="{B08A1C10-53B6-550D-AC13-1BAEF7CFF4B3}"/>
              </a:ext>
            </a:extLst>
          </p:cNvPr>
          <p:cNvSpPr txBox="1"/>
          <p:nvPr/>
        </p:nvSpPr>
        <p:spPr>
          <a:xfrm>
            <a:off x="3678206" y="4329683"/>
            <a:ext cx="965200" cy="683260"/>
          </a:xfrm>
          <a:prstGeom prst="rect">
            <a:avLst/>
          </a:prstGeom>
          <a:ln w="6096">
            <a:solidFill>
              <a:srgbClr val="6FAC46"/>
            </a:solidFill>
          </a:ln>
        </p:spPr>
        <p:txBody>
          <a:bodyPr vert="horz" wrap="square" lIns="0" tIns="139065" rIns="0" bIns="0" rtlCol="0">
            <a:spAutoFit/>
          </a:bodyPr>
          <a:lstStyle/>
          <a:p>
            <a:pPr marL="286385">
              <a:lnSpc>
                <a:spcPct val="100000"/>
              </a:lnSpc>
              <a:spcBef>
                <a:spcPts val="1095"/>
              </a:spcBef>
            </a:pPr>
            <a:r>
              <a:rPr sz="2400" spc="-5" dirty="0">
                <a:latin typeface="Calibri"/>
                <a:cs typeface="Calibri"/>
              </a:rPr>
              <a:t>NN</a:t>
            </a:r>
            <a:endParaRPr sz="2400">
              <a:latin typeface="Calibri"/>
              <a:cs typeface="Calibri"/>
            </a:endParaRPr>
          </a:p>
        </p:txBody>
      </p:sp>
      <p:sp>
        <p:nvSpPr>
          <p:cNvPr id="55" name="object 53">
            <a:extLst>
              <a:ext uri="{FF2B5EF4-FFF2-40B4-BE49-F238E27FC236}">
                <a16:creationId xmlns:a16="http://schemas.microsoft.com/office/drawing/2014/main" id="{0A5446A4-B635-3AF9-4FAA-81D739F6F10F}"/>
              </a:ext>
            </a:extLst>
          </p:cNvPr>
          <p:cNvSpPr/>
          <p:nvPr/>
        </p:nvSpPr>
        <p:spPr>
          <a:xfrm>
            <a:off x="3244628" y="4614671"/>
            <a:ext cx="417195" cy="114300"/>
          </a:xfrm>
          <a:custGeom>
            <a:avLst/>
            <a:gdLst/>
            <a:ahLst/>
            <a:cxnLst/>
            <a:rect l="l" t="t" r="r" b="b"/>
            <a:pathLst>
              <a:path w="417194" h="114300">
                <a:moveTo>
                  <a:pt x="302768" y="0"/>
                </a:moveTo>
                <a:lnTo>
                  <a:pt x="302768" y="114299"/>
                </a:lnTo>
                <a:lnTo>
                  <a:pt x="378968" y="76199"/>
                </a:lnTo>
                <a:lnTo>
                  <a:pt x="321818" y="76199"/>
                </a:lnTo>
                <a:lnTo>
                  <a:pt x="321818" y="38099"/>
                </a:lnTo>
                <a:lnTo>
                  <a:pt x="378968" y="38099"/>
                </a:lnTo>
                <a:lnTo>
                  <a:pt x="302768" y="0"/>
                </a:lnTo>
                <a:close/>
              </a:path>
              <a:path w="417194" h="114300">
                <a:moveTo>
                  <a:pt x="302768" y="38099"/>
                </a:moveTo>
                <a:lnTo>
                  <a:pt x="0" y="38099"/>
                </a:lnTo>
                <a:lnTo>
                  <a:pt x="0" y="76199"/>
                </a:lnTo>
                <a:lnTo>
                  <a:pt x="302768" y="76199"/>
                </a:lnTo>
                <a:lnTo>
                  <a:pt x="302768" y="38099"/>
                </a:lnTo>
                <a:close/>
              </a:path>
              <a:path w="417194" h="114300">
                <a:moveTo>
                  <a:pt x="378968" y="38099"/>
                </a:moveTo>
                <a:lnTo>
                  <a:pt x="321818" y="38099"/>
                </a:lnTo>
                <a:lnTo>
                  <a:pt x="321818" y="76199"/>
                </a:lnTo>
                <a:lnTo>
                  <a:pt x="378968" y="76199"/>
                </a:lnTo>
                <a:lnTo>
                  <a:pt x="417068" y="57149"/>
                </a:lnTo>
                <a:lnTo>
                  <a:pt x="378968" y="38099"/>
                </a:lnTo>
                <a:close/>
              </a:path>
            </a:pathLst>
          </a:custGeom>
          <a:solidFill>
            <a:srgbClr val="000000"/>
          </a:solidFill>
        </p:spPr>
        <p:txBody>
          <a:bodyPr wrap="square" lIns="0" tIns="0" rIns="0" bIns="0" rtlCol="0"/>
          <a:lstStyle/>
          <a:p>
            <a:endParaRPr/>
          </a:p>
        </p:txBody>
      </p:sp>
      <p:sp>
        <p:nvSpPr>
          <p:cNvPr id="56" name="object 54">
            <a:extLst>
              <a:ext uri="{FF2B5EF4-FFF2-40B4-BE49-F238E27FC236}">
                <a16:creationId xmlns:a16="http://schemas.microsoft.com/office/drawing/2014/main" id="{6078F71E-D280-79EB-FEC0-8B992CEA338C}"/>
              </a:ext>
            </a:extLst>
          </p:cNvPr>
          <p:cNvSpPr/>
          <p:nvPr/>
        </p:nvSpPr>
        <p:spPr>
          <a:xfrm>
            <a:off x="4643660" y="4608576"/>
            <a:ext cx="417195" cy="114300"/>
          </a:xfrm>
          <a:custGeom>
            <a:avLst/>
            <a:gdLst/>
            <a:ahLst/>
            <a:cxnLst/>
            <a:rect l="l" t="t" r="r" b="b"/>
            <a:pathLst>
              <a:path w="417195" h="114300">
                <a:moveTo>
                  <a:pt x="302767" y="0"/>
                </a:moveTo>
                <a:lnTo>
                  <a:pt x="302767" y="114299"/>
                </a:lnTo>
                <a:lnTo>
                  <a:pt x="378967" y="76199"/>
                </a:lnTo>
                <a:lnTo>
                  <a:pt x="321817" y="76199"/>
                </a:lnTo>
                <a:lnTo>
                  <a:pt x="321817" y="38099"/>
                </a:lnTo>
                <a:lnTo>
                  <a:pt x="378967" y="38099"/>
                </a:lnTo>
                <a:lnTo>
                  <a:pt x="302767" y="0"/>
                </a:lnTo>
                <a:close/>
              </a:path>
              <a:path w="417195" h="114300">
                <a:moveTo>
                  <a:pt x="302767" y="38099"/>
                </a:moveTo>
                <a:lnTo>
                  <a:pt x="0" y="38099"/>
                </a:lnTo>
                <a:lnTo>
                  <a:pt x="0" y="76199"/>
                </a:lnTo>
                <a:lnTo>
                  <a:pt x="302767" y="76199"/>
                </a:lnTo>
                <a:lnTo>
                  <a:pt x="302767" y="38099"/>
                </a:lnTo>
                <a:close/>
              </a:path>
              <a:path w="417195" h="114300">
                <a:moveTo>
                  <a:pt x="378967" y="38099"/>
                </a:moveTo>
                <a:lnTo>
                  <a:pt x="321817" y="38099"/>
                </a:lnTo>
                <a:lnTo>
                  <a:pt x="321817" y="76199"/>
                </a:lnTo>
                <a:lnTo>
                  <a:pt x="378967" y="76199"/>
                </a:lnTo>
                <a:lnTo>
                  <a:pt x="417067" y="57149"/>
                </a:lnTo>
                <a:lnTo>
                  <a:pt x="378967" y="38099"/>
                </a:lnTo>
                <a:close/>
              </a:path>
            </a:pathLst>
          </a:custGeom>
          <a:solidFill>
            <a:srgbClr val="000000"/>
          </a:solidFill>
        </p:spPr>
        <p:txBody>
          <a:bodyPr wrap="square" lIns="0" tIns="0" rIns="0" bIns="0" rtlCol="0"/>
          <a:lstStyle/>
          <a:p>
            <a:endParaRPr/>
          </a:p>
        </p:txBody>
      </p:sp>
      <p:sp>
        <p:nvSpPr>
          <p:cNvPr id="57" name="object 55">
            <a:extLst>
              <a:ext uri="{FF2B5EF4-FFF2-40B4-BE49-F238E27FC236}">
                <a16:creationId xmlns:a16="http://schemas.microsoft.com/office/drawing/2014/main" id="{4E83F621-37CA-EB60-C09B-BE0858832F17}"/>
              </a:ext>
            </a:extLst>
          </p:cNvPr>
          <p:cNvSpPr/>
          <p:nvPr/>
        </p:nvSpPr>
        <p:spPr>
          <a:xfrm>
            <a:off x="5094003" y="4335780"/>
            <a:ext cx="272796" cy="670560"/>
          </a:xfrm>
          <a:prstGeom prst="rect">
            <a:avLst/>
          </a:prstGeom>
          <a:blipFill>
            <a:blip r:embed="rId13" cstate="print"/>
            <a:stretch>
              <a:fillRect/>
            </a:stretch>
          </a:blipFill>
        </p:spPr>
        <p:txBody>
          <a:bodyPr wrap="square" lIns="0" tIns="0" rIns="0" bIns="0" rtlCol="0"/>
          <a:lstStyle/>
          <a:p>
            <a:endParaRPr/>
          </a:p>
        </p:txBody>
      </p:sp>
      <p:sp>
        <p:nvSpPr>
          <p:cNvPr id="58" name="object 56">
            <a:extLst>
              <a:ext uri="{FF2B5EF4-FFF2-40B4-BE49-F238E27FC236}">
                <a16:creationId xmlns:a16="http://schemas.microsoft.com/office/drawing/2014/main" id="{E70AE824-C14B-74FC-7079-F07DFAF7DB10}"/>
              </a:ext>
            </a:extLst>
          </p:cNvPr>
          <p:cNvSpPr txBox="1"/>
          <p:nvPr/>
        </p:nvSpPr>
        <p:spPr>
          <a:xfrm>
            <a:off x="5094003" y="4335780"/>
            <a:ext cx="298450" cy="670560"/>
          </a:xfrm>
          <a:prstGeom prst="rect">
            <a:avLst/>
          </a:prstGeom>
          <a:ln w="6096">
            <a:solidFill>
              <a:srgbClr val="FFC000"/>
            </a:solidFill>
          </a:ln>
        </p:spPr>
        <p:txBody>
          <a:bodyPr vert="horz" wrap="square" lIns="0" tIns="39370" rIns="0" bIns="0" rtlCol="0">
            <a:spAutoFit/>
          </a:bodyPr>
          <a:lstStyle/>
          <a:p>
            <a:pPr marL="45085">
              <a:lnSpc>
                <a:spcPct val="100000"/>
              </a:lnSpc>
              <a:spcBef>
                <a:spcPts val="310"/>
              </a:spcBef>
            </a:pPr>
            <a:r>
              <a:rPr sz="3600" spc="0" baseline="-16203" dirty="0">
                <a:latin typeface="Calibri"/>
                <a:cs typeface="Calibri"/>
              </a:rPr>
              <a:t>y</a:t>
            </a:r>
            <a:r>
              <a:rPr sz="1600" spc="-5" dirty="0">
                <a:latin typeface="Calibri"/>
                <a:cs typeface="Calibri"/>
              </a:rPr>
              <a:t>3</a:t>
            </a:r>
            <a:endParaRPr sz="1600">
              <a:latin typeface="Calibri"/>
              <a:cs typeface="Calibri"/>
            </a:endParaRPr>
          </a:p>
        </p:txBody>
      </p:sp>
      <p:sp>
        <p:nvSpPr>
          <p:cNvPr id="59" name="object 57">
            <a:extLst>
              <a:ext uri="{FF2B5EF4-FFF2-40B4-BE49-F238E27FC236}">
                <a16:creationId xmlns:a16="http://schemas.microsoft.com/office/drawing/2014/main" id="{13915EDE-5666-E5F9-C46E-A778C03100F5}"/>
              </a:ext>
            </a:extLst>
          </p:cNvPr>
          <p:cNvSpPr/>
          <p:nvPr/>
        </p:nvSpPr>
        <p:spPr>
          <a:xfrm>
            <a:off x="6063267" y="4335780"/>
            <a:ext cx="271272" cy="670560"/>
          </a:xfrm>
          <a:prstGeom prst="rect">
            <a:avLst/>
          </a:prstGeom>
          <a:blipFill>
            <a:blip r:embed="rId14" cstate="print"/>
            <a:stretch>
              <a:fillRect/>
            </a:stretch>
          </a:blipFill>
        </p:spPr>
        <p:txBody>
          <a:bodyPr wrap="square" lIns="0" tIns="0" rIns="0" bIns="0" rtlCol="0"/>
          <a:lstStyle/>
          <a:p>
            <a:endParaRPr/>
          </a:p>
        </p:txBody>
      </p:sp>
      <p:sp>
        <p:nvSpPr>
          <p:cNvPr id="60" name="object 58">
            <a:extLst>
              <a:ext uri="{FF2B5EF4-FFF2-40B4-BE49-F238E27FC236}">
                <a16:creationId xmlns:a16="http://schemas.microsoft.com/office/drawing/2014/main" id="{46066BDD-7831-9F85-1435-496DEEFFC808}"/>
              </a:ext>
            </a:extLst>
          </p:cNvPr>
          <p:cNvSpPr/>
          <p:nvPr/>
        </p:nvSpPr>
        <p:spPr>
          <a:xfrm>
            <a:off x="6063267" y="4335780"/>
            <a:ext cx="271780" cy="670560"/>
          </a:xfrm>
          <a:custGeom>
            <a:avLst/>
            <a:gdLst/>
            <a:ahLst/>
            <a:cxnLst/>
            <a:rect l="l" t="t" r="r" b="b"/>
            <a:pathLst>
              <a:path w="271779" h="670560">
                <a:moveTo>
                  <a:pt x="0" y="670560"/>
                </a:moveTo>
                <a:lnTo>
                  <a:pt x="271272" y="670560"/>
                </a:lnTo>
                <a:lnTo>
                  <a:pt x="271272" y="0"/>
                </a:lnTo>
                <a:lnTo>
                  <a:pt x="0" y="0"/>
                </a:lnTo>
                <a:lnTo>
                  <a:pt x="0" y="670560"/>
                </a:lnTo>
                <a:close/>
              </a:path>
            </a:pathLst>
          </a:custGeom>
          <a:ln w="6096">
            <a:solidFill>
              <a:srgbClr val="EC7C30"/>
            </a:solidFill>
          </a:ln>
        </p:spPr>
        <p:txBody>
          <a:bodyPr wrap="square" lIns="0" tIns="0" rIns="0" bIns="0" rtlCol="0"/>
          <a:lstStyle/>
          <a:p>
            <a:endParaRPr/>
          </a:p>
        </p:txBody>
      </p:sp>
      <p:sp>
        <p:nvSpPr>
          <p:cNvPr id="61" name="object 59">
            <a:extLst>
              <a:ext uri="{FF2B5EF4-FFF2-40B4-BE49-F238E27FC236}">
                <a16:creationId xmlns:a16="http://schemas.microsoft.com/office/drawing/2014/main" id="{28EBAC9C-8EBE-2043-6776-BFBE1E4A27CF}"/>
              </a:ext>
            </a:extLst>
          </p:cNvPr>
          <p:cNvSpPr txBox="1"/>
          <p:nvPr/>
        </p:nvSpPr>
        <p:spPr>
          <a:xfrm>
            <a:off x="6086254" y="4468749"/>
            <a:ext cx="339090" cy="391160"/>
          </a:xfrm>
          <a:prstGeom prst="rect">
            <a:avLst/>
          </a:prstGeom>
        </p:spPr>
        <p:txBody>
          <a:bodyPr vert="horz" wrap="square" lIns="0" tIns="12700" rIns="0" bIns="0" rtlCol="0">
            <a:spAutoFit/>
          </a:bodyPr>
          <a:lstStyle/>
          <a:p>
            <a:pPr marL="12700">
              <a:lnSpc>
                <a:spcPct val="100000"/>
              </a:lnSpc>
              <a:spcBef>
                <a:spcPts val="100"/>
              </a:spcBef>
            </a:pPr>
            <a:r>
              <a:rPr sz="2400" spc="-1019" dirty="0">
                <a:latin typeface="Cambria Math"/>
                <a:cs typeface="Cambria Math"/>
              </a:rPr>
              <a:t>𝑦</a:t>
            </a:r>
            <a:r>
              <a:rPr sz="2400" spc="500" dirty="0">
                <a:latin typeface="Cambria Math"/>
                <a:cs typeface="Cambria Math"/>
              </a:rPr>
              <a:t> </a:t>
            </a:r>
            <a:r>
              <a:rPr sz="2625" spc="52" baseline="28571" dirty="0">
                <a:latin typeface="Cambria Math"/>
                <a:cs typeface="Cambria Math"/>
              </a:rPr>
              <a:t>3</a:t>
            </a:r>
            <a:endParaRPr sz="2625" baseline="28571">
              <a:latin typeface="Cambria Math"/>
              <a:cs typeface="Cambria Math"/>
            </a:endParaRPr>
          </a:p>
        </p:txBody>
      </p:sp>
      <p:sp>
        <p:nvSpPr>
          <p:cNvPr id="62" name="object 60">
            <a:extLst>
              <a:ext uri="{FF2B5EF4-FFF2-40B4-BE49-F238E27FC236}">
                <a16:creationId xmlns:a16="http://schemas.microsoft.com/office/drawing/2014/main" id="{5103DC5A-72FD-2028-34C4-4C0462D084DB}"/>
              </a:ext>
            </a:extLst>
          </p:cNvPr>
          <p:cNvSpPr/>
          <p:nvPr/>
        </p:nvSpPr>
        <p:spPr>
          <a:xfrm>
            <a:off x="5398803" y="4600956"/>
            <a:ext cx="603885" cy="181610"/>
          </a:xfrm>
          <a:custGeom>
            <a:avLst/>
            <a:gdLst/>
            <a:ahLst/>
            <a:cxnLst/>
            <a:rect l="l" t="t" r="r" b="b"/>
            <a:pathLst>
              <a:path w="603885" h="181610">
                <a:moveTo>
                  <a:pt x="90677" y="0"/>
                </a:moveTo>
                <a:lnTo>
                  <a:pt x="0" y="90678"/>
                </a:lnTo>
                <a:lnTo>
                  <a:pt x="90677" y="181356"/>
                </a:lnTo>
                <a:lnTo>
                  <a:pt x="90677" y="136017"/>
                </a:lnTo>
                <a:lnTo>
                  <a:pt x="558164" y="136017"/>
                </a:lnTo>
                <a:lnTo>
                  <a:pt x="603503" y="90678"/>
                </a:lnTo>
                <a:lnTo>
                  <a:pt x="558164" y="45338"/>
                </a:lnTo>
                <a:lnTo>
                  <a:pt x="90677" y="45338"/>
                </a:lnTo>
                <a:lnTo>
                  <a:pt x="90677" y="0"/>
                </a:lnTo>
                <a:close/>
              </a:path>
              <a:path w="603885" h="181610">
                <a:moveTo>
                  <a:pt x="558164" y="136017"/>
                </a:moveTo>
                <a:lnTo>
                  <a:pt x="512825" y="136017"/>
                </a:lnTo>
                <a:lnTo>
                  <a:pt x="512825" y="181356"/>
                </a:lnTo>
                <a:lnTo>
                  <a:pt x="558164" y="136017"/>
                </a:lnTo>
                <a:close/>
              </a:path>
              <a:path w="603885" h="181610">
                <a:moveTo>
                  <a:pt x="512825" y="0"/>
                </a:moveTo>
                <a:lnTo>
                  <a:pt x="512825" y="45338"/>
                </a:lnTo>
                <a:lnTo>
                  <a:pt x="558164" y="45338"/>
                </a:lnTo>
                <a:lnTo>
                  <a:pt x="512825" y="0"/>
                </a:lnTo>
                <a:close/>
              </a:path>
            </a:pathLst>
          </a:custGeom>
          <a:solidFill>
            <a:srgbClr val="000000"/>
          </a:solidFill>
        </p:spPr>
        <p:txBody>
          <a:bodyPr wrap="square" lIns="0" tIns="0" rIns="0" bIns="0" rtlCol="0"/>
          <a:lstStyle/>
          <a:p>
            <a:endParaRPr/>
          </a:p>
        </p:txBody>
      </p:sp>
      <p:sp>
        <p:nvSpPr>
          <p:cNvPr id="63" name="object 61">
            <a:extLst>
              <a:ext uri="{FF2B5EF4-FFF2-40B4-BE49-F238E27FC236}">
                <a16:creationId xmlns:a16="http://schemas.microsoft.com/office/drawing/2014/main" id="{7818C363-207E-C565-C3C8-DEDE345B9B7D}"/>
              </a:ext>
            </a:extLst>
          </p:cNvPr>
          <p:cNvSpPr/>
          <p:nvPr/>
        </p:nvSpPr>
        <p:spPr>
          <a:xfrm>
            <a:off x="5398803" y="4600956"/>
            <a:ext cx="603885" cy="181610"/>
          </a:xfrm>
          <a:custGeom>
            <a:avLst/>
            <a:gdLst/>
            <a:ahLst/>
            <a:cxnLst/>
            <a:rect l="l" t="t" r="r" b="b"/>
            <a:pathLst>
              <a:path w="603885" h="181610">
                <a:moveTo>
                  <a:pt x="0" y="90678"/>
                </a:moveTo>
                <a:lnTo>
                  <a:pt x="90677" y="0"/>
                </a:lnTo>
                <a:lnTo>
                  <a:pt x="90677" y="45338"/>
                </a:lnTo>
                <a:lnTo>
                  <a:pt x="512825" y="45338"/>
                </a:lnTo>
                <a:lnTo>
                  <a:pt x="512825" y="0"/>
                </a:lnTo>
                <a:lnTo>
                  <a:pt x="603503" y="90678"/>
                </a:lnTo>
                <a:lnTo>
                  <a:pt x="512825" y="181356"/>
                </a:lnTo>
                <a:lnTo>
                  <a:pt x="512825" y="136017"/>
                </a:lnTo>
                <a:lnTo>
                  <a:pt x="90677" y="136017"/>
                </a:lnTo>
                <a:lnTo>
                  <a:pt x="90677" y="181356"/>
                </a:lnTo>
                <a:lnTo>
                  <a:pt x="0" y="90678"/>
                </a:lnTo>
                <a:close/>
              </a:path>
            </a:pathLst>
          </a:custGeom>
          <a:ln w="12192">
            <a:solidFill>
              <a:srgbClr val="000000"/>
            </a:solidFill>
          </a:ln>
        </p:spPr>
        <p:txBody>
          <a:bodyPr wrap="square" lIns="0" tIns="0" rIns="0" bIns="0" rtlCol="0"/>
          <a:lstStyle/>
          <a:p>
            <a:endParaRPr/>
          </a:p>
        </p:txBody>
      </p:sp>
      <p:sp>
        <p:nvSpPr>
          <p:cNvPr id="64" name="object 62">
            <a:extLst>
              <a:ext uri="{FF2B5EF4-FFF2-40B4-BE49-F238E27FC236}">
                <a16:creationId xmlns:a16="http://schemas.microsoft.com/office/drawing/2014/main" id="{B9493F94-4907-0671-AE40-E0F66C341614}"/>
              </a:ext>
            </a:extLst>
          </p:cNvPr>
          <p:cNvSpPr txBox="1"/>
          <p:nvPr/>
        </p:nvSpPr>
        <p:spPr>
          <a:xfrm>
            <a:off x="1740694" y="1834387"/>
            <a:ext cx="3140710" cy="873957"/>
          </a:xfrm>
          <a:prstGeom prst="rect">
            <a:avLst/>
          </a:prstGeom>
        </p:spPr>
        <p:txBody>
          <a:bodyPr vert="horz" wrap="square" lIns="0" tIns="12065" rIns="0" bIns="0" rtlCol="0">
            <a:spAutoFit/>
          </a:bodyPr>
          <a:lstStyle/>
          <a:p>
            <a:pPr marL="12700">
              <a:lnSpc>
                <a:spcPct val="100000"/>
              </a:lnSpc>
              <a:spcBef>
                <a:spcPts val="95"/>
              </a:spcBef>
            </a:pPr>
            <a:r>
              <a:rPr lang="zh-CN" altLang="en-US" sz="2800" spc="-20" dirty="0">
                <a:latin typeface="Calibri"/>
                <a:cs typeface="Calibri"/>
              </a:rPr>
              <a:t>对所有的训练数据</a:t>
            </a:r>
            <a:r>
              <a:rPr sz="2800" spc="-30" dirty="0">
                <a:latin typeface="Calibri"/>
                <a:cs typeface="Calibri"/>
              </a:rPr>
              <a:t> </a:t>
            </a:r>
            <a:r>
              <a:rPr sz="2800" spc="-5" dirty="0">
                <a:latin typeface="Calibri"/>
                <a:cs typeface="Calibri"/>
              </a:rPr>
              <a:t>…</a:t>
            </a:r>
            <a:endParaRPr sz="2800" dirty="0">
              <a:latin typeface="Calibri"/>
              <a:cs typeface="Calibri"/>
            </a:endParaRPr>
          </a:p>
        </p:txBody>
      </p:sp>
      <p:sp>
        <p:nvSpPr>
          <p:cNvPr id="65" name="object 63">
            <a:extLst>
              <a:ext uri="{FF2B5EF4-FFF2-40B4-BE49-F238E27FC236}">
                <a16:creationId xmlns:a16="http://schemas.microsoft.com/office/drawing/2014/main" id="{96E9FFE8-C97C-2D77-DD7A-0A4CF525DEB7}"/>
              </a:ext>
            </a:extLst>
          </p:cNvPr>
          <p:cNvSpPr/>
          <p:nvPr/>
        </p:nvSpPr>
        <p:spPr>
          <a:xfrm>
            <a:off x="2068863" y="2497835"/>
            <a:ext cx="719327" cy="719327"/>
          </a:xfrm>
          <a:prstGeom prst="rect">
            <a:avLst/>
          </a:prstGeom>
          <a:blipFill>
            <a:blip r:embed="rId15" cstate="print"/>
            <a:stretch>
              <a:fillRect/>
            </a:stretch>
          </a:blipFill>
        </p:spPr>
        <p:txBody>
          <a:bodyPr wrap="square" lIns="0" tIns="0" rIns="0" bIns="0" rtlCol="0"/>
          <a:lstStyle/>
          <a:p>
            <a:endParaRPr/>
          </a:p>
        </p:txBody>
      </p:sp>
      <p:sp>
        <p:nvSpPr>
          <p:cNvPr id="66" name="object 64">
            <a:extLst>
              <a:ext uri="{FF2B5EF4-FFF2-40B4-BE49-F238E27FC236}">
                <a16:creationId xmlns:a16="http://schemas.microsoft.com/office/drawing/2014/main" id="{8F32C6A7-3332-269D-D9E9-8552B7B4C069}"/>
              </a:ext>
            </a:extLst>
          </p:cNvPr>
          <p:cNvSpPr/>
          <p:nvPr/>
        </p:nvSpPr>
        <p:spPr>
          <a:xfrm>
            <a:off x="2049813" y="2478785"/>
            <a:ext cx="757555" cy="757555"/>
          </a:xfrm>
          <a:custGeom>
            <a:avLst/>
            <a:gdLst/>
            <a:ahLst/>
            <a:cxnLst/>
            <a:rect l="l" t="t" r="r" b="b"/>
            <a:pathLst>
              <a:path w="757555" h="757555">
                <a:moveTo>
                  <a:pt x="0" y="757427"/>
                </a:moveTo>
                <a:lnTo>
                  <a:pt x="757427" y="757427"/>
                </a:lnTo>
                <a:lnTo>
                  <a:pt x="757427" y="0"/>
                </a:lnTo>
                <a:lnTo>
                  <a:pt x="0" y="0"/>
                </a:lnTo>
                <a:lnTo>
                  <a:pt x="0" y="757427"/>
                </a:lnTo>
                <a:close/>
              </a:path>
            </a:pathLst>
          </a:custGeom>
          <a:ln w="38100">
            <a:solidFill>
              <a:srgbClr val="000000"/>
            </a:solidFill>
          </a:ln>
        </p:spPr>
        <p:txBody>
          <a:bodyPr wrap="square" lIns="0" tIns="0" rIns="0" bIns="0" rtlCol="0"/>
          <a:lstStyle/>
          <a:p>
            <a:endParaRPr/>
          </a:p>
        </p:txBody>
      </p:sp>
      <p:sp>
        <p:nvSpPr>
          <p:cNvPr id="67" name="object 65">
            <a:extLst>
              <a:ext uri="{FF2B5EF4-FFF2-40B4-BE49-F238E27FC236}">
                <a16:creationId xmlns:a16="http://schemas.microsoft.com/office/drawing/2014/main" id="{5CB6947A-652C-2ABC-22C5-285054BF2C39}"/>
              </a:ext>
            </a:extLst>
          </p:cNvPr>
          <p:cNvSpPr/>
          <p:nvPr/>
        </p:nvSpPr>
        <p:spPr>
          <a:xfrm>
            <a:off x="2129475" y="3441191"/>
            <a:ext cx="637379" cy="720851"/>
          </a:xfrm>
          <a:prstGeom prst="rect">
            <a:avLst/>
          </a:prstGeom>
          <a:blipFill>
            <a:blip r:embed="rId16" cstate="print"/>
            <a:stretch>
              <a:fillRect/>
            </a:stretch>
          </a:blipFill>
        </p:spPr>
        <p:txBody>
          <a:bodyPr wrap="square" lIns="0" tIns="0" rIns="0" bIns="0" rtlCol="0"/>
          <a:lstStyle/>
          <a:p>
            <a:endParaRPr/>
          </a:p>
        </p:txBody>
      </p:sp>
      <p:sp>
        <p:nvSpPr>
          <p:cNvPr id="68" name="object 66">
            <a:extLst>
              <a:ext uri="{FF2B5EF4-FFF2-40B4-BE49-F238E27FC236}">
                <a16:creationId xmlns:a16="http://schemas.microsoft.com/office/drawing/2014/main" id="{7E8E1391-22AA-5280-9E08-243F62B905E6}"/>
              </a:ext>
            </a:extLst>
          </p:cNvPr>
          <p:cNvSpPr/>
          <p:nvPr/>
        </p:nvSpPr>
        <p:spPr>
          <a:xfrm>
            <a:off x="2028477" y="3422141"/>
            <a:ext cx="757555" cy="759460"/>
          </a:xfrm>
          <a:custGeom>
            <a:avLst/>
            <a:gdLst/>
            <a:ahLst/>
            <a:cxnLst/>
            <a:rect l="l" t="t" r="r" b="b"/>
            <a:pathLst>
              <a:path w="757555" h="759460">
                <a:moveTo>
                  <a:pt x="0" y="758951"/>
                </a:moveTo>
                <a:lnTo>
                  <a:pt x="757427" y="758951"/>
                </a:lnTo>
                <a:lnTo>
                  <a:pt x="757427" y="0"/>
                </a:lnTo>
                <a:lnTo>
                  <a:pt x="0" y="0"/>
                </a:lnTo>
                <a:lnTo>
                  <a:pt x="0" y="758951"/>
                </a:lnTo>
                <a:close/>
              </a:path>
            </a:pathLst>
          </a:custGeom>
          <a:ln w="38100">
            <a:solidFill>
              <a:srgbClr val="000000"/>
            </a:solidFill>
          </a:ln>
        </p:spPr>
        <p:txBody>
          <a:bodyPr wrap="square" lIns="0" tIns="0" rIns="0" bIns="0" rtlCol="0"/>
          <a:lstStyle/>
          <a:p>
            <a:endParaRPr/>
          </a:p>
        </p:txBody>
      </p:sp>
      <p:sp>
        <p:nvSpPr>
          <p:cNvPr id="69" name="object 67">
            <a:extLst>
              <a:ext uri="{FF2B5EF4-FFF2-40B4-BE49-F238E27FC236}">
                <a16:creationId xmlns:a16="http://schemas.microsoft.com/office/drawing/2014/main" id="{D3DB0F23-0911-D459-52B2-BF034B57E699}"/>
              </a:ext>
            </a:extLst>
          </p:cNvPr>
          <p:cNvSpPr/>
          <p:nvPr/>
        </p:nvSpPr>
        <p:spPr>
          <a:xfrm>
            <a:off x="2047527" y="4322064"/>
            <a:ext cx="719328" cy="720851"/>
          </a:xfrm>
          <a:prstGeom prst="rect">
            <a:avLst/>
          </a:prstGeom>
          <a:blipFill>
            <a:blip r:embed="rId17" cstate="print"/>
            <a:stretch>
              <a:fillRect/>
            </a:stretch>
          </a:blipFill>
        </p:spPr>
        <p:txBody>
          <a:bodyPr wrap="square" lIns="0" tIns="0" rIns="0" bIns="0" rtlCol="0"/>
          <a:lstStyle/>
          <a:p>
            <a:endParaRPr/>
          </a:p>
        </p:txBody>
      </p:sp>
      <p:sp>
        <p:nvSpPr>
          <p:cNvPr id="70" name="object 68">
            <a:extLst>
              <a:ext uri="{FF2B5EF4-FFF2-40B4-BE49-F238E27FC236}">
                <a16:creationId xmlns:a16="http://schemas.microsoft.com/office/drawing/2014/main" id="{AFCA44E8-5CEA-76B3-594C-56DDBC337D6D}"/>
              </a:ext>
            </a:extLst>
          </p:cNvPr>
          <p:cNvSpPr/>
          <p:nvPr/>
        </p:nvSpPr>
        <p:spPr>
          <a:xfrm>
            <a:off x="2028477" y="4303014"/>
            <a:ext cx="757555" cy="759460"/>
          </a:xfrm>
          <a:custGeom>
            <a:avLst/>
            <a:gdLst/>
            <a:ahLst/>
            <a:cxnLst/>
            <a:rect l="l" t="t" r="r" b="b"/>
            <a:pathLst>
              <a:path w="757555" h="759460">
                <a:moveTo>
                  <a:pt x="0" y="758951"/>
                </a:moveTo>
                <a:lnTo>
                  <a:pt x="757427" y="758951"/>
                </a:lnTo>
                <a:lnTo>
                  <a:pt x="757427" y="0"/>
                </a:lnTo>
                <a:lnTo>
                  <a:pt x="0" y="0"/>
                </a:lnTo>
                <a:lnTo>
                  <a:pt x="0" y="758951"/>
                </a:lnTo>
                <a:close/>
              </a:path>
            </a:pathLst>
          </a:custGeom>
          <a:ln w="38100">
            <a:solidFill>
              <a:srgbClr val="000000"/>
            </a:solidFill>
          </a:ln>
        </p:spPr>
        <p:txBody>
          <a:bodyPr wrap="square" lIns="0" tIns="0" rIns="0" bIns="0" rtlCol="0"/>
          <a:lstStyle/>
          <a:p>
            <a:endParaRPr/>
          </a:p>
        </p:txBody>
      </p:sp>
      <p:sp>
        <p:nvSpPr>
          <p:cNvPr id="71" name="object 69">
            <a:extLst>
              <a:ext uri="{FF2B5EF4-FFF2-40B4-BE49-F238E27FC236}">
                <a16:creationId xmlns:a16="http://schemas.microsoft.com/office/drawing/2014/main" id="{B814729C-8AFC-E80A-D819-EF8709855337}"/>
              </a:ext>
            </a:extLst>
          </p:cNvPr>
          <p:cNvSpPr/>
          <p:nvPr/>
        </p:nvSpPr>
        <p:spPr>
          <a:xfrm>
            <a:off x="2047527" y="5777483"/>
            <a:ext cx="719328" cy="720851"/>
          </a:xfrm>
          <a:prstGeom prst="rect">
            <a:avLst/>
          </a:prstGeom>
          <a:blipFill>
            <a:blip r:embed="rId18" cstate="print"/>
            <a:stretch>
              <a:fillRect/>
            </a:stretch>
          </a:blipFill>
        </p:spPr>
        <p:txBody>
          <a:bodyPr wrap="square" lIns="0" tIns="0" rIns="0" bIns="0" rtlCol="0"/>
          <a:lstStyle/>
          <a:p>
            <a:endParaRPr/>
          </a:p>
        </p:txBody>
      </p:sp>
      <p:sp>
        <p:nvSpPr>
          <p:cNvPr id="72" name="object 70">
            <a:extLst>
              <a:ext uri="{FF2B5EF4-FFF2-40B4-BE49-F238E27FC236}">
                <a16:creationId xmlns:a16="http://schemas.microsoft.com/office/drawing/2014/main" id="{7106B4E0-7ADC-1B43-3BEF-D54C3D5F699C}"/>
              </a:ext>
            </a:extLst>
          </p:cNvPr>
          <p:cNvSpPr/>
          <p:nvPr/>
        </p:nvSpPr>
        <p:spPr>
          <a:xfrm>
            <a:off x="2028477" y="5758433"/>
            <a:ext cx="757555" cy="759460"/>
          </a:xfrm>
          <a:custGeom>
            <a:avLst/>
            <a:gdLst/>
            <a:ahLst/>
            <a:cxnLst/>
            <a:rect l="l" t="t" r="r" b="b"/>
            <a:pathLst>
              <a:path w="757555" h="759460">
                <a:moveTo>
                  <a:pt x="0" y="758952"/>
                </a:moveTo>
                <a:lnTo>
                  <a:pt x="757427" y="758952"/>
                </a:lnTo>
                <a:lnTo>
                  <a:pt x="757427" y="0"/>
                </a:lnTo>
                <a:lnTo>
                  <a:pt x="0" y="0"/>
                </a:lnTo>
                <a:lnTo>
                  <a:pt x="0" y="758952"/>
                </a:lnTo>
                <a:close/>
              </a:path>
            </a:pathLst>
          </a:custGeom>
          <a:ln w="38100">
            <a:solidFill>
              <a:srgbClr val="000000"/>
            </a:solidFill>
          </a:ln>
        </p:spPr>
        <p:txBody>
          <a:bodyPr wrap="square" lIns="0" tIns="0" rIns="0" bIns="0" rtlCol="0"/>
          <a:lstStyle/>
          <a:p>
            <a:endParaRPr/>
          </a:p>
        </p:txBody>
      </p:sp>
      <p:sp>
        <p:nvSpPr>
          <p:cNvPr id="74" name="object 72">
            <a:extLst>
              <a:ext uri="{FF2B5EF4-FFF2-40B4-BE49-F238E27FC236}">
                <a16:creationId xmlns:a16="http://schemas.microsoft.com/office/drawing/2014/main" id="{DB0A9B3D-59DC-93AE-6F8E-E0BFF1722A57}"/>
              </a:ext>
            </a:extLst>
          </p:cNvPr>
          <p:cNvSpPr/>
          <p:nvPr/>
        </p:nvSpPr>
        <p:spPr>
          <a:xfrm>
            <a:off x="6579903" y="5262371"/>
            <a:ext cx="3438143" cy="1502664"/>
          </a:xfrm>
          <a:prstGeom prst="rect">
            <a:avLst/>
          </a:prstGeom>
          <a:blipFill>
            <a:blip r:embed="rId19" cstate="print"/>
            <a:stretch>
              <a:fillRect/>
            </a:stretch>
          </a:blipFill>
        </p:spPr>
        <p:txBody>
          <a:bodyPr wrap="square" lIns="0" tIns="0" rIns="0" bIns="0" rtlCol="0"/>
          <a:lstStyle/>
          <a:p>
            <a:endParaRPr/>
          </a:p>
        </p:txBody>
      </p:sp>
      <p:sp>
        <p:nvSpPr>
          <p:cNvPr id="75" name="object 73">
            <a:extLst>
              <a:ext uri="{FF2B5EF4-FFF2-40B4-BE49-F238E27FC236}">
                <a16:creationId xmlns:a16="http://schemas.microsoft.com/office/drawing/2014/main" id="{33EB928A-11EB-EA31-F5AE-3B54725FF247}"/>
              </a:ext>
            </a:extLst>
          </p:cNvPr>
          <p:cNvSpPr/>
          <p:nvPr/>
        </p:nvSpPr>
        <p:spPr>
          <a:xfrm>
            <a:off x="6457983" y="5199888"/>
            <a:ext cx="3461004" cy="1719072"/>
          </a:xfrm>
          <a:prstGeom prst="rect">
            <a:avLst/>
          </a:prstGeom>
          <a:blipFill>
            <a:blip r:embed="rId20" cstate="print"/>
            <a:stretch>
              <a:fillRect/>
            </a:stretch>
          </a:blipFill>
        </p:spPr>
        <p:txBody>
          <a:bodyPr wrap="square" lIns="0" tIns="0" rIns="0" bIns="0" rtlCol="0"/>
          <a:lstStyle/>
          <a:p>
            <a:endParaRPr/>
          </a:p>
        </p:txBody>
      </p:sp>
      <p:sp>
        <p:nvSpPr>
          <p:cNvPr id="76" name="object 74">
            <a:extLst>
              <a:ext uri="{FF2B5EF4-FFF2-40B4-BE49-F238E27FC236}">
                <a16:creationId xmlns:a16="http://schemas.microsoft.com/office/drawing/2014/main" id="{2B05AF11-C18E-45FB-6CE4-3A3EECCA11A3}"/>
              </a:ext>
            </a:extLst>
          </p:cNvPr>
          <p:cNvSpPr/>
          <p:nvPr/>
        </p:nvSpPr>
        <p:spPr>
          <a:xfrm>
            <a:off x="6602762" y="5301994"/>
            <a:ext cx="3319272" cy="1385315"/>
          </a:xfrm>
          <a:prstGeom prst="rect">
            <a:avLst/>
          </a:prstGeom>
          <a:blipFill>
            <a:blip r:embed="rId21" cstate="print"/>
            <a:stretch>
              <a:fillRect/>
            </a:stretch>
          </a:blipFill>
        </p:spPr>
        <p:txBody>
          <a:bodyPr wrap="square" lIns="0" tIns="0" rIns="0" bIns="0" rtlCol="0"/>
          <a:lstStyle/>
          <a:p>
            <a:endParaRPr/>
          </a:p>
        </p:txBody>
      </p:sp>
      <p:sp>
        <p:nvSpPr>
          <p:cNvPr id="77" name="object 77">
            <a:extLst>
              <a:ext uri="{FF2B5EF4-FFF2-40B4-BE49-F238E27FC236}">
                <a16:creationId xmlns:a16="http://schemas.microsoft.com/office/drawing/2014/main" id="{442AEB17-9274-27CD-66B6-8EFD4D9645AE}"/>
              </a:ext>
            </a:extLst>
          </p:cNvPr>
          <p:cNvSpPr txBox="1"/>
          <p:nvPr/>
        </p:nvSpPr>
        <p:spPr>
          <a:xfrm>
            <a:off x="6816123" y="5557672"/>
            <a:ext cx="2940050" cy="873957"/>
          </a:xfrm>
          <a:prstGeom prst="rect">
            <a:avLst/>
          </a:prstGeom>
        </p:spPr>
        <p:txBody>
          <a:bodyPr vert="horz" wrap="square" lIns="0" tIns="12065" rIns="0" bIns="0" rtlCol="0">
            <a:spAutoFit/>
          </a:bodyPr>
          <a:lstStyle/>
          <a:p>
            <a:pPr marL="12700" marR="5080">
              <a:lnSpc>
                <a:spcPct val="100000"/>
              </a:lnSpc>
              <a:spcBef>
                <a:spcPts val="95"/>
              </a:spcBef>
            </a:pPr>
            <a:r>
              <a:rPr lang="zh-CN" altLang="en-US" sz="2800" spc="-10" dirty="0">
                <a:solidFill>
                  <a:srgbClr val="FFFFFF"/>
                </a:solidFill>
                <a:latin typeface="Calibri"/>
                <a:cs typeface="Calibri"/>
              </a:rPr>
              <a:t>找到参数</a:t>
            </a:r>
            <a:r>
              <a:rPr sz="2800" b="1" i="1" spc="-10" dirty="0">
                <a:solidFill>
                  <a:srgbClr val="FFFFFF"/>
                </a:solidFill>
                <a:latin typeface="Calibri"/>
                <a:cs typeface="Calibri"/>
              </a:rPr>
              <a:t> </a:t>
            </a:r>
            <a:r>
              <a:rPr sz="2800" spc="-5" dirty="0">
                <a:solidFill>
                  <a:srgbClr val="FFFFFF"/>
                </a:solidFill>
                <a:latin typeface="Cambria Math"/>
                <a:cs typeface="Cambria Math"/>
              </a:rPr>
              <a:t>𝜽</a:t>
            </a:r>
            <a:r>
              <a:rPr lang="en-US" sz="2800" spc="-5" dirty="0">
                <a:solidFill>
                  <a:srgbClr val="FFFFFF"/>
                </a:solidFill>
                <a:latin typeface="Cambria Math"/>
                <a:cs typeface="Cambria Math"/>
              </a:rPr>
              <a:t> </a:t>
            </a:r>
            <a:r>
              <a:rPr lang="zh-CN" altLang="en-US" sz="2800" spc="-5" dirty="0">
                <a:solidFill>
                  <a:srgbClr val="FFFFFF"/>
                </a:solidFill>
                <a:latin typeface="Cambria Math"/>
                <a:cs typeface="Cambria Math"/>
              </a:rPr>
              <a:t>使损失函数 </a:t>
            </a:r>
            <a:r>
              <a:rPr sz="2800" spc="-5" dirty="0">
                <a:solidFill>
                  <a:srgbClr val="FFFFFF"/>
                </a:solidFill>
                <a:latin typeface="Calibri"/>
                <a:cs typeface="Calibri"/>
              </a:rPr>
              <a:t>L</a:t>
            </a:r>
            <a:r>
              <a:rPr lang="en-US" sz="2800" spc="-5" dirty="0">
                <a:solidFill>
                  <a:srgbClr val="FFFFFF"/>
                </a:solidFill>
                <a:latin typeface="Calibri"/>
                <a:cs typeface="Calibri"/>
              </a:rPr>
              <a:t> </a:t>
            </a:r>
            <a:r>
              <a:rPr lang="zh-CN" altLang="en-US" sz="2800" spc="-5" dirty="0">
                <a:solidFill>
                  <a:srgbClr val="FFFFFF"/>
                </a:solidFill>
                <a:latin typeface="Calibri"/>
                <a:cs typeface="Calibri"/>
              </a:rPr>
              <a:t>最小</a:t>
            </a:r>
            <a:endParaRPr sz="2800" dirty="0">
              <a:latin typeface="Calibri"/>
              <a:cs typeface="Calibri"/>
            </a:endParaRPr>
          </a:p>
        </p:txBody>
      </p:sp>
      <p:sp>
        <p:nvSpPr>
          <p:cNvPr id="78" name="object 78">
            <a:extLst>
              <a:ext uri="{FF2B5EF4-FFF2-40B4-BE49-F238E27FC236}">
                <a16:creationId xmlns:a16="http://schemas.microsoft.com/office/drawing/2014/main" id="{D71C305E-5B1B-93D4-9D33-B1CE235FC15F}"/>
              </a:ext>
            </a:extLst>
          </p:cNvPr>
          <p:cNvSpPr txBox="1"/>
          <p:nvPr/>
        </p:nvSpPr>
        <p:spPr>
          <a:xfrm>
            <a:off x="5920519" y="1500479"/>
            <a:ext cx="1791207" cy="443070"/>
          </a:xfrm>
          <a:prstGeom prst="rect">
            <a:avLst/>
          </a:prstGeom>
        </p:spPr>
        <p:txBody>
          <a:bodyPr vert="horz" wrap="square" lIns="0" tIns="12065" rIns="0" bIns="0" rtlCol="0">
            <a:spAutoFit/>
          </a:bodyPr>
          <a:lstStyle/>
          <a:p>
            <a:pPr marL="12700">
              <a:lnSpc>
                <a:spcPct val="100000"/>
              </a:lnSpc>
              <a:spcBef>
                <a:spcPts val="95"/>
              </a:spcBef>
            </a:pPr>
            <a:r>
              <a:rPr lang="zh-CN" altLang="en-US" sz="2800" spc="-10" dirty="0">
                <a:latin typeface="Calibri"/>
                <a:cs typeface="Calibri"/>
              </a:rPr>
              <a:t>全部损失</a:t>
            </a:r>
            <a:r>
              <a:rPr sz="2800" spc="-10" dirty="0">
                <a:latin typeface="Calibri"/>
                <a:cs typeface="Calibri"/>
              </a:rPr>
              <a:t>:</a:t>
            </a:r>
            <a:endParaRPr sz="2800" dirty="0">
              <a:latin typeface="Calibri"/>
              <a:cs typeface="Calibri"/>
            </a:endParaRPr>
          </a:p>
        </p:txBody>
      </p:sp>
      <p:sp>
        <p:nvSpPr>
          <p:cNvPr id="79" name="object 79">
            <a:extLst>
              <a:ext uri="{FF2B5EF4-FFF2-40B4-BE49-F238E27FC236}">
                <a16:creationId xmlns:a16="http://schemas.microsoft.com/office/drawing/2014/main" id="{2410516A-5476-26AF-0570-1C80D397A42B}"/>
              </a:ext>
            </a:extLst>
          </p:cNvPr>
          <p:cNvSpPr txBox="1"/>
          <p:nvPr/>
        </p:nvSpPr>
        <p:spPr>
          <a:xfrm>
            <a:off x="5614067" y="3838447"/>
            <a:ext cx="25019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𝑙</a:t>
            </a:r>
            <a:r>
              <a:rPr sz="2625" spc="52" baseline="-15873" dirty="0">
                <a:latin typeface="Cambria Math"/>
                <a:cs typeface="Cambria Math"/>
              </a:rPr>
              <a:t>2</a:t>
            </a:r>
            <a:endParaRPr sz="2625" baseline="-15873">
              <a:latin typeface="Cambria Math"/>
              <a:cs typeface="Cambria Math"/>
            </a:endParaRPr>
          </a:p>
        </p:txBody>
      </p:sp>
      <p:sp>
        <p:nvSpPr>
          <p:cNvPr id="80" name="object 80">
            <a:extLst>
              <a:ext uri="{FF2B5EF4-FFF2-40B4-BE49-F238E27FC236}">
                <a16:creationId xmlns:a16="http://schemas.microsoft.com/office/drawing/2014/main" id="{FDBDCA9F-B209-0040-AEF8-D6E54ED43670}"/>
              </a:ext>
            </a:extLst>
          </p:cNvPr>
          <p:cNvSpPr txBox="1"/>
          <p:nvPr/>
        </p:nvSpPr>
        <p:spPr>
          <a:xfrm>
            <a:off x="5605812" y="4715001"/>
            <a:ext cx="25019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𝑙</a:t>
            </a:r>
            <a:r>
              <a:rPr sz="2625" spc="52" baseline="-15873" dirty="0">
                <a:latin typeface="Cambria Math"/>
                <a:cs typeface="Cambria Math"/>
              </a:rPr>
              <a:t>3</a:t>
            </a:r>
            <a:endParaRPr sz="2625" baseline="-15873">
              <a:latin typeface="Cambria Math"/>
              <a:cs typeface="Cambria Math"/>
            </a:endParaRPr>
          </a:p>
        </p:txBody>
      </p:sp>
      <p:sp>
        <p:nvSpPr>
          <p:cNvPr id="81" name="object 81">
            <a:extLst>
              <a:ext uri="{FF2B5EF4-FFF2-40B4-BE49-F238E27FC236}">
                <a16:creationId xmlns:a16="http://schemas.microsoft.com/office/drawing/2014/main" id="{CEC82355-348B-99BD-936A-C4F574AE4770}"/>
              </a:ext>
            </a:extLst>
          </p:cNvPr>
          <p:cNvSpPr txBox="1"/>
          <p:nvPr/>
        </p:nvSpPr>
        <p:spPr>
          <a:xfrm>
            <a:off x="5614067" y="6181141"/>
            <a:ext cx="26797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𝑙</a:t>
            </a:r>
            <a:r>
              <a:rPr sz="2625" spc="75" baseline="-15873" dirty="0">
                <a:latin typeface="Cambria Math"/>
                <a:cs typeface="Cambria Math"/>
              </a:rPr>
              <a:t>𝑅</a:t>
            </a:r>
            <a:endParaRPr sz="2625" baseline="-15873">
              <a:latin typeface="Cambria Math"/>
              <a:cs typeface="Cambria Math"/>
            </a:endParaRPr>
          </a:p>
        </p:txBody>
      </p:sp>
      <p:sp>
        <p:nvSpPr>
          <p:cNvPr id="82" name="object 82">
            <a:extLst>
              <a:ext uri="{FF2B5EF4-FFF2-40B4-BE49-F238E27FC236}">
                <a16:creationId xmlns:a16="http://schemas.microsoft.com/office/drawing/2014/main" id="{4A47AC69-A74D-AE7F-319A-3726BFF8A8FC}"/>
              </a:ext>
            </a:extLst>
          </p:cNvPr>
          <p:cNvSpPr/>
          <p:nvPr/>
        </p:nvSpPr>
        <p:spPr>
          <a:xfrm>
            <a:off x="8262398" y="2455163"/>
            <a:ext cx="228600" cy="504825"/>
          </a:xfrm>
          <a:custGeom>
            <a:avLst/>
            <a:gdLst/>
            <a:ahLst/>
            <a:cxnLst/>
            <a:rect l="l" t="t" r="r" b="b"/>
            <a:pathLst>
              <a:path w="228600" h="504825">
                <a:moveTo>
                  <a:pt x="152400" y="190500"/>
                </a:moveTo>
                <a:lnTo>
                  <a:pt x="76200" y="190500"/>
                </a:lnTo>
                <a:lnTo>
                  <a:pt x="76200" y="504698"/>
                </a:lnTo>
                <a:lnTo>
                  <a:pt x="152400" y="504698"/>
                </a:lnTo>
                <a:lnTo>
                  <a:pt x="152400" y="190500"/>
                </a:lnTo>
                <a:close/>
              </a:path>
              <a:path w="228600" h="504825">
                <a:moveTo>
                  <a:pt x="114300" y="0"/>
                </a:moveTo>
                <a:lnTo>
                  <a:pt x="0" y="228600"/>
                </a:lnTo>
                <a:lnTo>
                  <a:pt x="76200" y="228600"/>
                </a:lnTo>
                <a:lnTo>
                  <a:pt x="76200" y="190500"/>
                </a:lnTo>
                <a:lnTo>
                  <a:pt x="209550" y="190500"/>
                </a:lnTo>
                <a:lnTo>
                  <a:pt x="114300" y="0"/>
                </a:lnTo>
                <a:close/>
              </a:path>
              <a:path w="228600" h="504825">
                <a:moveTo>
                  <a:pt x="209550" y="190500"/>
                </a:moveTo>
                <a:lnTo>
                  <a:pt x="152400" y="190500"/>
                </a:lnTo>
                <a:lnTo>
                  <a:pt x="152400" y="228600"/>
                </a:lnTo>
                <a:lnTo>
                  <a:pt x="228600" y="228600"/>
                </a:lnTo>
                <a:lnTo>
                  <a:pt x="209550" y="190500"/>
                </a:lnTo>
                <a:close/>
              </a:path>
            </a:pathLst>
          </a:custGeom>
          <a:solidFill>
            <a:srgbClr val="0000FF"/>
          </a:solidFill>
        </p:spPr>
        <p:txBody>
          <a:bodyPr wrap="square" lIns="0" tIns="0" rIns="0" bIns="0" rtlCol="0"/>
          <a:lstStyle/>
          <a:p>
            <a:endParaRPr/>
          </a:p>
        </p:txBody>
      </p:sp>
      <p:sp>
        <p:nvSpPr>
          <p:cNvPr id="83" name="object 83">
            <a:extLst>
              <a:ext uri="{FF2B5EF4-FFF2-40B4-BE49-F238E27FC236}">
                <a16:creationId xmlns:a16="http://schemas.microsoft.com/office/drawing/2014/main" id="{7D1BBA80-FA70-4BD5-7024-9333C2A1AF7A}"/>
              </a:ext>
            </a:extLst>
          </p:cNvPr>
          <p:cNvSpPr/>
          <p:nvPr/>
        </p:nvSpPr>
        <p:spPr>
          <a:xfrm>
            <a:off x="7645179" y="1141476"/>
            <a:ext cx="1850389" cy="1325880"/>
          </a:xfrm>
          <a:custGeom>
            <a:avLst/>
            <a:gdLst/>
            <a:ahLst/>
            <a:cxnLst/>
            <a:rect l="l" t="t" r="r" b="b"/>
            <a:pathLst>
              <a:path w="1850390" h="1325880">
                <a:moveTo>
                  <a:pt x="0" y="1325879"/>
                </a:moveTo>
                <a:lnTo>
                  <a:pt x="1850136" y="1325879"/>
                </a:lnTo>
                <a:lnTo>
                  <a:pt x="1850136" y="0"/>
                </a:lnTo>
                <a:lnTo>
                  <a:pt x="0" y="0"/>
                </a:lnTo>
                <a:lnTo>
                  <a:pt x="0" y="1325879"/>
                </a:lnTo>
                <a:close/>
              </a:path>
            </a:pathLst>
          </a:custGeom>
          <a:ln w="57912">
            <a:solidFill>
              <a:srgbClr val="0000FF"/>
            </a:solidFill>
          </a:ln>
        </p:spPr>
        <p:txBody>
          <a:bodyPr wrap="square" lIns="0" tIns="0" rIns="0" bIns="0" rtlCol="0"/>
          <a:lstStyle/>
          <a:p>
            <a:endParaRPr/>
          </a:p>
        </p:txBody>
      </p:sp>
      <p:sp>
        <p:nvSpPr>
          <p:cNvPr id="84" name="object 84">
            <a:extLst>
              <a:ext uri="{FF2B5EF4-FFF2-40B4-BE49-F238E27FC236}">
                <a16:creationId xmlns:a16="http://schemas.microsoft.com/office/drawing/2014/main" id="{2E44BD81-0C38-16D3-A5D2-EF3DF776BB24}"/>
              </a:ext>
            </a:extLst>
          </p:cNvPr>
          <p:cNvSpPr/>
          <p:nvPr/>
        </p:nvSpPr>
        <p:spPr>
          <a:xfrm>
            <a:off x="6756686" y="2785872"/>
            <a:ext cx="3223259" cy="640079"/>
          </a:xfrm>
          <a:prstGeom prst="rect">
            <a:avLst/>
          </a:prstGeom>
          <a:blipFill>
            <a:blip r:embed="rId22" cstate="print"/>
            <a:stretch>
              <a:fillRect/>
            </a:stretch>
          </a:blipFill>
        </p:spPr>
        <p:txBody>
          <a:bodyPr wrap="square" lIns="0" tIns="0" rIns="0" bIns="0" rtlCol="0"/>
          <a:lstStyle/>
          <a:p>
            <a:endParaRPr/>
          </a:p>
        </p:txBody>
      </p:sp>
      <p:sp>
        <p:nvSpPr>
          <p:cNvPr id="85" name="object 85">
            <a:extLst>
              <a:ext uri="{FF2B5EF4-FFF2-40B4-BE49-F238E27FC236}">
                <a16:creationId xmlns:a16="http://schemas.microsoft.com/office/drawing/2014/main" id="{EB09C167-6122-08D2-2BFC-45930D696B59}"/>
              </a:ext>
            </a:extLst>
          </p:cNvPr>
          <p:cNvSpPr/>
          <p:nvPr/>
        </p:nvSpPr>
        <p:spPr>
          <a:xfrm>
            <a:off x="6680486" y="2723387"/>
            <a:ext cx="3374136" cy="865632"/>
          </a:xfrm>
          <a:prstGeom prst="rect">
            <a:avLst/>
          </a:prstGeom>
          <a:blipFill>
            <a:blip r:embed="rId23" cstate="print"/>
            <a:stretch>
              <a:fillRect/>
            </a:stretch>
          </a:blipFill>
        </p:spPr>
        <p:txBody>
          <a:bodyPr wrap="square" lIns="0" tIns="0" rIns="0" bIns="0" rtlCol="0"/>
          <a:lstStyle/>
          <a:p>
            <a:endParaRPr/>
          </a:p>
        </p:txBody>
      </p:sp>
      <p:sp>
        <p:nvSpPr>
          <p:cNvPr id="86" name="object 86">
            <a:extLst>
              <a:ext uri="{FF2B5EF4-FFF2-40B4-BE49-F238E27FC236}">
                <a16:creationId xmlns:a16="http://schemas.microsoft.com/office/drawing/2014/main" id="{81B48847-2C17-F0E1-2802-8CC3B338904A}"/>
              </a:ext>
            </a:extLst>
          </p:cNvPr>
          <p:cNvSpPr/>
          <p:nvPr/>
        </p:nvSpPr>
        <p:spPr>
          <a:xfrm>
            <a:off x="6816123" y="2825496"/>
            <a:ext cx="3104388" cy="522731"/>
          </a:xfrm>
          <a:prstGeom prst="rect">
            <a:avLst/>
          </a:prstGeom>
          <a:blipFill>
            <a:blip r:embed="rId24" cstate="print"/>
            <a:stretch>
              <a:fillRect/>
            </a:stretch>
          </a:blipFill>
        </p:spPr>
        <p:txBody>
          <a:bodyPr wrap="square" lIns="0" tIns="0" rIns="0" bIns="0" rtlCol="0"/>
          <a:lstStyle/>
          <a:p>
            <a:endParaRPr/>
          </a:p>
        </p:txBody>
      </p:sp>
      <p:sp>
        <p:nvSpPr>
          <p:cNvPr id="87" name="object 87">
            <a:extLst>
              <a:ext uri="{FF2B5EF4-FFF2-40B4-BE49-F238E27FC236}">
                <a16:creationId xmlns:a16="http://schemas.microsoft.com/office/drawing/2014/main" id="{A8D2EEED-8496-3B62-B235-541A2E341C8F}"/>
              </a:ext>
            </a:extLst>
          </p:cNvPr>
          <p:cNvSpPr txBox="1"/>
          <p:nvPr/>
        </p:nvSpPr>
        <p:spPr>
          <a:xfrm>
            <a:off x="6816123" y="2836291"/>
            <a:ext cx="3104515" cy="452120"/>
          </a:xfrm>
          <a:prstGeom prst="rect">
            <a:avLst/>
          </a:prstGeom>
        </p:spPr>
        <p:txBody>
          <a:bodyPr vert="horz" wrap="square" lIns="0" tIns="12065" rIns="0" bIns="0" rtlCol="0">
            <a:spAutoFit/>
          </a:bodyPr>
          <a:lstStyle/>
          <a:p>
            <a:pPr marL="137795" algn="ctr">
              <a:lnSpc>
                <a:spcPct val="100000"/>
              </a:lnSpc>
              <a:spcBef>
                <a:spcPts val="95"/>
              </a:spcBef>
            </a:pPr>
            <a:r>
              <a:rPr lang="zh-CN" altLang="en-US" sz="2800" spc="-5" dirty="0">
                <a:solidFill>
                  <a:srgbClr val="FFFFFF"/>
                </a:solidFill>
                <a:latin typeface="Calibri"/>
                <a:cs typeface="Calibri"/>
              </a:rPr>
              <a:t>尽可能的小</a:t>
            </a:r>
            <a:endParaRPr sz="2800" dirty="0">
              <a:latin typeface="Calibri"/>
              <a:cs typeface="Calibri"/>
            </a:endParaRPr>
          </a:p>
        </p:txBody>
      </p:sp>
      <p:sp>
        <p:nvSpPr>
          <p:cNvPr id="88" name="object 88">
            <a:extLst>
              <a:ext uri="{FF2B5EF4-FFF2-40B4-BE49-F238E27FC236}">
                <a16:creationId xmlns:a16="http://schemas.microsoft.com/office/drawing/2014/main" id="{7DC3213D-7BD1-F811-A191-A71B70646201}"/>
              </a:ext>
            </a:extLst>
          </p:cNvPr>
          <p:cNvSpPr/>
          <p:nvPr/>
        </p:nvSpPr>
        <p:spPr>
          <a:xfrm>
            <a:off x="6579903" y="3622547"/>
            <a:ext cx="3435095" cy="1502663"/>
          </a:xfrm>
          <a:prstGeom prst="rect">
            <a:avLst/>
          </a:prstGeom>
          <a:blipFill>
            <a:blip r:embed="rId25" cstate="print"/>
            <a:stretch>
              <a:fillRect/>
            </a:stretch>
          </a:blipFill>
        </p:spPr>
        <p:txBody>
          <a:bodyPr wrap="square" lIns="0" tIns="0" rIns="0" bIns="0" rtlCol="0"/>
          <a:lstStyle/>
          <a:p>
            <a:endParaRPr/>
          </a:p>
        </p:txBody>
      </p:sp>
      <p:sp>
        <p:nvSpPr>
          <p:cNvPr id="89" name="object 89">
            <a:extLst>
              <a:ext uri="{FF2B5EF4-FFF2-40B4-BE49-F238E27FC236}">
                <a16:creationId xmlns:a16="http://schemas.microsoft.com/office/drawing/2014/main" id="{9BA6974F-18D6-C335-8980-E769470ECBC7}"/>
              </a:ext>
            </a:extLst>
          </p:cNvPr>
          <p:cNvSpPr/>
          <p:nvPr/>
        </p:nvSpPr>
        <p:spPr>
          <a:xfrm>
            <a:off x="6457983" y="3560064"/>
            <a:ext cx="3599688" cy="1719072"/>
          </a:xfrm>
          <a:prstGeom prst="rect">
            <a:avLst/>
          </a:prstGeom>
          <a:blipFill>
            <a:blip r:embed="rId26" cstate="print"/>
            <a:stretch>
              <a:fillRect/>
            </a:stretch>
          </a:blipFill>
        </p:spPr>
        <p:txBody>
          <a:bodyPr wrap="square" lIns="0" tIns="0" rIns="0" bIns="0" rtlCol="0"/>
          <a:lstStyle/>
          <a:p>
            <a:endParaRPr/>
          </a:p>
        </p:txBody>
      </p:sp>
      <p:sp>
        <p:nvSpPr>
          <p:cNvPr id="90" name="object 90">
            <a:extLst>
              <a:ext uri="{FF2B5EF4-FFF2-40B4-BE49-F238E27FC236}">
                <a16:creationId xmlns:a16="http://schemas.microsoft.com/office/drawing/2014/main" id="{BABF145D-96FA-6DC1-19D3-BC172A28ECF4}"/>
              </a:ext>
            </a:extLst>
          </p:cNvPr>
          <p:cNvSpPr/>
          <p:nvPr/>
        </p:nvSpPr>
        <p:spPr>
          <a:xfrm>
            <a:off x="6639339" y="3662171"/>
            <a:ext cx="3316224" cy="1385316"/>
          </a:xfrm>
          <a:prstGeom prst="rect">
            <a:avLst/>
          </a:prstGeom>
          <a:blipFill>
            <a:blip r:embed="rId27" cstate="print"/>
            <a:stretch>
              <a:fillRect/>
            </a:stretch>
          </a:blipFill>
        </p:spPr>
        <p:txBody>
          <a:bodyPr wrap="square" lIns="0" tIns="0" rIns="0" bIns="0" rtlCol="0"/>
          <a:lstStyle/>
          <a:p>
            <a:endParaRPr/>
          </a:p>
        </p:txBody>
      </p:sp>
      <p:sp>
        <p:nvSpPr>
          <p:cNvPr id="91" name="object 93">
            <a:extLst>
              <a:ext uri="{FF2B5EF4-FFF2-40B4-BE49-F238E27FC236}">
                <a16:creationId xmlns:a16="http://schemas.microsoft.com/office/drawing/2014/main" id="{A6CC93D4-049C-D33D-7D2F-A4F18B5637D0}"/>
              </a:ext>
            </a:extLst>
          </p:cNvPr>
          <p:cNvSpPr txBox="1"/>
          <p:nvPr/>
        </p:nvSpPr>
        <p:spPr>
          <a:xfrm>
            <a:off x="6816123" y="3952874"/>
            <a:ext cx="2980181" cy="873957"/>
          </a:xfrm>
          <a:prstGeom prst="rect">
            <a:avLst/>
          </a:prstGeom>
        </p:spPr>
        <p:txBody>
          <a:bodyPr vert="horz" wrap="square" lIns="0" tIns="12065" rIns="0" bIns="0" rtlCol="0">
            <a:spAutoFit/>
          </a:bodyPr>
          <a:lstStyle/>
          <a:p>
            <a:pPr marL="12700" marR="5080">
              <a:lnSpc>
                <a:spcPct val="100000"/>
              </a:lnSpc>
              <a:spcBef>
                <a:spcPts val="95"/>
              </a:spcBef>
            </a:pPr>
            <a:r>
              <a:rPr lang="zh-CN" altLang="en-US" sz="2800" spc="-5" dirty="0">
                <a:solidFill>
                  <a:srgbClr val="FFFFFF"/>
                </a:solidFill>
                <a:latin typeface="Calibri"/>
                <a:cs typeface="Calibri"/>
              </a:rPr>
              <a:t>找到一个函数使损失函数 </a:t>
            </a:r>
            <a:r>
              <a:rPr sz="2800" spc="-5" dirty="0">
                <a:solidFill>
                  <a:srgbClr val="FFFFFF"/>
                </a:solidFill>
                <a:latin typeface="Calibri"/>
                <a:cs typeface="Calibri"/>
              </a:rPr>
              <a:t>L</a:t>
            </a:r>
            <a:r>
              <a:rPr lang="en-US" sz="2800" spc="-5" dirty="0">
                <a:solidFill>
                  <a:srgbClr val="FFFFFF"/>
                </a:solidFill>
                <a:latin typeface="Calibri"/>
                <a:cs typeface="Calibri"/>
              </a:rPr>
              <a:t> </a:t>
            </a:r>
            <a:r>
              <a:rPr lang="zh-CN" altLang="en-US" sz="2800" spc="-5" dirty="0">
                <a:solidFill>
                  <a:srgbClr val="FFFFFF"/>
                </a:solidFill>
                <a:latin typeface="Calibri"/>
                <a:cs typeface="Calibri"/>
              </a:rPr>
              <a:t>最小</a:t>
            </a:r>
            <a:endParaRPr sz="2800" dirty="0">
              <a:latin typeface="Calibri"/>
              <a:cs typeface="Calibri"/>
            </a:endParaRPr>
          </a:p>
        </p:txBody>
      </p:sp>
      <p:sp>
        <p:nvSpPr>
          <p:cNvPr id="92" name="object 94">
            <a:extLst>
              <a:ext uri="{FF2B5EF4-FFF2-40B4-BE49-F238E27FC236}">
                <a16:creationId xmlns:a16="http://schemas.microsoft.com/office/drawing/2014/main" id="{ACD6387F-8AA1-C342-5884-3E3ECACDC7D3}"/>
              </a:ext>
            </a:extLst>
          </p:cNvPr>
          <p:cNvSpPr/>
          <p:nvPr/>
        </p:nvSpPr>
        <p:spPr>
          <a:xfrm>
            <a:off x="8013986" y="3396996"/>
            <a:ext cx="698500" cy="325120"/>
          </a:xfrm>
          <a:custGeom>
            <a:avLst/>
            <a:gdLst/>
            <a:ahLst/>
            <a:cxnLst/>
            <a:rect l="l" t="t" r="r" b="b"/>
            <a:pathLst>
              <a:path w="698500" h="325120">
                <a:moveTo>
                  <a:pt x="697992" y="162306"/>
                </a:moveTo>
                <a:lnTo>
                  <a:pt x="0" y="162306"/>
                </a:lnTo>
                <a:lnTo>
                  <a:pt x="348996" y="324612"/>
                </a:lnTo>
                <a:lnTo>
                  <a:pt x="697992" y="162306"/>
                </a:lnTo>
                <a:close/>
              </a:path>
              <a:path w="698500" h="325120">
                <a:moveTo>
                  <a:pt x="523494" y="0"/>
                </a:moveTo>
                <a:lnTo>
                  <a:pt x="174498" y="0"/>
                </a:lnTo>
                <a:lnTo>
                  <a:pt x="174498" y="162306"/>
                </a:lnTo>
                <a:lnTo>
                  <a:pt x="523494" y="162306"/>
                </a:lnTo>
                <a:lnTo>
                  <a:pt x="523494" y="0"/>
                </a:lnTo>
                <a:close/>
              </a:path>
            </a:pathLst>
          </a:custGeom>
          <a:solidFill>
            <a:srgbClr val="000000"/>
          </a:solidFill>
        </p:spPr>
        <p:txBody>
          <a:bodyPr wrap="square" lIns="0" tIns="0" rIns="0" bIns="0" rtlCol="0"/>
          <a:lstStyle/>
          <a:p>
            <a:endParaRPr/>
          </a:p>
        </p:txBody>
      </p:sp>
      <p:sp>
        <p:nvSpPr>
          <p:cNvPr id="93" name="object 95">
            <a:extLst>
              <a:ext uri="{FF2B5EF4-FFF2-40B4-BE49-F238E27FC236}">
                <a16:creationId xmlns:a16="http://schemas.microsoft.com/office/drawing/2014/main" id="{88AAE705-C018-507F-E512-BAFB12D52057}"/>
              </a:ext>
            </a:extLst>
          </p:cNvPr>
          <p:cNvSpPr/>
          <p:nvPr/>
        </p:nvSpPr>
        <p:spPr>
          <a:xfrm>
            <a:off x="8013986" y="3396996"/>
            <a:ext cx="698500" cy="325120"/>
          </a:xfrm>
          <a:custGeom>
            <a:avLst/>
            <a:gdLst/>
            <a:ahLst/>
            <a:cxnLst/>
            <a:rect l="l" t="t" r="r" b="b"/>
            <a:pathLst>
              <a:path w="698500" h="325120">
                <a:moveTo>
                  <a:pt x="0" y="162306"/>
                </a:moveTo>
                <a:lnTo>
                  <a:pt x="174498" y="162306"/>
                </a:lnTo>
                <a:lnTo>
                  <a:pt x="174498" y="0"/>
                </a:lnTo>
                <a:lnTo>
                  <a:pt x="523494" y="0"/>
                </a:lnTo>
                <a:lnTo>
                  <a:pt x="523494" y="162306"/>
                </a:lnTo>
                <a:lnTo>
                  <a:pt x="697992" y="162306"/>
                </a:lnTo>
                <a:lnTo>
                  <a:pt x="348996" y="324612"/>
                </a:lnTo>
                <a:lnTo>
                  <a:pt x="0" y="162306"/>
                </a:lnTo>
                <a:close/>
              </a:path>
            </a:pathLst>
          </a:custGeom>
          <a:ln w="12192">
            <a:solidFill>
              <a:srgbClr val="000000"/>
            </a:solidFill>
          </a:ln>
        </p:spPr>
        <p:txBody>
          <a:bodyPr wrap="square" lIns="0" tIns="0" rIns="0" bIns="0" rtlCol="0"/>
          <a:lstStyle/>
          <a:p>
            <a:endParaRPr/>
          </a:p>
        </p:txBody>
      </p:sp>
      <p:sp>
        <p:nvSpPr>
          <p:cNvPr id="94" name="object 96">
            <a:extLst>
              <a:ext uri="{FF2B5EF4-FFF2-40B4-BE49-F238E27FC236}">
                <a16:creationId xmlns:a16="http://schemas.microsoft.com/office/drawing/2014/main" id="{4D27085D-7912-9CAC-5E86-FEA02907A506}"/>
              </a:ext>
            </a:extLst>
          </p:cNvPr>
          <p:cNvSpPr/>
          <p:nvPr/>
        </p:nvSpPr>
        <p:spPr>
          <a:xfrm>
            <a:off x="8013986" y="5087112"/>
            <a:ext cx="698500" cy="325120"/>
          </a:xfrm>
          <a:custGeom>
            <a:avLst/>
            <a:gdLst/>
            <a:ahLst/>
            <a:cxnLst/>
            <a:rect l="l" t="t" r="r" b="b"/>
            <a:pathLst>
              <a:path w="698500" h="325120">
                <a:moveTo>
                  <a:pt x="697992" y="162306"/>
                </a:moveTo>
                <a:lnTo>
                  <a:pt x="0" y="162306"/>
                </a:lnTo>
                <a:lnTo>
                  <a:pt x="348996" y="324612"/>
                </a:lnTo>
                <a:lnTo>
                  <a:pt x="697992" y="162306"/>
                </a:lnTo>
                <a:close/>
              </a:path>
              <a:path w="698500" h="325120">
                <a:moveTo>
                  <a:pt x="523494" y="0"/>
                </a:moveTo>
                <a:lnTo>
                  <a:pt x="174498" y="0"/>
                </a:lnTo>
                <a:lnTo>
                  <a:pt x="174498" y="162306"/>
                </a:lnTo>
                <a:lnTo>
                  <a:pt x="523494" y="162306"/>
                </a:lnTo>
                <a:lnTo>
                  <a:pt x="523494" y="0"/>
                </a:lnTo>
                <a:close/>
              </a:path>
            </a:pathLst>
          </a:custGeom>
          <a:solidFill>
            <a:srgbClr val="000000"/>
          </a:solidFill>
        </p:spPr>
        <p:txBody>
          <a:bodyPr wrap="square" lIns="0" tIns="0" rIns="0" bIns="0" rtlCol="0"/>
          <a:lstStyle/>
          <a:p>
            <a:endParaRPr/>
          </a:p>
        </p:txBody>
      </p:sp>
      <p:sp>
        <p:nvSpPr>
          <p:cNvPr id="95" name="object 97">
            <a:extLst>
              <a:ext uri="{FF2B5EF4-FFF2-40B4-BE49-F238E27FC236}">
                <a16:creationId xmlns:a16="http://schemas.microsoft.com/office/drawing/2014/main" id="{1841D465-533A-9AAC-3FCF-B13C46D29BED}"/>
              </a:ext>
            </a:extLst>
          </p:cNvPr>
          <p:cNvSpPr/>
          <p:nvPr/>
        </p:nvSpPr>
        <p:spPr>
          <a:xfrm>
            <a:off x="8013986" y="5087112"/>
            <a:ext cx="698500" cy="325120"/>
          </a:xfrm>
          <a:custGeom>
            <a:avLst/>
            <a:gdLst/>
            <a:ahLst/>
            <a:cxnLst/>
            <a:rect l="l" t="t" r="r" b="b"/>
            <a:pathLst>
              <a:path w="698500" h="325120">
                <a:moveTo>
                  <a:pt x="0" y="162306"/>
                </a:moveTo>
                <a:lnTo>
                  <a:pt x="174498" y="162306"/>
                </a:lnTo>
                <a:lnTo>
                  <a:pt x="174498" y="0"/>
                </a:lnTo>
                <a:lnTo>
                  <a:pt x="523494" y="0"/>
                </a:lnTo>
                <a:lnTo>
                  <a:pt x="523494" y="162306"/>
                </a:lnTo>
                <a:lnTo>
                  <a:pt x="697992" y="162306"/>
                </a:lnTo>
                <a:lnTo>
                  <a:pt x="348996" y="324612"/>
                </a:lnTo>
                <a:lnTo>
                  <a:pt x="0" y="162306"/>
                </a:lnTo>
                <a:close/>
              </a:path>
            </a:pathLst>
          </a:custGeom>
          <a:ln w="12192">
            <a:solidFill>
              <a:srgbClr val="000000"/>
            </a:solidFill>
          </a:ln>
        </p:spPr>
        <p:txBody>
          <a:bodyPr wrap="square" lIns="0" tIns="0" rIns="0" bIns="0" rtlCol="0"/>
          <a:lstStyle/>
          <a:p>
            <a:endParaRPr/>
          </a:p>
        </p:txBody>
      </p:sp>
      <p:sp>
        <p:nvSpPr>
          <p:cNvPr id="96" name="object 98">
            <a:extLst>
              <a:ext uri="{FF2B5EF4-FFF2-40B4-BE49-F238E27FC236}">
                <a16:creationId xmlns:a16="http://schemas.microsoft.com/office/drawing/2014/main" id="{0A2EDD99-A308-B1CA-449B-12CD103B73D1}"/>
              </a:ext>
            </a:extLst>
          </p:cNvPr>
          <p:cNvSpPr/>
          <p:nvPr/>
        </p:nvSpPr>
        <p:spPr>
          <a:xfrm>
            <a:off x="2047527" y="4320539"/>
            <a:ext cx="719328" cy="719327"/>
          </a:xfrm>
          <a:prstGeom prst="rect">
            <a:avLst/>
          </a:prstGeom>
          <a:blipFill>
            <a:blip r:embed="rId28" cstate="print"/>
            <a:stretch>
              <a:fillRect/>
            </a:stretch>
          </a:blipFill>
        </p:spPr>
        <p:txBody>
          <a:bodyPr wrap="square" lIns="0" tIns="0" rIns="0" bIns="0" rtlCol="0"/>
          <a:lstStyle/>
          <a:p>
            <a:endParaRPr/>
          </a:p>
        </p:txBody>
      </p:sp>
      <p:sp>
        <p:nvSpPr>
          <p:cNvPr id="97" name="object 99">
            <a:extLst>
              <a:ext uri="{FF2B5EF4-FFF2-40B4-BE49-F238E27FC236}">
                <a16:creationId xmlns:a16="http://schemas.microsoft.com/office/drawing/2014/main" id="{C87B8D90-C4CB-008C-1B8F-19F63A991341}"/>
              </a:ext>
            </a:extLst>
          </p:cNvPr>
          <p:cNvSpPr/>
          <p:nvPr/>
        </p:nvSpPr>
        <p:spPr>
          <a:xfrm>
            <a:off x="2028477" y="4301489"/>
            <a:ext cx="757555" cy="757555"/>
          </a:xfrm>
          <a:custGeom>
            <a:avLst/>
            <a:gdLst/>
            <a:ahLst/>
            <a:cxnLst/>
            <a:rect l="l" t="t" r="r" b="b"/>
            <a:pathLst>
              <a:path w="757555" h="757554">
                <a:moveTo>
                  <a:pt x="0" y="757427"/>
                </a:moveTo>
                <a:lnTo>
                  <a:pt x="757427" y="757427"/>
                </a:lnTo>
                <a:lnTo>
                  <a:pt x="757427" y="0"/>
                </a:lnTo>
                <a:lnTo>
                  <a:pt x="0" y="0"/>
                </a:lnTo>
                <a:lnTo>
                  <a:pt x="0" y="757427"/>
                </a:lnTo>
                <a:close/>
              </a:path>
            </a:pathLst>
          </a:custGeom>
          <a:ln w="38100">
            <a:solidFill>
              <a:srgbClr val="000000"/>
            </a:solidFill>
          </a:ln>
        </p:spPr>
        <p:txBody>
          <a:bodyPr wrap="square" lIns="0" tIns="0" rIns="0" bIns="0" rtlCol="0"/>
          <a:lstStyle/>
          <a:p>
            <a:endParaRPr/>
          </a:p>
        </p:txBody>
      </p:sp>
      <p:sp>
        <p:nvSpPr>
          <p:cNvPr id="98" name="object 100">
            <a:extLst>
              <a:ext uri="{FF2B5EF4-FFF2-40B4-BE49-F238E27FC236}">
                <a16:creationId xmlns:a16="http://schemas.microsoft.com/office/drawing/2014/main" id="{2250D014-4DED-2BCE-AA90-9632E7429782}"/>
              </a:ext>
            </a:extLst>
          </p:cNvPr>
          <p:cNvSpPr/>
          <p:nvPr/>
        </p:nvSpPr>
        <p:spPr>
          <a:xfrm>
            <a:off x="2046002" y="5789676"/>
            <a:ext cx="720851" cy="719328"/>
          </a:xfrm>
          <a:prstGeom prst="rect">
            <a:avLst/>
          </a:prstGeom>
          <a:blipFill>
            <a:blip r:embed="rId17" cstate="print"/>
            <a:stretch>
              <a:fillRect/>
            </a:stretch>
          </a:blipFill>
        </p:spPr>
        <p:txBody>
          <a:bodyPr wrap="square" lIns="0" tIns="0" rIns="0" bIns="0" rtlCol="0"/>
          <a:lstStyle/>
          <a:p>
            <a:endParaRPr/>
          </a:p>
        </p:txBody>
      </p:sp>
      <p:sp>
        <p:nvSpPr>
          <p:cNvPr id="99" name="object 101">
            <a:extLst>
              <a:ext uri="{FF2B5EF4-FFF2-40B4-BE49-F238E27FC236}">
                <a16:creationId xmlns:a16="http://schemas.microsoft.com/office/drawing/2014/main" id="{D29B671C-DA1E-725E-56F5-7DBBA59827F7}"/>
              </a:ext>
            </a:extLst>
          </p:cNvPr>
          <p:cNvSpPr/>
          <p:nvPr/>
        </p:nvSpPr>
        <p:spPr>
          <a:xfrm>
            <a:off x="2026952" y="5770626"/>
            <a:ext cx="759460" cy="757555"/>
          </a:xfrm>
          <a:custGeom>
            <a:avLst/>
            <a:gdLst/>
            <a:ahLst/>
            <a:cxnLst/>
            <a:rect l="l" t="t" r="r" b="b"/>
            <a:pathLst>
              <a:path w="759460" h="757554">
                <a:moveTo>
                  <a:pt x="0" y="757427"/>
                </a:moveTo>
                <a:lnTo>
                  <a:pt x="758951" y="757427"/>
                </a:lnTo>
                <a:lnTo>
                  <a:pt x="758951" y="0"/>
                </a:lnTo>
                <a:lnTo>
                  <a:pt x="0" y="0"/>
                </a:lnTo>
                <a:lnTo>
                  <a:pt x="0" y="757427"/>
                </a:lnTo>
                <a:close/>
              </a:path>
            </a:pathLst>
          </a:custGeom>
          <a:ln w="38100">
            <a:solidFill>
              <a:srgbClr val="000000"/>
            </a:solidFill>
          </a:ln>
        </p:spPr>
        <p:txBody>
          <a:bodyPr wrap="square" lIns="0" tIns="0" rIns="0" bIns="0" rtlCol="0"/>
          <a:lstStyle/>
          <a:p>
            <a:endParaRPr/>
          </a:p>
        </p:txBody>
      </p:sp>
      <p:sp>
        <p:nvSpPr>
          <p:cNvPr id="100" name="object 102">
            <a:extLst>
              <a:ext uri="{FF2B5EF4-FFF2-40B4-BE49-F238E27FC236}">
                <a16:creationId xmlns:a16="http://schemas.microsoft.com/office/drawing/2014/main" id="{80989B09-917C-62DA-F00E-CBC303A440B1}"/>
              </a:ext>
            </a:extLst>
          </p:cNvPr>
          <p:cNvSpPr/>
          <p:nvPr/>
        </p:nvSpPr>
        <p:spPr>
          <a:xfrm>
            <a:off x="2044478" y="5783580"/>
            <a:ext cx="719328" cy="720852"/>
          </a:xfrm>
          <a:prstGeom prst="rect">
            <a:avLst/>
          </a:prstGeom>
          <a:blipFill>
            <a:blip r:embed="rId29" cstate="print"/>
            <a:stretch>
              <a:fillRect/>
            </a:stretch>
          </a:blipFill>
        </p:spPr>
        <p:txBody>
          <a:bodyPr wrap="square" lIns="0" tIns="0" rIns="0" bIns="0" rtlCol="0"/>
          <a:lstStyle/>
          <a:p>
            <a:endParaRPr/>
          </a:p>
        </p:txBody>
      </p:sp>
      <p:sp>
        <p:nvSpPr>
          <p:cNvPr id="101" name="object 103">
            <a:extLst>
              <a:ext uri="{FF2B5EF4-FFF2-40B4-BE49-F238E27FC236}">
                <a16:creationId xmlns:a16="http://schemas.microsoft.com/office/drawing/2014/main" id="{59A2F138-E99E-6C19-0DA4-4A504FAC8D75}"/>
              </a:ext>
            </a:extLst>
          </p:cNvPr>
          <p:cNvSpPr/>
          <p:nvPr/>
        </p:nvSpPr>
        <p:spPr>
          <a:xfrm>
            <a:off x="2025428" y="5764530"/>
            <a:ext cx="757555" cy="759460"/>
          </a:xfrm>
          <a:custGeom>
            <a:avLst/>
            <a:gdLst/>
            <a:ahLst/>
            <a:cxnLst/>
            <a:rect l="l" t="t" r="r" b="b"/>
            <a:pathLst>
              <a:path w="757555" h="759460">
                <a:moveTo>
                  <a:pt x="0" y="758952"/>
                </a:moveTo>
                <a:lnTo>
                  <a:pt x="757428" y="758952"/>
                </a:lnTo>
                <a:lnTo>
                  <a:pt x="757428" y="0"/>
                </a:lnTo>
                <a:lnTo>
                  <a:pt x="0" y="0"/>
                </a:lnTo>
                <a:lnTo>
                  <a:pt x="0" y="758952"/>
                </a:lnTo>
                <a:close/>
              </a:path>
            </a:pathLst>
          </a:custGeom>
          <a:ln w="38100">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89B88A2C-AD2E-CE78-1EED-A0BF1A86E383}"/>
                  </a:ext>
                </a:extLst>
              </p:cNvPr>
              <p:cNvSpPr txBox="1"/>
              <p:nvPr/>
            </p:nvSpPr>
            <p:spPr>
              <a:xfrm>
                <a:off x="7810202" y="1266915"/>
                <a:ext cx="1361591" cy="1036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𝐿</m:t>
                      </m:r>
                      <m:r>
                        <a:rPr lang="en-US" altLang="zh-CN" sz="2400" i="1" smtClean="0">
                          <a:latin typeface="Cambria Math" panose="02040503050406030204" pitchFamily="18" charset="0"/>
                        </a:rPr>
                        <m:t>=</m:t>
                      </m:r>
                      <m:nary>
                        <m:naryPr>
                          <m:chr m:val="∑"/>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𝑅</m:t>
                          </m:r>
                        </m:sup>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𝑟</m:t>
                              </m:r>
                            </m:sub>
                          </m:sSub>
                        </m:e>
                      </m:nary>
                    </m:oMath>
                  </m:oMathPara>
                </a14:m>
                <a:endParaRPr lang="zh-CN" altLang="en-US" sz="2400" dirty="0"/>
              </a:p>
            </p:txBody>
          </p:sp>
        </mc:Choice>
        <mc:Fallback xmlns="">
          <p:sp>
            <p:nvSpPr>
              <p:cNvPr id="102" name="文本框 101">
                <a:extLst>
                  <a:ext uri="{FF2B5EF4-FFF2-40B4-BE49-F238E27FC236}">
                    <a16:creationId xmlns:a16="http://schemas.microsoft.com/office/drawing/2014/main" id="{89B88A2C-AD2E-CE78-1EED-A0BF1A86E383}"/>
                  </a:ext>
                </a:extLst>
              </p:cNvPr>
              <p:cNvSpPr txBox="1">
                <a:spLocks noRot="1" noChangeAspect="1" noMove="1" noResize="1" noEditPoints="1" noAdjustHandles="1" noChangeArrowheads="1" noChangeShapeType="1" noTextEdit="1"/>
              </p:cNvSpPr>
              <p:nvPr/>
            </p:nvSpPr>
            <p:spPr>
              <a:xfrm>
                <a:off x="7810202" y="1266915"/>
                <a:ext cx="1361591" cy="1036502"/>
              </a:xfrm>
              <a:prstGeom prst="rect">
                <a:avLst/>
              </a:prstGeom>
              <a:blipFill>
                <a:blip r:embed="rId30"/>
                <a:stretch>
                  <a:fillRect/>
                </a:stretch>
              </a:blipFill>
            </p:spPr>
            <p:txBody>
              <a:bodyPr/>
              <a:lstStyle/>
              <a:p>
                <a:r>
                  <a:rPr lang="zh-CN" altLang="en-US">
                    <a:noFill/>
                  </a:rPr>
                  <a:t> </a:t>
                </a:r>
              </a:p>
            </p:txBody>
          </p:sp>
        </mc:Fallback>
      </mc:AlternateContent>
      <p:grpSp>
        <p:nvGrpSpPr>
          <p:cNvPr id="73" name="组合 72">
            <a:extLst>
              <a:ext uri="{FF2B5EF4-FFF2-40B4-BE49-F238E27FC236}">
                <a16:creationId xmlns:a16="http://schemas.microsoft.com/office/drawing/2014/main" id="{F361930B-735D-707A-FDF5-9DBCF9FE3F72}"/>
              </a:ext>
            </a:extLst>
          </p:cNvPr>
          <p:cNvGrpSpPr/>
          <p:nvPr/>
        </p:nvGrpSpPr>
        <p:grpSpPr>
          <a:xfrm>
            <a:off x="0" y="67733"/>
            <a:ext cx="4367671" cy="1058822"/>
            <a:chOff x="0" y="260648"/>
            <a:chExt cx="4367671" cy="1058822"/>
          </a:xfrm>
        </p:grpSpPr>
        <p:sp>
          <p:nvSpPr>
            <p:cNvPr id="103" name="矩形 102">
              <a:extLst>
                <a:ext uri="{FF2B5EF4-FFF2-40B4-BE49-F238E27FC236}">
                  <a16:creationId xmlns:a16="http://schemas.microsoft.com/office/drawing/2014/main" id="{F4E5852B-2B2B-0C26-695D-2D2B274B16F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104" name="组合 103">
              <a:extLst>
                <a:ext uri="{FF2B5EF4-FFF2-40B4-BE49-F238E27FC236}">
                  <a16:creationId xmlns:a16="http://schemas.microsoft.com/office/drawing/2014/main" id="{96AC571B-59A3-89EE-444F-054F017FE47B}"/>
                </a:ext>
              </a:extLst>
            </p:cNvPr>
            <p:cNvGrpSpPr/>
            <p:nvPr/>
          </p:nvGrpSpPr>
          <p:grpSpPr>
            <a:xfrm>
              <a:off x="695400" y="260648"/>
              <a:ext cx="3672271" cy="1058822"/>
              <a:chOff x="623392" y="310880"/>
              <a:chExt cx="3672271" cy="1058822"/>
            </a:xfrm>
          </p:grpSpPr>
          <p:sp>
            <p:nvSpPr>
              <p:cNvPr id="105" name="文本框 104">
                <a:extLst>
                  <a:ext uri="{FF2B5EF4-FFF2-40B4-BE49-F238E27FC236}">
                    <a16:creationId xmlns:a16="http://schemas.microsoft.com/office/drawing/2014/main" id="{8D81B41B-F0C1-97BA-10B3-94749D8C44ED}"/>
                  </a:ext>
                </a:extLst>
              </p:cNvPr>
              <p:cNvSpPr txBox="1"/>
              <p:nvPr/>
            </p:nvSpPr>
            <p:spPr>
              <a:xfrm>
                <a:off x="623392" y="310880"/>
                <a:ext cx="3134191"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神经网络的损失</a:t>
                </a:r>
              </a:p>
            </p:txBody>
          </p:sp>
          <p:cxnSp>
            <p:nvCxnSpPr>
              <p:cNvPr id="106" name="直接连接符 105">
                <a:extLst>
                  <a:ext uri="{FF2B5EF4-FFF2-40B4-BE49-F238E27FC236}">
                    <a16:creationId xmlns:a16="http://schemas.microsoft.com/office/drawing/2014/main" id="{2FB64190-C16F-923A-D0CA-874BB63D4F5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07" name="文本框 106">
                <a:extLst>
                  <a:ext uri="{FF2B5EF4-FFF2-40B4-BE49-F238E27FC236}">
                    <a16:creationId xmlns:a16="http://schemas.microsoft.com/office/drawing/2014/main" id="{EB82000F-ABBE-DE5D-B2F1-0F5392C0370B}"/>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254224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24EA92F7-64EA-184B-8DD4-A3E1B0866E8A}"/>
              </a:ext>
            </a:extLst>
          </p:cNvPr>
          <p:cNvSpPr/>
          <p:nvPr/>
        </p:nvSpPr>
        <p:spPr>
          <a:xfrm>
            <a:off x="1689518" y="1471388"/>
            <a:ext cx="8471916" cy="641603"/>
          </a:xfrm>
          <a:prstGeom prst="rect">
            <a:avLst/>
          </a:prstGeom>
          <a:blipFill>
            <a:blip r:embed="rId2" cstate="print"/>
            <a:stretch>
              <a:fillRect/>
            </a:stretch>
          </a:blipFill>
        </p:spPr>
        <p:txBody>
          <a:bodyPr wrap="square" lIns="0" tIns="0" rIns="0" bIns="0" rtlCol="0"/>
          <a:lstStyle/>
          <a:p>
            <a:endParaRPr/>
          </a:p>
        </p:txBody>
      </p:sp>
      <p:sp>
        <p:nvSpPr>
          <p:cNvPr id="5" name="object 4">
            <a:extLst>
              <a:ext uri="{FF2B5EF4-FFF2-40B4-BE49-F238E27FC236}">
                <a16:creationId xmlns:a16="http://schemas.microsoft.com/office/drawing/2014/main" id="{BE5F5F2C-66EC-37EE-26F8-F23B7FA7BBF8}"/>
              </a:ext>
            </a:extLst>
          </p:cNvPr>
          <p:cNvSpPr/>
          <p:nvPr/>
        </p:nvSpPr>
        <p:spPr>
          <a:xfrm>
            <a:off x="1567598" y="1411953"/>
            <a:ext cx="8377428" cy="865631"/>
          </a:xfrm>
          <a:prstGeom prst="rect">
            <a:avLst/>
          </a:prstGeom>
          <a:blipFill>
            <a:blip r:embed="rId3"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8B0FEA1C-0410-7A94-39B9-5AB78622D04B}"/>
              </a:ext>
            </a:extLst>
          </p:cNvPr>
          <p:cNvSpPr/>
          <p:nvPr/>
        </p:nvSpPr>
        <p:spPr>
          <a:xfrm>
            <a:off x="1748954" y="1511013"/>
            <a:ext cx="8353044" cy="524256"/>
          </a:xfrm>
          <a:prstGeom prst="rect">
            <a:avLst/>
          </a:prstGeom>
          <a:blipFill>
            <a:blip r:embed="rId4" cstate="print"/>
            <a:stretch>
              <a:fillRect/>
            </a:stretch>
          </a:blipFill>
        </p:spPr>
        <p:txBody>
          <a:bodyPr wrap="square" lIns="0" tIns="0" rIns="0" bIns="0" rtlCol="0"/>
          <a:lstStyle/>
          <a:p>
            <a:endParaRPr/>
          </a:p>
        </p:txBody>
      </p:sp>
      <p:sp>
        <p:nvSpPr>
          <p:cNvPr id="7" name="object 7">
            <a:extLst>
              <a:ext uri="{FF2B5EF4-FFF2-40B4-BE49-F238E27FC236}">
                <a16:creationId xmlns:a16="http://schemas.microsoft.com/office/drawing/2014/main" id="{8A7157E0-3BF2-8435-6213-9E344D920561}"/>
              </a:ext>
            </a:extLst>
          </p:cNvPr>
          <p:cNvSpPr txBox="1"/>
          <p:nvPr/>
        </p:nvSpPr>
        <p:spPr>
          <a:xfrm>
            <a:off x="1748954" y="1523967"/>
            <a:ext cx="8353425" cy="443070"/>
          </a:xfrm>
          <a:prstGeom prst="rect">
            <a:avLst/>
          </a:prstGeom>
        </p:spPr>
        <p:txBody>
          <a:bodyPr vert="horz" wrap="square" lIns="0" tIns="12065" rIns="0" bIns="0" rtlCol="0">
            <a:spAutoFit/>
          </a:bodyPr>
          <a:lstStyle/>
          <a:p>
            <a:pPr marL="90805">
              <a:lnSpc>
                <a:spcPct val="100000"/>
              </a:lnSpc>
              <a:spcBef>
                <a:spcPts val="95"/>
              </a:spcBef>
            </a:pPr>
            <a:r>
              <a:rPr lang="zh-CN" altLang="en-US" sz="2800" spc="-10" dirty="0">
                <a:solidFill>
                  <a:srgbClr val="FFFFFF"/>
                </a:solidFill>
                <a:latin typeface="Calibri"/>
                <a:cs typeface="Calibri"/>
              </a:rPr>
              <a:t>                        找到使总损失最小的参数</a:t>
            </a:r>
            <a:r>
              <a:rPr sz="2800" spc="-10" dirty="0">
                <a:solidFill>
                  <a:srgbClr val="FFFFFF"/>
                </a:solidFill>
                <a:latin typeface="Calibri"/>
                <a:cs typeface="Calibri"/>
              </a:rPr>
              <a:t> </a:t>
            </a:r>
            <a:r>
              <a:rPr sz="2800" spc="-5" dirty="0">
                <a:solidFill>
                  <a:srgbClr val="FFFFFF"/>
                </a:solidFill>
                <a:latin typeface="Cambria Math"/>
                <a:cs typeface="Cambria Math"/>
              </a:rPr>
              <a:t>𝜽</a:t>
            </a:r>
            <a:endParaRPr sz="2800" dirty="0">
              <a:latin typeface="Calibri"/>
              <a:cs typeface="Calibri"/>
            </a:endParaRPr>
          </a:p>
        </p:txBody>
      </p:sp>
      <p:sp>
        <p:nvSpPr>
          <p:cNvPr id="8" name="object 8">
            <a:extLst>
              <a:ext uri="{FF2B5EF4-FFF2-40B4-BE49-F238E27FC236}">
                <a16:creationId xmlns:a16="http://schemas.microsoft.com/office/drawing/2014/main" id="{05727CFE-97D5-2713-2587-23573A1681A9}"/>
              </a:ext>
            </a:extLst>
          </p:cNvPr>
          <p:cNvSpPr/>
          <p:nvPr/>
        </p:nvSpPr>
        <p:spPr>
          <a:xfrm>
            <a:off x="2315971" y="3824064"/>
            <a:ext cx="4166235" cy="330835"/>
          </a:xfrm>
          <a:custGeom>
            <a:avLst/>
            <a:gdLst/>
            <a:ahLst/>
            <a:cxnLst/>
            <a:rect l="l" t="t" r="r" b="b"/>
            <a:pathLst>
              <a:path w="4166235" h="330835">
                <a:moveTo>
                  <a:pt x="4059847" y="0"/>
                </a:moveTo>
                <a:lnTo>
                  <a:pt x="4055402" y="0"/>
                </a:lnTo>
                <a:lnTo>
                  <a:pt x="4055402" y="13208"/>
                </a:lnTo>
                <a:lnTo>
                  <a:pt x="4057942" y="13208"/>
                </a:lnTo>
                <a:lnTo>
                  <a:pt x="4069844" y="14019"/>
                </a:lnTo>
                <a:lnTo>
                  <a:pt x="4103552" y="33857"/>
                </a:lnTo>
                <a:lnTo>
                  <a:pt x="4111536" y="69469"/>
                </a:lnTo>
                <a:lnTo>
                  <a:pt x="4111321" y="75922"/>
                </a:lnTo>
                <a:lnTo>
                  <a:pt x="4110678" y="83089"/>
                </a:lnTo>
                <a:lnTo>
                  <a:pt x="4109607" y="90971"/>
                </a:lnTo>
                <a:lnTo>
                  <a:pt x="4108107" y="99568"/>
                </a:lnTo>
                <a:lnTo>
                  <a:pt x="4106606" y="107805"/>
                </a:lnTo>
                <a:lnTo>
                  <a:pt x="4105535" y="114792"/>
                </a:lnTo>
                <a:lnTo>
                  <a:pt x="4104892" y="120517"/>
                </a:lnTo>
                <a:lnTo>
                  <a:pt x="4104678" y="124968"/>
                </a:lnTo>
                <a:lnTo>
                  <a:pt x="4105205" y="132044"/>
                </a:lnTo>
                <a:lnTo>
                  <a:pt x="4133888" y="163195"/>
                </a:lnTo>
                <a:lnTo>
                  <a:pt x="4133888" y="166243"/>
                </a:lnTo>
                <a:lnTo>
                  <a:pt x="4105205" y="197393"/>
                </a:lnTo>
                <a:lnTo>
                  <a:pt x="4104678" y="204470"/>
                </a:lnTo>
                <a:lnTo>
                  <a:pt x="4104892" y="208903"/>
                </a:lnTo>
                <a:lnTo>
                  <a:pt x="4105535" y="214598"/>
                </a:lnTo>
                <a:lnTo>
                  <a:pt x="4106606" y="221579"/>
                </a:lnTo>
                <a:lnTo>
                  <a:pt x="4108107" y="229870"/>
                </a:lnTo>
                <a:lnTo>
                  <a:pt x="4109607" y="238464"/>
                </a:lnTo>
                <a:lnTo>
                  <a:pt x="4110678" y="246332"/>
                </a:lnTo>
                <a:lnTo>
                  <a:pt x="4111321" y="253462"/>
                </a:lnTo>
                <a:lnTo>
                  <a:pt x="4111536" y="259842"/>
                </a:lnTo>
                <a:lnTo>
                  <a:pt x="4110653" y="274415"/>
                </a:lnTo>
                <a:lnTo>
                  <a:pt x="4089553" y="310106"/>
                </a:lnTo>
                <a:lnTo>
                  <a:pt x="4057942" y="317500"/>
                </a:lnTo>
                <a:lnTo>
                  <a:pt x="4055402" y="317500"/>
                </a:lnTo>
                <a:lnTo>
                  <a:pt x="4055402" y="330581"/>
                </a:lnTo>
                <a:lnTo>
                  <a:pt x="4059847" y="330581"/>
                </a:lnTo>
                <a:lnTo>
                  <a:pt x="4078944" y="329201"/>
                </a:lnTo>
                <a:lnTo>
                  <a:pt x="4120807" y="312039"/>
                </a:lnTo>
                <a:lnTo>
                  <a:pt x="4139738" y="274230"/>
                </a:lnTo>
                <a:lnTo>
                  <a:pt x="4141000" y="256794"/>
                </a:lnTo>
                <a:lnTo>
                  <a:pt x="4140758" y="249316"/>
                </a:lnTo>
                <a:lnTo>
                  <a:pt x="4140015" y="241363"/>
                </a:lnTo>
                <a:lnTo>
                  <a:pt x="4138749" y="232933"/>
                </a:lnTo>
                <a:lnTo>
                  <a:pt x="4136936" y="224028"/>
                </a:lnTo>
                <a:lnTo>
                  <a:pt x="4134269" y="211709"/>
                </a:lnTo>
                <a:lnTo>
                  <a:pt x="4132872" y="203581"/>
                </a:lnTo>
                <a:lnTo>
                  <a:pt x="4132872" y="191389"/>
                </a:lnTo>
                <a:lnTo>
                  <a:pt x="4135666" y="184912"/>
                </a:lnTo>
                <a:lnTo>
                  <a:pt x="4166019" y="171831"/>
                </a:lnTo>
                <a:lnTo>
                  <a:pt x="4166019" y="157607"/>
                </a:lnTo>
                <a:lnTo>
                  <a:pt x="4132872" y="138049"/>
                </a:lnTo>
                <a:lnTo>
                  <a:pt x="4132872" y="125857"/>
                </a:lnTo>
                <a:lnTo>
                  <a:pt x="4134269" y="117602"/>
                </a:lnTo>
                <a:lnTo>
                  <a:pt x="4136936" y="105410"/>
                </a:lnTo>
                <a:lnTo>
                  <a:pt x="4138749" y="96504"/>
                </a:lnTo>
                <a:lnTo>
                  <a:pt x="4140015" y="88074"/>
                </a:lnTo>
                <a:lnTo>
                  <a:pt x="4140758" y="80121"/>
                </a:lnTo>
                <a:lnTo>
                  <a:pt x="4141000" y="72644"/>
                </a:lnTo>
                <a:lnTo>
                  <a:pt x="4139738" y="55762"/>
                </a:lnTo>
                <a:lnTo>
                  <a:pt x="4120807" y="18669"/>
                </a:lnTo>
                <a:lnTo>
                  <a:pt x="4078944" y="1434"/>
                </a:lnTo>
                <a:lnTo>
                  <a:pt x="4059847" y="0"/>
                </a:lnTo>
                <a:close/>
              </a:path>
              <a:path w="4166235" h="330835">
                <a:moveTo>
                  <a:pt x="110617" y="0"/>
                </a:moveTo>
                <a:lnTo>
                  <a:pt x="106108" y="0"/>
                </a:lnTo>
                <a:lnTo>
                  <a:pt x="87020" y="1434"/>
                </a:lnTo>
                <a:lnTo>
                  <a:pt x="45161" y="18669"/>
                </a:lnTo>
                <a:lnTo>
                  <a:pt x="26230" y="55655"/>
                </a:lnTo>
                <a:lnTo>
                  <a:pt x="25080" y="75775"/>
                </a:lnTo>
                <a:lnTo>
                  <a:pt x="25222" y="79922"/>
                </a:lnTo>
                <a:lnTo>
                  <a:pt x="25987" y="87852"/>
                </a:lnTo>
                <a:lnTo>
                  <a:pt x="27261" y="96305"/>
                </a:lnTo>
                <a:lnTo>
                  <a:pt x="29044" y="105283"/>
                </a:lnTo>
                <a:lnTo>
                  <a:pt x="31750" y="117475"/>
                </a:lnTo>
                <a:lnTo>
                  <a:pt x="33108" y="125730"/>
                </a:lnTo>
                <a:lnTo>
                  <a:pt x="33108" y="137795"/>
                </a:lnTo>
                <a:lnTo>
                  <a:pt x="30365" y="144272"/>
                </a:lnTo>
                <a:lnTo>
                  <a:pt x="0" y="157480"/>
                </a:lnTo>
                <a:lnTo>
                  <a:pt x="0" y="171704"/>
                </a:lnTo>
                <a:lnTo>
                  <a:pt x="33108" y="191262"/>
                </a:lnTo>
                <a:lnTo>
                  <a:pt x="33108" y="203327"/>
                </a:lnTo>
                <a:lnTo>
                  <a:pt x="31750" y="211582"/>
                </a:lnTo>
                <a:lnTo>
                  <a:pt x="29044" y="223774"/>
                </a:lnTo>
                <a:lnTo>
                  <a:pt x="27261" y="232751"/>
                </a:lnTo>
                <a:lnTo>
                  <a:pt x="25987" y="241204"/>
                </a:lnTo>
                <a:lnTo>
                  <a:pt x="25222" y="249134"/>
                </a:lnTo>
                <a:lnTo>
                  <a:pt x="24968" y="256540"/>
                </a:lnTo>
                <a:lnTo>
                  <a:pt x="26230" y="274069"/>
                </a:lnTo>
                <a:lnTo>
                  <a:pt x="45161" y="312039"/>
                </a:lnTo>
                <a:lnTo>
                  <a:pt x="87020" y="329201"/>
                </a:lnTo>
                <a:lnTo>
                  <a:pt x="106108" y="330581"/>
                </a:lnTo>
                <a:lnTo>
                  <a:pt x="110617" y="330581"/>
                </a:lnTo>
                <a:lnTo>
                  <a:pt x="110617" y="317500"/>
                </a:lnTo>
                <a:lnTo>
                  <a:pt x="108013" y="317500"/>
                </a:lnTo>
                <a:lnTo>
                  <a:pt x="96123" y="316670"/>
                </a:lnTo>
                <a:lnTo>
                  <a:pt x="62438" y="296701"/>
                </a:lnTo>
                <a:lnTo>
                  <a:pt x="54444" y="259715"/>
                </a:lnTo>
                <a:lnTo>
                  <a:pt x="54661" y="253281"/>
                </a:lnTo>
                <a:lnTo>
                  <a:pt x="55311" y="246157"/>
                </a:lnTo>
                <a:lnTo>
                  <a:pt x="56395" y="238319"/>
                </a:lnTo>
                <a:lnTo>
                  <a:pt x="57912" y="229743"/>
                </a:lnTo>
                <a:lnTo>
                  <a:pt x="59428" y="221432"/>
                </a:lnTo>
                <a:lnTo>
                  <a:pt x="60512" y="214407"/>
                </a:lnTo>
                <a:lnTo>
                  <a:pt x="61162" y="208668"/>
                </a:lnTo>
                <a:lnTo>
                  <a:pt x="61379" y="204216"/>
                </a:lnTo>
                <a:lnTo>
                  <a:pt x="60836" y="197195"/>
                </a:lnTo>
                <a:lnTo>
                  <a:pt x="32067" y="166116"/>
                </a:lnTo>
                <a:lnTo>
                  <a:pt x="32067" y="162941"/>
                </a:lnTo>
                <a:lnTo>
                  <a:pt x="60836" y="131861"/>
                </a:lnTo>
                <a:lnTo>
                  <a:pt x="61379" y="124841"/>
                </a:lnTo>
                <a:lnTo>
                  <a:pt x="61162" y="120388"/>
                </a:lnTo>
                <a:lnTo>
                  <a:pt x="60512" y="114649"/>
                </a:lnTo>
                <a:lnTo>
                  <a:pt x="59428" y="107624"/>
                </a:lnTo>
                <a:lnTo>
                  <a:pt x="57912" y="99314"/>
                </a:lnTo>
                <a:lnTo>
                  <a:pt x="56395" y="90737"/>
                </a:lnTo>
                <a:lnTo>
                  <a:pt x="55311" y="82899"/>
                </a:lnTo>
                <a:lnTo>
                  <a:pt x="54661" y="75775"/>
                </a:lnTo>
                <a:lnTo>
                  <a:pt x="54444" y="69342"/>
                </a:lnTo>
                <a:lnTo>
                  <a:pt x="55333" y="55417"/>
                </a:lnTo>
                <a:lnTo>
                  <a:pt x="76445" y="20548"/>
                </a:lnTo>
                <a:lnTo>
                  <a:pt x="108013" y="13208"/>
                </a:lnTo>
                <a:lnTo>
                  <a:pt x="110617" y="13208"/>
                </a:lnTo>
                <a:lnTo>
                  <a:pt x="110617" y="0"/>
                </a:lnTo>
                <a:close/>
              </a:path>
            </a:pathLst>
          </a:custGeom>
          <a:solidFill>
            <a:srgbClr val="000000"/>
          </a:solidFill>
        </p:spPr>
        <p:txBody>
          <a:bodyPr wrap="square" lIns="0" tIns="0" rIns="0" bIns="0" rtlCol="0"/>
          <a:lstStyle/>
          <a:p>
            <a:endParaRPr/>
          </a:p>
        </p:txBody>
      </p:sp>
      <p:sp>
        <p:nvSpPr>
          <p:cNvPr id="9" name="object 9">
            <a:extLst>
              <a:ext uri="{FF2B5EF4-FFF2-40B4-BE49-F238E27FC236}">
                <a16:creationId xmlns:a16="http://schemas.microsoft.com/office/drawing/2014/main" id="{57048CC7-990D-7A76-1734-80C3D06BA452}"/>
              </a:ext>
            </a:extLst>
          </p:cNvPr>
          <p:cNvSpPr txBox="1"/>
          <p:nvPr/>
        </p:nvSpPr>
        <p:spPr>
          <a:xfrm>
            <a:off x="2287028" y="3296582"/>
            <a:ext cx="4027804" cy="879475"/>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Network </a:t>
            </a:r>
            <a:r>
              <a:rPr sz="2800" spc="-20" dirty="0">
                <a:latin typeface="Calibri"/>
                <a:cs typeface="Calibri"/>
              </a:rPr>
              <a:t>parameters </a:t>
            </a:r>
            <a:r>
              <a:rPr sz="2800" spc="-5" dirty="0">
                <a:latin typeface="Cambria Math"/>
                <a:cs typeface="Cambria Math"/>
              </a:rPr>
              <a:t>𝜃</a:t>
            </a:r>
            <a:r>
              <a:rPr sz="2800" spc="250" dirty="0">
                <a:latin typeface="Cambria Math"/>
                <a:cs typeface="Cambria Math"/>
              </a:rPr>
              <a:t> </a:t>
            </a:r>
            <a:r>
              <a:rPr sz="2800" spc="-5" dirty="0">
                <a:latin typeface="Cambria Math"/>
                <a:cs typeface="Cambria Math"/>
              </a:rPr>
              <a:t>=</a:t>
            </a:r>
            <a:endParaRPr sz="2800">
              <a:latin typeface="Cambria Math"/>
              <a:cs typeface="Cambria Math"/>
            </a:endParaRPr>
          </a:p>
          <a:p>
            <a:pPr marL="149225">
              <a:lnSpc>
                <a:spcPct val="100000"/>
              </a:lnSpc>
              <a:spcBef>
                <a:spcPts val="5"/>
              </a:spcBef>
            </a:pPr>
            <a:r>
              <a:rPr sz="2800" dirty="0">
                <a:latin typeface="Cambria Math"/>
                <a:cs typeface="Cambria Math"/>
              </a:rPr>
              <a:t>𝑤</a:t>
            </a:r>
            <a:r>
              <a:rPr sz="3075" baseline="-16260" dirty="0">
                <a:latin typeface="Cambria Math"/>
                <a:cs typeface="Cambria Math"/>
              </a:rPr>
              <a:t>1</a:t>
            </a:r>
            <a:r>
              <a:rPr sz="2800" dirty="0">
                <a:latin typeface="Cambria Math"/>
                <a:cs typeface="Cambria Math"/>
              </a:rPr>
              <a:t>,</a:t>
            </a:r>
            <a:r>
              <a:rPr sz="2800" spc="-155" dirty="0">
                <a:latin typeface="Cambria Math"/>
                <a:cs typeface="Cambria Math"/>
              </a:rPr>
              <a:t> </a:t>
            </a:r>
            <a:r>
              <a:rPr sz="2800" spc="10" dirty="0">
                <a:latin typeface="Cambria Math"/>
                <a:cs typeface="Cambria Math"/>
              </a:rPr>
              <a:t>𝑤</a:t>
            </a:r>
            <a:r>
              <a:rPr sz="3075" spc="15" baseline="-16260" dirty="0">
                <a:latin typeface="Cambria Math"/>
                <a:cs typeface="Cambria Math"/>
              </a:rPr>
              <a:t>2</a:t>
            </a:r>
            <a:r>
              <a:rPr sz="2800" spc="10" dirty="0">
                <a:latin typeface="Cambria Math"/>
                <a:cs typeface="Cambria Math"/>
              </a:rPr>
              <a:t>,</a:t>
            </a:r>
            <a:r>
              <a:rPr sz="2800" spc="-155" dirty="0">
                <a:latin typeface="Cambria Math"/>
                <a:cs typeface="Cambria Math"/>
              </a:rPr>
              <a:t> </a:t>
            </a:r>
            <a:r>
              <a:rPr sz="2800" spc="15" dirty="0">
                <a:latin typeface="Cambria Math"/>
                <a:cs typeface="Cambria Math"/>
              </a:rPr>
              <a:t>𝑤</a:t>
            </a:r>
            <a:r>
              <a:rPr sz="3075" spc="22" baseline="-16260" dirty="0">
                <a:latin typeface="Cambria Math"/>
                <a:cs typeface="Cambria Math"/>
              </a:rPr>
              <a:t>3</a:t>
            </a:r>
            <a:r>
              <a:rPr sz="2800" spc="15" dirty="0">
                <a:latin typeface="Cambria Math"/>
                <a:cs typeface="Cambria Math"/>
              </a:rPr>
              <a:t>,</a:t>
            </a:r>
            <a:r>
              <a:rPr sz="2800" spc="-155" dirty="0">
                <a:latin typeface="Cambria Math"/>
                <a:cs typeface="Cambria Math"/>
              </a:rPr>
              <a:t> </a:t>
            </a:r>
            <a:r>
              <a:rPr sz="2800" spc="-5" dirty="0">
                <a:latin typeface="Cambria Math"/>
                <a:cs typeface="Cambria Math"/>
              </a:rPr>
              <a:t>⋯</a:t>
            </a:r>
            <a:r>
              <a:rPr sz="2800" spc="-165" dirty="0">
                <a:latin typeface="Cambria Math"/>
                <a:cs typeface="Cambria Math"/>
              </a:rPr>
              <a:t> </a:t>
            </a:r>
            <a:r>
              <a:rPr sz="2800" spc="-5" dirty="0">
                <a:latin typeface="Cambria Math"/>
                <a:cs typeface="Cambria Math"/>
              </a:rPr>
              <a:t>,</a:t>
            </a:r>
            <a:r>
              <a:rPr sz="2800" spc="-155" dirty="0">
                <a:latin typeface="Cambria Math"/>
                <a:cs typeface="Cambria Math"/>
              </a:rPr>
              <a:t> </a:t>
            </a:r>
            <a:r>
              <a:rPr sz="2800" dirty="0">
                <a:latin typeface="Cambria Math"/>
                <a:cs typeface="Cambria Math"/>
              </a:rPr>
              <a:t>𝑏</a:t>
            </a:r>
            <a:r>
              <a:rPr sz="3075" baseline="-16260" dirty="0">
                <a:latin typeface="Cambria Math"/>
                <a:cs typeface="Cambria Math"/>
              </a:rPr>
              <a:t>1</a:t>
            </a:r>
            <a:r>
              <a:rPr sz="2800" dirty="0">
                <a:latin typeface="Cambria Math"/>
                <a:cs typeface="Cambria Math"/>
              </a:rPr>
              <a:t>,</a:t>
            </a:r>
            <a:r>
              <a:rPr sz="2800" spc="-155" dirty="0">
                <a:latin typeface="Cambria Math"/>
                <a:cs typeface="Cambria Math"/>
              </a:rPr>
              <a:t> </a:t>
            </a:r>
            <a:r>
              <a:rPr sz="2800" spc="15" dirty="0">
                <a:latin typeface="Cambria Math"/>
                <a:cs typeface="Cambria Math"/>
              </a:rPr>
              <a:t>𝑏</a:t>
            </a:r>
            <a:r>
              <a:rPr sz="3075" spc="22" baseline="-16260" dirty="0">
                <a:latin typeface="Cambria Math"/>
                <a:cs typeface="Cambria Math"/>
              </a:rPr>
              <a:t>2</a:t>
            </a:r>
            <a:r>
              <a:rPr sz="2800" spc="15" dirty="0">
                <a:latin typeface="Cambria Math"/>
                <a:cs typeface="Cambria Math"/>
              </a:rPr>
              <a:t>,</a:t>
            </a:r>
            <a:r>
              <a:rPr sz="2800" spc="-150" dirty="0">
                <a:latin typeface="Cambria Math"/>
                <a:cs typeface="Cambria Math"/>
              </a:rPr>
              <a:t> </a:t>
            </a:r>
            <a:r>
              <a:rPr sz="2800" spc="15" dirty="0">
                <a:latin typeface="Cambria Math"/>
                <a:cs typeface="Cambria Math"/>
              </a:rPr>
              <a:t>𝑏</a:t>
            </a:r>
            <a:r>
              <a:rPr sz="3075" spc="22" baseline="-16260" dirty="0">
                <a:latin typeface="Cambria Math"/>
                <a:cs typeface="Cambria Math"/>
              </a:rPr>
              <a:t>3</a:t>
            </a:r>
            <a:r>
              <a:rPr sz="2800" spc="15" dirty="0">
                <a:latin typeface="Cambria Math"/>
                <a:cs typeface="Cambria Math"/>
              </a:rPr>
              <a:t>,</a:t>
            </a:r>
            <a:r>
              <a:rPr sz="2800" spc="-155" dirty="0">
                <a:latin typeface="Cambria Math"/>
                <a:cs typeface="Cambria Math"/>
              </a:rPr>
              <a:t> </a:t>
            </a:r>
            <a:r>
              <a:rPr sz="2800" spc="-5" dirty="0">
                <a:latin typeface="Cambria Math"/>
                <a:cs typeface="Cambria Math"/>
              </a:rPr>
              <a:t>⋯</a:t>
            </a:r>
            <a:endParaRPr sz="2800">
              <a:latin typeface="Cambria Math"/>
              <a:cs typeface="Cambria Math"/>
            </a:endParaRPr>
          </a:p>
        </p:txBody>
      </p:sp>
      <p:sp>
        <p:nvSpPr>
          <p:cNvPr id="10" name="object 10">
            <a:extLst>
              <a:ext uri="{FF2B5EF4-FFF2-40B4-BE49-F238E27FC236}">
                <a16:creationId xmlns:a16="http://schemas.microsoft.com/office/drawing/2014/main" id="{A76594A5-A6C6-7B43-90B5-A19C7B476DB0}"/>
              </a:ext>
            </a:extLst>
          </p:cNvPr>
          <p:cNvSpPr txBox="1"/>
          <p:nvPr/>
        </p:nvSpPr>
        <p:spPr>
          <a:xfrm>
            <a:off x="2156574" y="2498641"/>
            <a:ext cx="4270375" cy="452120"/>
          </a:xfrm>
          <a:prstGeom prst="rect">
            <a:avLst/>
          </a:prstGeom>
        </p:spPr>
        <p:txBody>
          <a:bodyPr vert="horz" wrap="square" lIns="0" tIns="12065" rIns="0" bIns="0" rtlCol="0">
            <a:spAutoFit/>
          </a:bodyPr>
          <a:lstStyle/>
          <a:p>
            <a:pPr marL="12700">
              <a:lnSpc>
                <a:spcPct val="100000"/>
              </a:lnSpc>
              <a:spcBef>
                <a:spcPts val="95"/>
              </a:spcBef>
            </a:pPr>
            <a:r>
              <a:rPr lang="zh-CN" altLang="en-US" sz="2800" spc="-20" dirty="0">
                <a:latin typeface="Calibri"/>
                <a:cs typeface="Calibri"/>
              </a:rPr>
              <a:t>列举所有可能的值</a:t>
            </a:r>
            <a:endParaRPr sz="2800" dirty="0">
              <a:latin typeface="Calibri"/>
              <a:cs typeface="Calibri"/>
            </a:endParaRPr>
          </a:p>
        </p:txBody>
      </p:sp>
      <p:sp>
        <p:nvSpPr>
          <p:cNvPr id="11" name="object 11">
            <a:extLst>
              <a:ext uri="{FF2B5EF4-FFF2-40B4-BE49-F238E27FC236}">
                <a16:creationId xmlns:a16="http://schemas.microsoft.com/office/drawing/2014/main" id="{62AD1F81-B2C8-34A3-D200-BFCD0A2C7461}"/>
              </a:ext>
            </a:extLst>
          </p:cNvPr>
          <p:cNvSpPr/>
          <p:nvPr/>
        </p:nvSpPr>
        <p:spPr>
          <a:xfrm>
            <a:off x="7194207" y="2689064"/>
            <a:ext cx="746760" cy="2676525"/>
          </a:xfrm>
          <a:custGeom>
            <a:avLst/>
            <a:gdLst/>
            <a:ahLst/>
            <a:cxnLst/>
            <a:rect l="l" t="t" r="r" b="b"/>
            <a:pathLst>
              <a:path w="746759" h="2676525">
                <a:moveTo>
                  <a:pt x="0" y="2676143"/>
                </a:moveTo>
                <a:lnTo>
                  <a:pt x="746760" y="2676143"/>
                </a:lnTo>
                <a:lnTo>
                  <a:pt x="746760" y="0"/>
                </a:lnTo>
                <a:lnTo>
                  <a:pt x="0" y="0"/>
                </a:lnTo>
                <a:lnTo>
                  <a:pt x="0" y="2676143"/>
                </a:lnTo>
                <a:close/>
              </a:path>
            </a:pathLst>
          </a:custGeom>
          <a:solidFill>
            <a:srgbClr val="D9D9D9"/>
          </a:solidFill>
        </p:spPr>
        <p:txBody>
          <a:bodyPr wrap="square" lIns="0" tIns="0" rIns="0" bIns="0" rtlCol="0"/>
          <a:lstStyle/>
          <a:p>
            <a:endParaRPr/>
          </a:p>
        </p:txBody>
      </p:sp>
      <p:sp>
        <p:nvSpPr>
          <p:cNvPr id="12" name="object 12">
            <a:extLst>
              <a:ext uri="{FF2B5EF4-FFF2-40B4-BE49-F238E27FC236}">
                <a16:creationId xmlns:a16="http://schemas.microsoft.com/office/drawing/2014/main" id="{9F0662D0-5794-D232-8A39-82130E223D9A}"/>
              </a:ext>
            </a:extLst>
          </p:cNvPr>
          <p:cNvSpPr txBox="1"/>
          <p:nvPr/>
        </p:nvSpPr>
        <p:spPr>
          <a:xfrm>
            <a:off x="7176680" y="2248756"/>
            <a:ext cx="825500" cy="391160"/>
          </a:xfrm>
          <a:prstGeom prst="rect">
            <a:avLst/>
          </a:prstGeom>
        </p:spPr>
        <p:txBody>
          <a:bodyPr vert="horz" wrap="square" lIns="0" tIns="12700" rIns="0" bIns="0" rtlCol="0">
            <a:spAutoFit/>
          </a:bodyPr>
          <a:lstStyle/>
          <a:p>
            <a:pPr marL="12700">
              <a:lnSpc>
                <a:spcPct val="100000"/>
              </a:lnSpc>
              <a:spcBef>
                <a:spcPts val="100"/>
              </a:spcBef>
            </a:pPr>
            <a:r>
              <a:rPr sz="2400" spc="-15" dirty="0">
                <a:latin typeface="Calibri"/>
                <a:cs typeface="Calibri"/>
              </a:rPr>
              <a:t>Layer</a:t>
            </a:r>
            <a:r>
              <a:rPr sz="2400" spc="-95" dirty="0">
                <a:latin typeface="Calibri"/>
                <a:cs typeface="Calibri"/>
              </a:rPr>
              <a:t> </a:t>
            </a:r>
            <a:r>
              <a:rPr sz="2400" dirty="0">
                <a:latin typeface="Calibri"/>
                <a:cs typeface="Calibri"/>
              </a:rPr>
              <a:t>l</a:t>
            </a:r>
            <a:endParaRPr sz="2400">
              <a:latin typeface="Calibri"/>
              <a:cs typeface="Calibri"/>
            </a:endParaRPr>
          </a:p>
        </p:txBody>
      </p:sp>
      <p:sp>
        <p:nvSpPr>
          <p:cNvPr id="13" name="object 13">
            <a:extLst>
              <a:ext uri="{FF2B5EF4-FFF2-40B4-BE49-F238E27FC236}">
                <a16:creationId xmlns:a16="http://schemas.microsoft.com/office/drawing/2014/main" id="{EB6BB082-6BD3-7488-A6EC-EADE9A30D8E2}"/>
              </a:ext>
            </a:extLst>
          </p:cNvPr>
          <p:cNvSpPr/>
          <p:nvPr/>
        </p:nvSpPr>
        <p:spPr>
          <a:xfrm>
            <a:off x="7291742" y="2699732"/>
            <a:ext cx="573024" cy="574548"/>
          </a:xfrm>
          <a:prstGeom prst="rect">
            <a:avLst/>
          </a:prstGeom>
          <a:blipFill>
            <a:blip r:embed="rId5" cstate="print"/>
            <a:stretch>
              <a:fillRect/>
            </a:stretch>
          </a:blipFill>
        </p:spPr>
        <p:txBody>
          <a:bodyPr wrap="square" lIns="0" tIns="0" rIns="0" bIns="0" rtlCol="0"/>
          <a:lstStyle/>
          <a:p>
            <a:endParaRPr/>
          </a:p>
        </p:txBody>
      </p:sp>
      <p:sp>
        <p:nvSpPr>
          <p:cNvPr id="14" name="object 14">
            <a:extLst>
              <a:ext uri="{FF2B5EF4-FFF2-40B4-BE49-F238E27FC236}">
                <a16:creationId xmlns:a16="http://schemas.microsoft.com/office/drawing/2014/main" id="{81E9895B-8F36-C305-28F6-A6E68884C23C}"/>
              </a:ext>
            </a:extLst>
          </p:cNvPr>
          <p:cNvSpPr/>
          <p:nvPr/>
        </p:nvSpPr>
        <p:spPr>
          <a:xfrm>
            <a:off x="7291742" y="2699732"/>
            <a:ext cx="573405" cy="574675"/>
          </a:xfrm>
          <a:custGeom>
            <a:avLst/>
            <a:gdLst/>
            <a:ahLst/>
            <a:cxnLst/>
            <a:rect l="l" t="t" r="r" b="b"/>
            <a:pathLst>
              <a:path w="573404" h="574675">
                <a:moveTo>
                  <a:pt x="0" y="287274"/>
                </a:moveTo>
                <a:lnTo>
                  <a:pt x="3749" y="240684"/>
                </a:lnTo>
                <a:lnTo>
                  <a:pt x="14606" y="196486"/>
                </a:lnTo>
                <a:lnTo>
                  <a:pt x="31978" y="155270"/>
                </a:lnTo>
                <a:lnTo>
                  <a:pt x="55278" y="117628"/>
                </a:lnTo>
                <a:lnTo>
                  <a:pt x="83915" y="84153"/>
                </a:lnTo>
                <a:lnTo>
                  <a:pt x="117299" y="55437"/>
                </a:lnTo>
                <a:lnTo>
                  <a:pt x="154840" y="32071"/>
                </a:lnTo>
                <a:lnTo>
                  <a:pt x="195949" y="14648"/>
                </a:lnTo>
                <a:lnTo>
                  <a:pt x="240036" y="3760"/>
                </a:lnTo>
                <a:lnTo>
                  <a:pt x="286512" y="0"/>
                </a:lnTo>
                <a:lnTo>
                  <a:pt x="332987" y="3760"/>
                </a:lnTo>
                <a:lnTo>
                  <a:pt x="377074" y="14648"/>
                </a:lnTo>
                <a:lnTo>
                  <a:pt x="418183" y="32071"/>
                </a:lnTo>
                <a:lnTo>
                  <a:pt x="455724" y="55437"/>
                </a:lnTo>
                <a:lnTo>
                  <a:pt x="489108" y="84153"/>
                </a:lnTo>
                <a:lnTo>
                  <a:pt x="517745" y="117628"/>
                </a:lnTo>
                <a:lnTo>
                  <a:pt x="541045" y="155270"/>
                </a:lnTo>
                <a:lnTo>
                  <a:pt x="558417" y="196486"/>
                </a:lnTo>
                <a:lnTo>
                  <a:pt x="569274" y="240684"/>
                </a:lnTo>
                <a:lnTo>
                  <a:pt x="573024" y="287274"/>
                </a:lnTo>
                <a:lnTo>
                  <a:pt x="569274" y="333863"/>
                </a:lnTo>
                <a:lnTo>
                  <a:pt x="558417" y="378061"/>
                </a:lnTo>
                <a:lnTo>
                  <a:pt x="541045" y="419277"/>
                </a:lnTo>
                <a:lnTo>
                  <a:pt x="517745" y="456919"/>
                </a:lnTo>
                <a:lnTo>
                  <a:pt x="489108" y="490394"/>
                </a:lnTo>
                <a:lnTo>
                  <a:pt x="455724" y="519110"/>
                </a:lnTo>
                <a:lnTo>
                  <a:pt x="418183" y="542476"/>
                </a:lnTo>
                <a:lnTo>
                  <a:pt x="377074" y="559899"/>
                </a:lnTo>
                <a:lnTo>
                  <a:pt x="332987" y="570787"/>
                </a:lnTo>
                <a:lnTo>
                  <a:pt x="286512" y="574548"/>
                </a:lnTo>
                <a:lnTo>
                  <a:pt x="240036" y="570787"/>
                </a:lnTo>
                <a:lnTo>
                  <a:pt x="195949" y="559899"/>
                </a:lnTo>
                <a:lnTo>
                  <a:pt x="154840" y="542476"/>
                </a:lnTo>
                <a:lnTo>
                  <a:pt x="117299" y="519110"/>
                </a:lnTo>
                <a:lnTo>
                  <a:pt x="83915" y="490394"/>
                </a:lnTo>
                <a:lnTo>
                  <a:pt x="55278" y="456919"/>
                </a:lnTo>
                <a:lnTo>
                  <a:pt x="31978" y="419277"/>
                </a:lnTo>
                <a:lnTo>
                  <a:pt x="14606" y="378061"/>
                </a:lnTo>
                <a:lnTo>
                  <a:pt x="3749" y="333863"/>
                </a:lnTo>
                <a:lnTo>
                  <a:pt x="0" y="287274"/>
                </a:lnTo>
                <a:close/>
              </a:path>
            </a:pathLst>
          </a:custGeom>
          <a:ln w="6096">
            <a:solidFill>
              <a:srgbClr val="5B9BD4"/>
            </a:solidFill>
          </a:ln>
        </p:spPr>
        <p:txBody>
          <a:bodyPr wrap="square" lIns="0" tIns="0" rIns="0" bIns="0" rtlCol="0"/>
          <a:lstStyle/>
          <a:p>
            <a:endParaRPr/>
          </a:p>
        </p:txBody>
      </p:sp>
      <p:sp>
        <p:nvSpPr>
          <p:cNvPr id="15" name="object 15">
            <a:extLst>
              <a:ext uri="{FF2B5EF4-FFF2-40B4-BE49-F238E27FC236}">
                <a16:creationId xmlns:a16="http://schemas.microsoft.com/office/drawing/2014/main" id="{CC8E6CBB-F331-0887-87DF-F21BCAA5A424}"/>
              </a:ext>
            </a:extLst>
          </p:cNvPr>
          <p:cNvSpPr/>
          <p:nvPr/>
        </p:nvSpPr>
        <p:spPr>
          <a:xfrm>
            <a:off x="7293266" y="3478496"/>
            <a:ext cx="574548" cy="574547"/>
          </a:xfrm>
          <a:prstGeom prst="rect">
            <a:avLst/>
          </a:prstGeom>
          <a:blipFill>
            <a:blip r:embed="rId6" cstate="print"/>
            <a:stretch>
              <a:fillRect/>
            </a:stretch>
          </a:blipFill>
        </p:spPr>
        <p:txBody>
          <a:bodyPr wrap="square" lIns="0" tIns="0" rIns="0" bIns="0" rtlCol="0"/>
          <a:lstStyle/>
          <a:p>
            <a:endParaRPr/>
          </a:p>
        </p:txBody>
      </p:sp>
      <p:sp>
        <p:nvSpPr>
          <p:cNvPr id="16" name="object 16">
            <a:extLst>
              <a:ext uri="{FF2B5EF4-FFF2-40B4-BE49-F238E27FC236}">
                <a16:creationId xmlns:a16="http://schemas.microsoft.com/office/drawing/2014/main" id="{6C674598-10B1-D17D-F66E-ED32577E6BB9}"/>
              </a:ext>
            </a:extLst>
          </p:cNvPr>
          <p:cNvSpPr/>
          <p:nvPr/>
        </p:nvSpPr>
        <p:spPr>
          <a:xfrm>
            <a:off x="7293266" y="3478496"/>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5B9BD4"/>
            </a:solidFill>
          </a:ln>
        </p:spPr>
        <p:txBody>
          <a:bodyPr wrap="square" lIns="0" tIns="0" rIns="0" bIns="0" rtlCol="0"/>
          <a:lstStyle/>
          <a:p>
            <a:endParaRPr/>
          </a:p>
        </p:txBody>
      </p:sp>
      <p:sp>
        <p:nvSpPr>
          <p:cNvPr id="17" name="object 17">
            <a:extLst>
              <a:ext uri="{FF2B5EF4-FFF2-40B4-BE49-F238E27FC236}">
                <a16:creationId xmlns:a16="http://schemas.microsoft.com/office/drawing/2014/main" id="{BF603B50-C4A7-926C-D67A-0FE06FA67787}"/>
              </a:ext>
            </a:extLst>
          </p:cNvPr>
          <p:cNvSpPr/>
          <p:nvPr/>
        </p:nvSpPr>
        <p:spPr>
          <a:xfrm>
            <a:off x="7282598" y="4706840"/>
            <a:ext cx="573024" cy="573023"/>
          </a:xfrm>
          <a:prstGeom prst="rect">
            <a:avLst/>
          </a:prstGeom>
          <a:blipFill>
            <a:blip r:embed="rId7" cstate="print"/>
            <a:stretch>
              <a:fillRect/>
            </a:stretch>
          </a:blipFill>
        </p:spPr>
        <p:txBody>
          <a:bodyPr wrap="square" lIns="0" tIns="0" rIns="0" bIns="0" rtlCol="0"/>
          <a:lstStyle/>
          <a:p>
            <a:endParaRPr/>
          </a:p>
        </p:txBody>
      </p:sp>
      <p:sp>
        <p:nvSpPr>
          <p:cNvPr id="18" name="object 18">
            <a:extLst>
              <a:ext uri="{FF2B5EF4-FFF2-40B4-BE49-F238E27FC236}">
                <a16:creationId xmlns:a16="http://schemas.microsoft.com/office/drawing/2014/main" id="{B44B1D75-22A9-95B5-00E4-CA40C6A75493}"/>
              </a:ext>
            </a:extLst>
          </p:cNvPr>
          <p:cNvSpPr/>
          <p:nvPr/>
        </p:nvSpPr>
        <p:spPr>
          <a:xfrm>
            <a:off x="7282598" y="4706840"/>
            <a:ext cx="573405" cy="573405"/>
          </a:xfrm>
          <a:custGeom>
            <a:avLst/>
            <a:gdLst/>
            <a:ahLst/>
            <a:cxnLst/>
            <a:rect l="l" t="t" r="r" b="b"/>
            <a:pathLst>
              <a:path w="573404" h="573404">
                <a:moveTo>
                  <a:pt x="0" y="286511"/>
                </a:moveTo>
                <a:lnTo>
                  <a:pt x="3749" y="240036"/>
                </a:lnTo>
                <a:lnTo>
                  <a:pt x="14606" y="195949"/>
                </a:lnTo>
                <a:lnTo>
                  <a:pt x="31978" y="154840"/>
                </a:lnTo>
                <a:lnTo>
                  <a:pt x="55278" y="117299"/>
                </a:lnTo>
                <a:lnTo>
                  <a:pt x="83915" y="83915"/>
                </a:lnTo>
                <a:lnTo>
                  <a:pt x="117299" y="55278"/>
                </a:lnTo>
                <a:lnTo>
                  <a:pt x="154840" y="31978"/>
                </a:lnTo>
                <a:lnTo>
                  <a:pt x="195949" y="14606"/>
                </a:lnTo>
                <a:lnTo>
                  <a:pt x="240036" y="3749"/>
                </a:lnTo>
                <a:lnTo>
                  <a:pt x="286512" y="0"/>
                </a:lnTo>
                <a:lnTo>
                  <a:pt x="332987" y="3749"/>
                </a:lnTo>
                <a:lnTo>
                  <a:pt x="377074" y="14606"/>
                </a:lnTo>
                <a:lnTo>
                  <a:pt x="418183" y="31978"/>
                </a:lnTo>
                <a:lnTo>
                  <a:pt x="455724" y="55278"/>
                </a:lnTo>
                <a:lnTo>
                  <a:pt x="489108" y="83915"/>
                </a:lnTo>
                <a:lnTo>
                  <a:pt x="517745" y="117299"/>
                </a:lnTo>
                <a:lnTo>
                  <a:pt x="541045" y="154840"/>
                </a:lnTo>
                <a:lnTo>
                  <a:pt x="558417" y="195949"/>
                </a:lnTo>
                <a:lnTo>
                  <a:pt x="569274" y="240036"/>
                </a:lnTo>
                <a:lnTo>
                  <a:pt x="573024" y="286511"/>
                </a:lnTo>
                <a:lnTo>
                  <a:pt x="569274" y="332987"/>
                </a:lnTo>
                <a:lnTo>
                  <a:pt x="558417" y="377074"/>
                </a:lnTo>
                <a:lnTo>
                  <a:pt x="541045" y="418183"/>
                </a:lnTo>
                <a:lnTo>
                  <a:pt x="517745" y="455724"/>
                </a:lnTo>
                <a:lnTo>
                  <a:pt x="489108" y="489108"/>
                </a:lnTo>
                <a:lnTo>
                  <a:pt x="455724" y="517745"/>
                </a:lnTo>
                <a:lnTo>
                  <a:pt x="418183" y="541045"/>
                </a:lnTo>
                <a:lnTo>
                  <a:pt x="377074" y="558417"/>
                </a:lnTo>
                <a:lnTo>
                  <a:pt x="332987" y="569274"/>
                </a:lnTo>
                <a:lnTo>
                  <a:pt x="286512" y="573023"/>
                </a:lnTo>
                <a:lnTo>
                  <a:pt x="240036" y="569274"/>
                </a:lnTo>
                <a:lnTo>
                  <a:pt x="195949" y="558417"/>
                </a:lnTo>
                <a:lnTo>
                  <a:pt x="154840" y="541045"/>
                </a:lnTo>
                <a:lnTo>
                  <a:pt x="117299" y="517745"/>
                </a:lnTo>
                <a:lnTo>
                  <a:pt x="83915" y="489108"/>
                </a:lnTo>
                <a:lnTo>
                  <a:pt x="55278" y="455724"/>
                </a:lnTo>
                <a:lnTo>
                  <a:pt x="31978" y="418183"/>
                </a:lnTo>
                <a:lnTo>
                  <a:pt x="14606" y="377074"/>
                </a:lnTo>
                <a:lnTo>
                  <a:pt x="3749" y="332987"/>
                </a:lnTo>
                <a:lnTo>
                  <a:pt x="0" y="286511"/>
                </a:lnTo>
                <a:close/>
              </a:path>
            </a:pathLst>
          </a:custGeom>
          <a:ln w="6096">
            <a:solidFill>
              <a:srgbClr val="5B9BD4"/>
            </a:solidFill>
          </a:ln>
        </p:spPr>
        <p:txBody>
          <a:bodyPr wrap="square" lIns="0" tIns="0" rIns="0" bIns="0" rtlCol="0"/>
          <a:lstStyle/>
          <a:p>
            <a:endParaRPr/>
          </a:p>
        </p:txBody>
      </p:sp>
      <p:sp>
        <p:nvSpPr>
          <p:cNvPr id="19" name="object 19">
            <a:extLst>
              <a:ext uri="{FF2B5EF4-FFF2-40B4-BE49-F238E27FC236}">
                <a16:creationId xmlns:a16="http://schemas.microsoft.com/office/drawing/2014/main" id="{6547ADC5-023A-9733-D24D-474D216A8420}"/>
              </a:ext>
            </a:extLst>
          </p:cNvPr>
          <p:cNvSpPr txBox="1"/>
          <p:nvPr/>
        </p:nvSpPr>
        <p:spPr>
          <a:xfrm>
            <a:off x="7447190" y="4133309"/>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0" name="object 20">
            <a:extLst>
              <a:ext uri="{FF2B5EF4-FFF2-40B4-BE49-F238E27FC236}">
                <a16:creationId xmlns:a16="http://schemas.microsoft.com/office/drawing/2014/main" id="{50BDD513-FDAA-FF9B-4D44-F568906AD79C}"/>
              </a:ext>
            </a:extLst>
          </p:cNvPr>
          <p:cNvSpPr/>
          <p:nvPr/>
        </p:nvSpPr>
        <p:spPr>
          <a:xfrm>
            <a:off x="9405531" y="2667729"/>
            <a:ext cx="745490" cy="2676525"/>
          </a:xfrm>
          <a:custGeom>
            <a:avLst/>
            <a:gdLst/>
            <a:ahLst/>
            <a:cxnLst/>
            <a:rect l="l" t="t" r="r" b="b"/>
            <a:pathLst>
              <a:path w="745490" h="2676525">
                <a:moveTo>
                  <a:pt x="0" y="2676143"/>
                </a:moveTo>
                <a:lnTo>
                  <a:pt x="745235" y="2676143"/>
                </a:lnTo>
                <a:lnTo>
                  <a:pt x="745235" y="0"/>
                </a:lnTo>
                <a:lnTo>
                  <a:pt x="0" y="0"/>
                </a:lnTo>
                <a:lnTo>
                  <a:pt x="0" y="2676143"/>
                </a:lnTo>
                <a:close/>
              </a:path>
            </a:pathLst>
          </a:custGeom>
          <a:solidFill>
            <a:srgbClr val="D9D9D9"/>
          </a:solidFill>
        </p:spPr>
        <p:txBody>
          <a:bodyPr wrap="square" lIns="0" tIns="0" rIns="0" bIns="0" rtlCol="0"/>
          <a:lstStyle/>
          <a:p>
            <a:endParaRPr/>
          </a:p>
        </p:txBody>
      </p:sp>
      <p:sp>
        <p:nvSpPr>
          <p:cNvPr id="21" name="object 21">
            <a:extLst>
              <a:ext uri="{FF2B5EF4-FFF2-40B4-BE49-F238E27FC236}">
                <a16:creationId xmlns:a16="http://schemas.microsoft.com/office/drawing/2014/main" id="{C9FA0B4C-48E3-ECD8-E8DD-24A52356EE44}"/>
              </a:ext>
            </a:extLst>
          </p:cNvPr>
          <p:cNvSpPr txBox="1"/>
          <p:nvPr/>
        </p:nvSpPr>
        <p:spPr>
          <a:xfrm>
            <a:off x="9204743" y="2220053"/>
            <a:ext cx="1132205" cy="391160"/>
          </a:xfrm>
          <a:prstGeom prst="rect">
            <a:avLst/>
          </a:prstGeom>
        </p:spPr>
        <p:txBody>
          <a:bodyPr vert="horz" wrap="square" lIns="0" tIns="12700" rIns="0" bIns="0" rtlCol="0">
            <a:spAutoFit/>
          </a:bodyPr>
          <a:lstStyle/>
          <a:p>
            <a:pPr marL="12700">
              <a:lnSpc>
                <a:spcPct val="100000"/>
              </a:lnSpc>
              <a:spcBef>
                <a:spcPts val="100"/>
              </a:spcBef>
            </a:pPr>
            <a:r>
              <a:rPr sz="2400" spc="-15" dirty="0">
                <a:latin typeface="Calibri"/>
                <a:cs typeface="Calibri"/>
              </a:rPr>
              <a:t>Layer</a:t>
            </a:r>
            <a:r>
              <a:rPr sz="2400" spc="-95" dirty="0">
                <a:latin typeface="Calibri"/>
                <a:cs typeface="Calibri"/>
              </a:rPr>
              <a:t> </a:t>
            </a:r>
            <a:r>
              <a:rPr sz="2400" dirty="0">
                <a:latin typeface="Calibri"/>
                <a:cs typeface="Calibri"/>
              </a:rPr>
              <a:t>l+1</a:t>
            </a:r>
            <a:endParaRPr sz="2400">
              <a:latin typeface="Calibri"/>
              <a:cs typeface="Calibri"/>
            </a:endParaRPr>
          </a:p>
        </p:txBody>
      </p:sp>
      <p:sp>
        <p:nvSpPr>
          <p:cNvPr id="22" name="object 22">
            <a:extLst>
              <a:ext uri="{FF2B5EF4-FFF2-40B4-BE49-F238E27FC236}">
                <a16:creationId xmlns:a16="http://schemas.microsoft.com/office/drawing/2014/main" id="{E2F2CB69-645F-D541-E669-DDB8D4D34313}"/>
              </a:ext>
            </a:extLst>
          </p:cNvPr>
          <p:cNvSpPr/>
          <p:nvPr/>
        </p:nvSpPr>
        <p:spPr>
          <a:xfrm>
            <a:off x="9492398" y="2695160"/>
            <a:ext cx="574548" cy="574548"/>
          </a:xfrm>
          <a:prstGeom prst="rect">
            <a:avLst/>
          </a:prstGeom>
          <a:blipFill>
            <a:blip r:embed="rId8" cstate="print"/>
            <a:stretch>
              <a:fillRect/>
            </a:stretch>
          </a:blipFill>
        </p:spPr>
        <p:txBody>
          <a:bodyPr wrap="square" lIns="0" tIns="0" rIns="0" bIns="0" rtlCol="0"/>
          <a:lstStyle/>
          <a:p>
            <a:endParaRPr/>
          </a:p>
        </p:txBody>
      </p:sp>
      <p:sp>
        <p:nvSpPr>
          <p:cNvPr id="23" name="object 23">
            <a:extLst>
              <a:ext uri="{FF2B5EF4-FFF2-40B4-BE49-F238E27FC236}">
                <a16:creationId xmlns:a16="http://schemas.microsoft.com/office/drawing/2014/main" id="{C2DF6649-E788-4C91-3CE8-C1FD70D541D7}"/>
              </a:ext>
            </a:extLst>
          </p:cNvPr>
          <p:cNvSpPr/>
          <p:nvPr/>
        </p:nvSpPr>
        <p:spPr>
          <a:xfrm>
            <a:off x="9492398" y="2695160"/>
            <a:ext cx="574675" cy="574675"/>
          </a:xfrm>
          <a:custGeom>
            <a:avLst/>
            <a:gdLst/>
            <a:ahLst/>
            <a:cxnLst/>
            <a:rect l="l" t="t" r="r" b="b"/>
            <a:pathLst>
              <a:path w="574675" h="574675">
                <a:moveTo>
                  <a:pt x="0" y="287274"/>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4"/>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8"/>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4"/>
                </a:lnTo>
                <a:close/>
              </a:path>
            </a:pathLst>
          </a:custGeom>
          <a:ln w="6096">
            <a:solidFill>
              <a:srgbClr val="EC7C30"/>
            </a:solidFill>
          </a:ln>
        </p:spPr>
        <p:txBody>
          <a:bodyPr wrap="square" lIns="0" tIns="0" rIns="0" bIns="0" rtlCol="0"/>
          <a:lstStyle/>
          <a:p>
            <a:endParaRPr/>
          </a:p>
        </p:txBody>
      </p:sp>
      <p:sp>
        <p:nvSpPr>
          <p:cNvPr id="24" name="object 24">
            <a:extLst>
              <a:ext uri="{FF2B5EF4-FFF2-40B4-BE49-F238E27FC236}">
                <a16:creationId xmlns:a16="http://schemas.microsoft.com/office/drawing/2014/main" id="{8E44665E-4F06-E924-D86A-90337D2175D7}"/>
              </a:ext>
            </a:extLst>
          </p:cNvPr>
          <p:cNvSpPr/>
          <p:nvPr/>
        </p:nvSpPr>
        <p:spPr>
          <a:xfrm>
            <a:off x="9493922" y="3473925"/>
            <a:ext cx="574548" cy="574548"/>
          </a:xfrm>
          <a:prstGeom prst="rect">
            <a:avLst/>
          </a:prstGeom>
          <a:blipFill>
            <a:blip r:embed="rId9" cstate="print"/>
            <a:stretch>
              <a:fillRect/>
            </a:stretch>
          </a:blipFill>
        </p:spPr>
        <p:txBody>
          <a:bodyPr wrap="square" lIns="0" tIns="0" rIns="0" bIns="0" rtlCol="0"/>
          <a:lstStyle/>
          <a:p>
            <a:endParaRPr/>
          </a:p>
        </p:txBody>
      </p:sp>
      <p:sp>
        <p:nvSpPr>
          <p:cNvPr id="25" name="object 25">
            <a:extLst>
              <a:ext uri="{FF2B5EF4-FFF2-40B4-BE49-F238E27FC236}">
                <a16:creationId xmlns:a16="http://schemas.microsoft.com/office/drawing/2014/main" id="{62963F44-40F1-775C-6398-B42F58F54987}"/>
              </a:ext>
            </a:extLst>
          </p:cNvPr>
          <p:cNvSpPr/>
          <p:nvPr/>
        </p:nvSpPr>
        <p:spPr>
          <a:xfrm>
            <a:off x="9493922" y="3473925"/>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26" name="object 26">
            <a:extLst>
              <a:ext uri="{FF2B5EF4-FFF2-40B4-BE49-F238E27FC236}">
                <a16:creationId xmlns:a16="http://schemas.microsoft.com/office/drawing/2014/main" id="{F439BE7D-5390-A924-A241-1ADAD5CC0727}"/>
              </a:ext>
            </a:extLst>
          </p:cNvPr>
          <p:cNvSpPr/>
          <p:nvPr/>
        </p:nvSpPr>
        <p:spPr>
          <a:xfrm>
            <a:off x="9483255" y="4702269"/>
            <a:ext cx="574548" cy="573024"/>
          </a:xfrm>
          <a:prstGeom prst="rect">
            <a:avLst/>
          </a:prstGeom>
          <a:blipFill>
            <a:blip r:embed="rId10" cstate="print"/>
            <a:stretch>
              <a:fillRect/>
            </a:stretch>
          </a:blipFill>
        </p:spPr>
        <p:txBody>
          <a:bodyPr wrap="square" lIns="0" tIns="0" rIns="0" bIns="0" rtlCol="0"/>
          <a:lstStyle/>
          <a:p>
            <a:endParaRPr/>
          </a:p>
        </p:txBody>
      </p:sp>
      <p:sp>
        <p:nvSpPr>
          <p:cNvPr id="27" name="object 27">
            <a:extLst>
              <a:ext uri="{FF2B5EF4-FFF2-40B4-BE49-F238E27FC236}">
                <a16:creationId xmlns:a16="http://schemas.microsoft.com/office/drawing/2014/main" id="{71CC1772-B66D-4B1B-1584-1053009FFCA7}"/>
              </a:ext>
            </a:extLst>
          </p:cNvPr>
          <p:cNvSpPr/>
          <p:nvPr/>
        </p:nvSpPr>
        <p:spPr>
          <a:xfrm>
            <a:off x="9483255" y="4702269"/>
            <a:ext cx="574675" cy="573405"/>
          </a:xfrm>
          <a:custGeom>
            <a:avLst/>
            <a:gdLst/>
            <a:ahLst/>
            <a:cxnLst/>
            <a:rect l="l" t="t" r="r" b="b"/>
            <a:pathLst>
              <a:path w="574675" h="573404">
                <a:moveTo>
                  <a:pt x="0" y="286512"/>
                </a:moveTo>
                <a:lnTo>
                  <a:pt x="3760" y="240036"/>
                </a:lnTo>
                <a:lnTo>
                  <a:pt x="14648" y="195949"/>
                </a:lnTo>
                <a:lnTo>
                  <a:pt x="32071" y="154840"/>
                </a:lnTo>
                <a:lnTo>
                  <a:pt x="55437" y="117299"/>
                </a:lnTo>
                <a:lnTo>
                  <a:pt x="84153" y="83915"/>
                </a:lnTo>
                <a:lnTo>
                  <a:pt x="117628" y="55278"/>
                </a:lnTo>
                <a:lnTo>
                  <a:pt x="155270" y="31978"/>
                </a:lnTo>
                <a:lnTo>
                  <a:pt x="196486" y="14606"/>
                </a:lnTo>
                <a:lnTo>
                  <a:pt x="240684" y="3749"/>
                </a:lnTo>
                <a:lnTo>
                  <a:pt x="287274" y="0"/>
                </a:lnTo>
                <a:lnTo>
                  <a:pt x="333863" y="3749"/>
                </a:lnTo>
                <a:lnTo>
                  <a:pt x="378061" y="14606"/>
                </a:lnTo>
                <a:lnTo>
                  <a:pt x="419277" y="31978"/>
                </a:lnTo>
                <a:lnTo>
                  <a:pt x="456919" y="55278"/>
                </a:lnTo>
                <a:lnTo>
                  <a:pt x="490394" y="83915"/>
                </a:lnTo>
                <a:lnTo>
                  <a:pt x="519110" y="117299"/>
                </a:lnTo>
                <a:lnTo>
                  <a:pt x="542476" y="154840"/>
                </a:lnTo>
                <a:lnTo>
                  <a:pt x="559899" y="195949"/>
                </a:lnTo>
                <a:lnTo>
                  <a:pt x="570787" y="240036"/>
                </a:lnTo>
                <a:lnTo>
                  <a:pt x="574548" y="286512"/>
                </a:lnTo>
                <a:lnTo>
                  <a:pt x="570787" y="332987"/>
                </a:lnTo>
                <a:lnTo>
                  <a:pt x="559899" y="377074"/>
                </a:lnTo>
                <a:lnTo>
                  <a:pt x="542476" y="418183"/>
                </a:lnTo>
                <a:lnTo>
                  <a:pt x="519110" y="455724"/>
                </a:lnTo>
                <a:lnTo>
                  <a:pt x="490394" y="489108"/>
                </a:lnTo>
                <a:lnTo>
                  <a:pt x="456919" y="517745"/>
                </a:lnTo>
                <a:lnTo>
                  <a:pt x="419277" y="541045"/>
                </a:lnTo>
                <a:lnTo>
                  <a:pt x="378061" y="558417"/>
                </a:lnTo>
                <a:lnTo>
                  <a:pt x="333863" y="569274"/>
                </a:lnTo>
                <a:lnTo>
                  <a:pt x="287274" y="573024"/>
                </a:lnTo>
                <a:lnTo>
                  <a:pt x="240684" y="569274"/>
                </a:lnTo>
                <a:lnTo>
                  <a:pt x="196486" y="558417"/>
                </a:lnTo>
                <a:lnTo>
                  <a:pt x="155270" y="541045"/>
                </a:lnTo>
                <a:lnTo>
                  <a:pt x="117628" y="517745"/>
                </a:lnTo>
                <a:lnTo>
                  <a:pt x="84153" y="489108"/>
                </a:lnTo>
                <a:lnTo>
                  <a:pt x="55437" y="455724"/>
                </a:lnTo>
                <a:lnTo>
                  <a:pt x="32071" y="418183"/>
                </a:lnTo>
                <a:lnTo>
                  <a:pt x="14648" y="377074"/>
                </a:lnTo>
                <a:lnTo>
                  <a:pt x="3760" y="332987"/>
                </a:lnTo>
                <a:lnTo>
                  <a:pt x="0" y="286512"/>
                </a:lnTo>
                <a:close/>
              </a:path>
            </a:pathLst>
          </a:custGeom>
          <a:ln w="6096">
            <a:solidFill>
              <a:srgbClr val="EC7C30"/>
            </a:solidFill>
          </a:ln>
        </p:spPr>
        <p:txBody>
          <a:bodyPr wrap="square" lIns="0" tIns="0" rIns="0" bIns="0" rtlCol="0"/>
          <a:lstStyle/>
          <a:p>
            <a:endParaRPr/>
          </a:p>
        </p:txBody>
      </p:sp>
      <p:sp>
        <p:nvSpPr>
          <p:cNvPr id="28" name="object 28">
            <a:extLst>
              <a:ext uri="{FF2B5EF4-FFF2-40B4-BE49-F238E27FC236}">
                <a16:creationId xmlns:a16="http://schemas.microsoft.com/office/drawing/2014/main" id="{54638078-0F42-CBDD-9A0E-DE47D0E16505}"/>
              </a:ext>
            </a:extLst>
          </p:cNvPr>
          <p:cNvSpPr txBox="1"/>
          <p:nvPr/>
        </p:nvSpPr>
        <p:spPr>
          <a:xfrm>
            <a:off x="9648481" y="4128483"/>
            <a:ext cx="381000" cy="516255"/>
          </a:xfrm>
          <a:prstGeom prst="rect">
            <a:avLst/>
          </a:prstGeom>
        </p:spPr>
        <p:txBody>
          <a:bodyPr vert="vert" wrap="square" lIns="0" tIns="0" rIns="0" bIns="0" rtlCol="0">
            <a:spAutoFit/>
          </a:bodyPr>
          <a:lstStyle/>
          <a:p>
            <a:pPr marL="12700">
              <a:lnSpc>
                <a:spcPts val="2755"/>
              </a:lnSpc>
            </a:pPr>
            <a:r>
              <a:rPr sz="2800" dirty="0">
                <a:latin typeface="Calibri"/>
                <a:cs typeface="Calibri"/>
              </a:rPr>
              <a:t>……</a:t>
            </a:r>
            <a:endParaRPr sz="2800">
              <a:latin typeface="Calibri"/>
              <a:cs typeface="Calibri"/>
            </a:endParaRPr>
          </a:p>
        </p:txBody>
      </p:sp>
      <p:sp>
        <p:nvSpPr>
          <p:cNvPr id="29" name="object 29">
            <a:extLst>
              <a:ext uri="{FF2B5EF4-FFF2-40B4-BE49-F238E27FC236}">
                <a16:creationId xmlns:a16="http://schemas.microsoft.com/office/drawing/2014/main" id="{DD498B2B-CB89-601C-343D-51EF2CE2C723}"/>
              </a:ext>
            </a:extLst>
          </p:cNvPr>
          <p:cNvSpPr/>
          <p:nvPr/>
        </p:nvSpPr>
        <p:spPr>
          <a:xfrm>
            <a:off x="7865528" y="2943827"/>
            <a:ext cx="1626870" cy="78105"/>
          </a:xfrm>
          <a:custGeom>
            <a:avLst/>
            <a:gdLst/>
            <a:ahLst/>
            <a:cxnLst/>
            <a:rect l="l" t="t" r="r" b="b"/>
            <a:pathLst>
              <a:path w="1626870" h="78104">
                <a:moveTo>
                  <a:pt x="1600878" y="25780"/>
                </a:moveTo>
                <a:lnTo>
                  <a:pt x="1561973" y="25780"/>
                </a:lnTo>
                <a:lnTo>
                  <a:pt x="1562100" y="51688"/>
                </a:lnTo>
                <a:lnTo>
                  <a:pt x="1549061" y="51727"/>
                </a:lnTo>
                <a:lnTo>
                  <a:pt x="1549146" y="77724"/>
                </a:lnTo>
                <a:lnTo>
                  <a:pt x="1626743" y="38607"/>
                </a:lnTo>
                <a:lnTo>
                  <a:pt x="1600878" y="25780"/>
                </a:lnTo>
                <a:close/>
              </a:path>
              <a:path w="1626870" h="78104">
                <a:moveTo>
                  <a:pt x="1548976" y="25819"/>
                </a:moveTo>
                <a:lnTo>
                  <a:pt x="0" y="30352"/>
                </a:lnTo>
                <a:lnTo>
                  <a:pt x="0" y="56261"/>
                </a:lnTo>
                <a:lnTo>
                  <a:pt x="1549061" y="51727"/>
                </a:lnTo>
                <a:lnTo>
                  <a:pt x="1548976" y="25819"/>
                </a:lnTo>
                <a:close/>
              </a:path>
              <a:path w="1626870" h="78104">
                <a:moveTo>
                  <a:pt x="1561973" y="25780"/>
                </a:moveTo>
                <a:lnTo>
                  <a:pt x="1548976" y="25819"/>
                </a:lnTo>
                <a:lnTo>
                  <a:pt x="1549061" y="51727"/>
                </a:lnTo>
                <a:lnTo>
                  <a:pt x="1562100" y="51688"/>
                </a:lnTo>
                <a:lnTo>
                  <a:pt x="1561973" y="25780"/>
                </a:lnTo>
                <a:close/>
              </a:path>
              <a:path w="1626870" h="78104">
                <a:moveTo>
                  <a:pt x="1548892" y="0"/>
                </a:moveTo>
                <a:lnTo>
                  <a:pt x="1548976" y="25819"/>
                </a:lnTo>
                <a:lnTo>
                  <a:pt x="1600878" y="25780"/>
                </a:lnTo>
                <a:lnTo>
                  <a:pt x="1548892" y="0"/>
                </a:lnTo>
                <a:close/>
              </a:path>
            </a:pathLst>
          </a:custGeom>
          <a:solidFill>
            <a:srgbClr val="000000"/>
          </a:solidFill>
        </p:spPr>
        <p:txBody>
          <a:bodyPr wrap="square" lIns="0" tIns="0" rIns="0" bIns="0" rtlCol="0"/>
          <a:lstStyle/>
          <a:p>
            <a:endParaRPr/>
          </a:p>
        </p:txBody>
      </p:sp>
      <p:sp>
        <p:nvSpPr>
          <p:cNvPr id="30" name="object 30">
            <a:extLst>
              <a:ext uri="{FF2B5EF4-FFF2-40B4-BE49-F238E27FC236}">
                <a16:creationId xmlns:a16="http://schemas.microsoft.com/office/drawing/2014/main" id="{168E1040-2EB3-0D8D-03F4-9988D22FBC48}"/>
              </a:ext>
            </a:extLst>
          </p:cNvPr>
          <p:cNvSpPr/>
          <p:nvPr/>
        </p:nvSpPr>
        <p:spPr>
          <a:xfrm>
            <a:off x="7865402" y="3723226"/>
            <a:ext cx="1629410" cy="78105"/>
          </a:xfrm>
          <a:custGeom>
            <a:avLst/>
            <a:gdLst/>
            <a:ahLst/>
            <a:cxnLst/>
            <a:rect l="l" t="t" r="r" b="b"/>
            <a:pathLst>
              <a:path w="1629409" h="78104">
                <a:moveTo>
                  <a:pt x="1604165" y="25780"/>
                </a:moveTo>
                <a:lnTo>
                  <a:pt x="1564386" y="25780"/>
                </a:lnTo>
                <a:lnTo>
                  <a:pt x="1564640" y="51688"/>
                </a:lnTo>
                <a:lnTo>
                  <a:pt x="1551643" y="51831"/>
                </a:lnTo>
                <a:lnTo>
                  <a:pt x="1551940" y="77723"/>
                </a:lnTo>
                <a:lnTo>
                  <a:pt x="1629282" y="37972"/>
                </a:lnTo>
                <a:lnTo>
                  <a:pt x="1604165" y="25780"/>
                </a:lnTo>
                <a:close/>
              </a:path>
              <a:path w="1629409" h="78104">
                <a:moveTo>
                  <a:pt x="1551347" y="25923"/>
                </a:moveTo>
                <a:lnTo>
                  <a:pt x="0" y="42925"/>
                </a:lnTo>
                <a:lnTo>
                  <a:pt x="253" y="68833"/>
                </a:lnTo>
                <a:lnTo>
                  <a:pt x="1551643" y="51831"/>
                </a:lnTo>
                <a:lnTo>
                  <a:pt x="1551347" y="25923"/>
                </a:lnTo>
                <a:close/>
              </a:path>
              <a:path w="1629409" h="78104">
                <a:moveTo>
                  <a:pt x="1564386" y="25780"/>
                </a:moveTo>
                <a:lnTo>
                  <a:pt x="1551347" y="25923"/>
                </a:lnTo>
                <a:lnTo>
                  <a:pt x="1551643" y="51831"/>
                </a:lnTo>
                <a:lnTo>
                  <a:pt x="1564640" y="51688"/>
                </a:lnTo>
                <a:lnTo>
                  <a:pt x="1564386" y="25780"/>
                </a:lnTo>
                <a:close/>
              </a:path>
              <a:path w="1629409" h="78104">
                <a:moveTo>
                  <a:pt x="1551051" y="0"/>
                </a:moveTo>
                <a:lnTo>
                  <a:pt x="1551347" y="25923"/>
                </a:lnTo>
                <a:lnTo>
                  <a:pt x="1564386" y="25780"/>
                </a:lnTo>
                <a:lnTo>
                  <a:pt x="1604165" y="25780"/>
                </a:lnTo>
                <a:lnTo>
                  <a:pt x="1551051" y="0"/>
                </a:lnTo>
                <a:close/>
              </a:path>
            </a:pathLst>
          </a:custGeom>
          <a:solidFill>
            <a:srgbClr val="000000"/>
          </a:solidFill>
        </p:spPr>
        <p:txBody>
          <a:bodyPr wrap="square" lIns="0" tIns="0" rIns="0" bIns="0" rtlCol="0"/>
          <a:lstStyle/>
          <a:p>
            <a:endParaRPr/>
          </a:p>
        </p:txBody>
      </p:sp>
      <p:sp>
        <p:nvSpPr>
          <p:cNvPr id="31" name="object 31">
            <a:extLst>
              <a:ext uri="{FF2B5EF4-FFF2-40B4-BE49-F238E27FC236}">
                <a16:creationId xmlns:a16="http://schemas.microsoft.com/office/drawing/2014/main" id="{5CCBE302-DD61-1A75-A4B4-159129569560}"/>
              </a:ext>
            </a:extLst>
          </p:cNvPr>
          <p:cNvSpPr/>
          <p:nvPr/>
        </p:nvSpPr>
        <p:spPr>
          <a:xfrm>
            <a:off x="7856384" y="4962872"/>
            <a:ext cx="1626870" cy="78105"/>
          </a:xfrm>
          <a:custGeom>
            <a:avLst/>
            <a:gdLst/>
            <a:ahLst/>
            <a:cxnLst/>
            <a:rect l="l" t="t" r="r" b="b"/>
            <a:pathLst>
              <a:path w="1626870" h="78104">
                <a:moveTo>
                  <a:pt x="1549018" y="0"/>
                </a:moveTo>
                <a:lnTo>
                  <a:pt x="1549018" y="77724"/>
                </a:lnTo>
                <a:lnTo>
                  <a:pt x="1600834" y="51816"/>
                </a:lnTo>
                <a:lnTo>
                  <a:pt x="1561972" y="51816"/>
                </a:lnTo>
                <a:lnTo>
                  <a:pt x="1561972" y="25908"/>
                </a:lnTo>
                <a:lnTo>
                  <a:pt x="1600835" y="25908"/>
                </a:lnTo>
                <a:lnTo>
                  <a:pt x="1549018" y="0"/>
                </a:lnTo>
                <a:close/>
              </a:path>
              <a:path w="1626870" h="78104">
                <a:moveTo>
                  <a:pt x="1549018" y="25908"/>
                </a:moveTo>
                <a:lnTo>
                  <a:pt x="0" y="25908"/>
                </a:lnTo>
                <a:lnTo>
                  <a:pt x="0" y="51816"/>
                </a:lnTo>
                <a:lnTo>
                  <a:pt x="1549018" y="51816"/>
                </a:lnTo>
                <a:lnTo>
                  <a:pt x="1549018" y="25908"/>
                </a:lnTo>
                <a:close/>
              </a:path>
              <a:path w="1626870" h="78104">
                <a:moveTo>
                  <a:pt x="1600835" y="25908"/>
                </a:moveTo>
                <a:lnTo>
                  <a:pt x="1561972" y="25908"/>
                </a:lnTo>
                <a:lnTo>
                  <a:pt x="1561972" y="51816"/>
                </a:lnTo>
                <a:lnTo>
                  <a:pt x="1600834" y="51816"/>
                </a:lnTo>
                <a:lnTo>
                  <a:pt x="1626742" y="38862"/>
                </a:lnTo>
                <a:lnTo>
                  <a:pt x="1600835" y="25908"/>
                </a:lnTo>
                <a:close/>
              </a:path>
            </a:pathLst>
          </a:custGeom>
          <a:solidFill>
            <a:srgbClr val="000000"/>
          </a:solidFill>
        </p:spPr>
        <p:txBody>
          <a:bodyPr wrap="square" lIns="0" tIns="0" rIns="0" bIns="0" rtlCol="0"/>
          <a:lstStyle/>
          <a:p>
            <a:endParaRPr/>
          </a:p>
        </p:txBody>
      </p:sp>
      <p:sp>
        <p:nvSpPr>
          <p:cNvPr id="32" name="object 32">
            <a:extLst>
              <a:ext uri="{FF2B5EF4-FFF2-40B4-BE49-F238E27FC236}">
                <a16:creationId xmlns:a16="http://schemas.microsoft.com/office/drawing/2014/main" id="{0B3C2170-CD14-284F-7034-9246B0263293}"/>
              </a:ext>
            </a:extLst>
          </p:cNvPr>
          <p:cNvSpPr/>
          <p:nvPr/>
        </p:nvSpPr>
        <p:spPr>
          <a:xfrm>
            <a:off x="7862989" y="2981165"/>
            <a:ext cx="1630045" cy="796290"/>
          </a:xfrm>
          <a:custGeom>
            <a:avLst/>
            <a:gdLst/>
            <a:ahLst/>
            <a:cxnLst/>
            <a:rect l="l" t="t" r="r" b="b"/>
            <a:pathLst>
              <a:path w="1630045" h="796289">
                <a:moveTo>
                  <a:pt x="1554421" y="23380"/>
                </a:moveTo>
                <a:lnTo>
                  <a:pt x="0" y="772921"/>
                </a:lnTo>
                <a:lnTo>
                  <a:pt x="11175" y="796289"/>
                </a:lnTo>
                <a:lnTo>
                  <a:pt x="1565623" y="46671"/>
                </a:lnTo>
                <a:lnTo>
                  <a:pt x="1554421" y="23380"/>
                </a:lnTo>
                <a:close/>
              </a:path>
              <a:path w="1630045" h="796289">
                <a:moveTo>
                  <a:pt x="1617258" y="17779"/>
                </a:moveTo>
                <a:lnTo>
                  <a:pt x="1566037" y="17779"/>
                </a:lnTo>
                <a:lnTo>
                  <a:pt x="1577339" y="41020"/>
                </a:lnTo>
                <a:lnTo>
                  <a:pt x="1565623" y="46671"/>
                </a:lnTo>
                <a:lnTo>
                  <a:pt x="1576832" y="69976"/>
                </a:lnTo>
                <a:lnTo>
                  <a:pt x="1617258" y="17779"/>
                </a:lnTo>
                <a:close/>
              </a:path>
              <a:path w="1630045" h="796289">
                <a:moveTo>
                  <a:pt x="1566037" y="17779"/>
                </a:moveTo>
                <a:lnTo>
                  <a:pt x="1554421" y="23380"/>
                </a:lnTo>
                <a:lnTo>
                  <a:pt x="1565623" y="46671"/>
                </a:lnTo>
                <a:lnTo>
                  <a:pt x="1577339" y="41020"/>
                </a:lnTo>
                <a:lnTo>
                  <a:pt x="1566037" y="17779"/>
                </a:lnTo>
                <a:close/>
              </a:path>
              <a:path w="1630045" h="796289">
                <a:moveTo>
                  <a:pt x="1543177" y="0"/>
                </a:moveTo>
                <a:lnTo>
                  <a:pt x="1554421" y="23380"/>
                </a:lnTo>
                <a:lnTo>
                  <a:pt x="1566037" y="17779"/>
                </a:lnTo>
                <a:lnTo>
                  <a:pt x="1617258" y="17779"/>
                </a:lnTo>
                <a:lnTo>
                  <a:pt x="1630044" y="1269"/>
                </a:lnTo>
                <a:lnTo>
                  <a:pt x="1543177" y="0"/>
                </a:lnTo>
                <a:close/>
              </a:path>
            </a:pathLst>
          </a:custGeom>
          <a:solidFill>
            <a:srgbClr val="000000"/>
          </a:solidFill>
        </p:spPr>
        <p:txBody>
          <a:bodyPr wrap="square" lIns="0" tIns="0" rIns="0" bIns="0" rtlCol="0"/>
          <a:lstStyle/>
          <a:p>
            <a:endParaRPr/>
          </a:p>
        </p:txBody>
      </p:sp>
      <p:sp>
        <p:nvSpPr>
          <p:cNvPr id="33" name="object 33">
            <a:extLst>
              <a:ext uri="{FF2B5EF4-FFF2-40B4-BE49-F238E27FC236}">
                <a16:creationId xmlns:a16="http://schemas.microsoft.com/office/drawing/2014/main" id="{F4C0C61E-1D7F-9D6E-4B7A-4BF1CBF316CD}"/>
              </a:ext>
            </a:extLst>
          </p:cNvPr>
          <p:cNvSpPr/>
          <p:nvPr/>
        </p:nvSpPr>
        <p:spPr>
          <a:xfrm>
            <a:off x="7859940" y="2975322"/>
            <a:ext cx="1635125" cy="787400"/>
          </a:xfrm>
          <a:custGeom>
            <a:avLst/>
            <a:gdLst/>
            <a:ahLst/>
            <a:cxnLst/>
            <a:rect l="l" t="t" r="r" b="b"/>
            <a:pathLst>
              <a:path w="1635125" h="787400">
                <a:moveTo>
                  <a:pt x="1558928" y="763944"/>
                </a:moveTo>
                <a:lnTo>
                  <a:pt x="1547876" y="787273"/>
                </a:lnTo>
                <a:lnTo>
                  <a:pt x="1634743" y="785495"/>
                </a:lnTo>
                <a:lnTo>
                  <a:pt x="1622215" y="769493"/>
                </a:lnTo>
                <a:lnTo>
                  <a:pt x="1570609" y="769493"/>
                </a:lnTo>
                <a:lnTo>
                  <a:pt x="1558928" y="763944"/>
                </a:lnTo>
                <a:close/>
              </a:path>
              <a:path w="1635125" h="787400">
                <a:moveTo>
                  <a:pt x="1570067" y="740432"/>
                </a:moveTo>
                <a:lnTo>
                  <a:pt x="1558928" y="763944"/>
                </a:lnTo>
                <a:lnTo>
                  <a:pt x="1570609" y="769493"/>
                </a:lnTo>
                <a:lnTo>
                  <a:pt x="1581785" y="745998"/>
                </a:lnTo>
                <a:lnTo>
                  <a:pt x="1570067" y="740432"/>
                </a:lnTo>
                <a:close/>
              </a:path>
              <a:path w="1635125" h="787400">
                <a:moveTo>
                  <a:pt x="1581150" y="717042"/>
                </a:moveTo>
                <a:lnTo>
                  <a:pt x="1570067" y="740432"/>
                </a:lnTo>
                <a:lnTo>
                  <a:pt x="1581785" y="745998"/>
                </a:lnTo>
                <a:lnTo>
                  <a:pt x="1570609" y="769493"/>
                </a:lnTo>
                <a:lnTo>
                  <a:pt x="1622215" y="769493"/>
                </a:lnTo>
                <a:lnTo>
                  <a:pt x="1581150" y="717042"/>
                </a:lnTo>
                <a:close/>
              </a:path>
              <a:path w="1635125" h="787400">
                <a:moveTo>
                  <a:pt x="11175" y="0"/>
                </a:moveTo>
                <a:lnTo>
                  <a:pt x="0" y="23368"/>
                </a:lnTo>
                <a:lnTo>
                  <a:pt x="1558928" y="763944"/>
                </a:lnTo>
                <a:lnTo>
                  <a:pt x="1570067" y="740432"/>
                </a:lnTo>
                <a:lnTo>
                  <a:pt x="11175" y="0"/>
                </a:lnTo>
                <a:close/>
              </a:path>
            </a:pathLst>
          </a:custGeom>
          <a:solidFill>
            <a:srgbClr val="000000"/>
          </a:solidFill>
        </p:spPr>
        <p:txBody>
          <a:bodyPr wrap="square" lIns="0" tIns="0" rIns="0" bIns="0" rtlCol="0"/>
          <a:lstStyle/>
          <a:p>
            <a:endParaRPr/>
          </a:p>
        </p:txBody>
      </p:sp>
      <p:sp>
        <p:nvSpPr>
          <p:cNvPr id="34" name="object 34">
            <a:extLst>
              <a:ext uri="{FF2B5EF4-FFF2-40B4-BE49-F238E27FC236}">
                <a16:creationId xmlns:a16="http://schemas.microsoft.com/office/drawing/2014/main" id="{E3E75735-87D3-82B7-9471-1169170EEBE2}"/>
              </a:ext>
            </a:extLst>
          </p:cNvPr>
          <p:cNvSpPr/>
          <p:nvPr/>
        </p:nvSpPr>
        <p:spPr>
          <a:xfrm>
            <a:off x="7855496" y="2978878"/>
            <a:ext cx="1627505" cy="2010410"/>
          </a:xfrm>
          <a:custGeom>
            <a:avLst/>
            <a:gdLst/>
            <a:ahLst/>
            <a:cxnLst/>
            <a:rect l="l" t="t" r="r" b="b"/>
            <a:pathLst>
              <a:path w="1627504" h="2010410">
                <a:moveTo>
                  <a:pt x="1568552" y="1957648"/>
                </a:moveTo>
                <a:lnTo>
                  <a:pt x="1548383" y="1973961"/>
                </a:lnTo>
                <a:lnTo>
                  <a:pt x="1627504" y="2010028"/>
                </a:lnTo>
                <a:lnTo>
                  <a:pt x="1618212" y="1967738"/>
                </a:lnTo>
                <a:lnTo>
                  <a:pt x="1576704" y="1967738"/>
                </a:lnTo>
                <a:lnTo>
                  <a:pt x="1568552" y="1957648"/>
                </a:lnTo>
                <a:close/>
              </a:path>
              <a:path w="1627504" h="2010410">
                <a:moveTo>
                  <a:pt x="1588707" y="1941346"/>
                </a:moveTo>
                <a:lnTo>
                  <a:pt x="1568552" y="1957648"/>
                </a:lnTo>
                <a:lnTo>
                  <a:pt x="1576704" y="1967738"/>
                </a:lnTo>
                <a:lnTo>
                  <a:pt x="1596898" y="1951482"/>
                </a:lnTo>
                <a:lnTo>
                  <a:pt x="1588707" y="1941346"/>
                </a:lnTo>
                <a:close/>
              </a:path>
              <a:path w="1627504" h="2010410">
                <a:moveTo>
                  <a:pt x="1608835" y="1925065"/>
                </a:moveTo>
                <a:lnTo>
                  <a:pt x="1588707" y="1941346"/>
                </a:lnTo>
                <a:lnTo>
                  <a:pt x="1596898" y="1951482"/>
                </a:lnTo>
                <a:lnTo>
                  <a:pt x="1576704" y="1967738"/>
                </a:lnTo>
                <a:lnTo>
                  <a:pt x="1618212" y="1967738"/>
                </a:lnTo>
                <a:lnTo>
                  <a:pt x="1608835" y="1925065"/>
                </a:lnTo>
                <a:close/>
              </a:path>
              <a:path w="1627504" h="2010410">
                <a:moveTo>
                  <a:pt x="20065" y="0"/>
                </a:moveTo>
                <a:lnTo>
                  <a:pt x="0" y="16255"/>
                </a:lnTo>
                <a:lnTo>
                  <a:pt x="1568552" y="1957648"/>
                </a:lnTo>
                <a:lnTo>
                  <a:pt x="1588707" y="1941346"/>
                </a:lnTo>
                <a:lnTo>
                  <a:pt x="20065" y="0"/>
                </a:lnTo>
                <a:close/>
              </a:path>
            </a:pathLst>
          </a:custGeom>
          <a:solidFill>
            <a:srgbClr val="000000"/>
          </a:solidFill>
        </p:spPr>
        <p:txBody>
          <a:bodyPr wrap="square" lIns="0" tIns="0" rIns="0" bIns="0" rtlCol="0"/>
          <a:lstStyle/>
          <a:p>
            <a:endParaRPr/>
          </a:p>
        </p:txBody>
      </p:sp>
      <p:sp>
        <p:nvSpPr>
          <p:cNvPr id="35" name="object 35">
            <a:extLst>
              <a:ext uri="{FF2B5EF4-FFF2-40B4-BE49-F238E27FC236}">
                <a16:creationId xmlns:a16="http://schemas.microsoft.com/office/drawing/2014/main" id="{6AC4BA59-8C0C-D695-D9C6-4FB40802CDC2}"/>
              </a:ext>
            </a:extLst>
          </p:cNvPr>
          <p:cNvSpPr/>
          <p:nvPr/>
        </p:nvSpPr>
        <p:spPr>
          <a:xfrm>
            <a:off x="7860703" y="3755484"/>
            <a:ext cx="1623060" cy="1233805"/>
          </a:xfrm>
          <a:custGeom>
            <a:avLst/>
            <a:gdLst/>
            <a:ahLst/>
            <a:cxnLst/>
            <a:rect l="l" t="t" r="r" b="b"/>
            <a:pathLst>
              <a:path w="1623059" h="1233804">
                <a:moveTo>
                  <a:pt x="1553217" y="1197062"/>
                </a:moveTo>
                <a:lnTo>
                  <a:pt x="1537589" y="1217676"/>
                </a:lnTo>
                <a:lnTo>
                  <a:pt x="1623060" y="1233551"/>
                </a:lnTo>
                <a:lnTo>
                  <a:pt x="1608872" y="1204849"/>
                </a:lnTo>
                <a:lnTo>
                  <a:pt x="1563497" y="1204849"/>
                </a:lnTo>
                <a:lnTo>
                  <a:pt x="1553217" y="1197062"/>
                </a:lnTo>
                <a:close/>
              </a:path>
              <a:path w="1623059" h="1233804">
                <a:moveTo>
                  <a:pt x="1568931" y="1176337"/>
                </a:moveTo>
                <a:lnTo>
                  <a:pt x="1553217" y="1197062"/>
                </a:lnTo>
                <a:lnTo>
                  <a:pt x="1563497" y="1204849"/>
                </a:lnTo>
                <a:lnTo>
                  <a:pt x="1579245" y="1184148"/>
                </a:lnTo>
                <a:lnTo>
                  <a:pt x="1568931" y="1176337"/>
                </a:lnTo>
                <a:close/>
              </a:path>
              <a:path w="1623059" h="1233804">
                <a:moveTo>
                  <a:pt x="1584578" y="1155700"/>
                </a:moveTo>
                <a:lnTo>
                  <a:pt x="1568931" y="1176337"/>
                </a:lnTo>
                <a:lnTo>
                  <a:pt x="1579245" y="1184148"/>
                </a:lnTo>
                <a:lnTo>
                  <a:pt x="1563497" y="1204849"/>
                </a:lnTo>
                <a:lnTo>
                  <a:pt x="1608872" y="1204849"/>
                </a:lnTo>
                <a:lnTo>
                  <a:pt x="1584578" y="1155700"/>
                </a:lnTo>
                <a:close/>
              </a:path>
              <a:path w="1623059" h="1233804">
                <a:moveTo>
                  <a:pt x="15748" y="0"/>
                </a:moveTo>
                <a:lnTo>
                  <a:pt x="0" y="20574"/>
                </a:lnTo>
                <a:lnTo>
                  <a:pt x="1553217" y="1197062"/>
                </a:lnTo>
                <a:lnTo>
                  <a:pt x="1568931" y="1176337"/>
                </a:lnTo>
                <a:lnTo>
                  <a:pt x="15748" y="0"/>
                </a:lnTo>
                <a:close/>
              </a:path>
            </a:pathLst>
          </a:custGeom>
          <a:solidFill>
            <a:srgbClr val="000000"/>
          </a:solidFill>
        </p:spPr>
        <p:txBody>
          <a:bodyPr wrap="square" lIns="0" tIns="0" rIns="0" bIns="0" rtlCol="0"/>
          <a:lstStyle/>
          <a:p>
            <a:endParaRPr/>
          </a:p>
        </p:txBody>
      </p:sp>
      <p:sp>
        <p:nvSpPr>
          <p:cNvPr id="36" name="object 36">
            <a:extLst>
              <a:ext uri="{FF2B5EF4-FFF2-40B4-BE49-F238E27FC236}">
                <a16:creationId xmlns:a16="http://schemas.microsoft.com/office/drawing/2014/main" id="{6A44EC10-37C2-D3C7-EFB0-4692FAEA3876}"/>
              </a:ext>
            </a:extLst>
          </p:cNvPr>
          <p:cNvSpPr/>
          <p:nvPr/>
        </p:nvSpPr>
        <p:spPr>
          <a:xfrm>
            <a:off x="7846352" y="2982434"/>
            <a:ext cx="1646555" cy="2019935"/>
          </a:xfrm>
          <a:custGeom>
            <a:avLst/>
            <a:gdLst/>
            <a:ahLst/>
            <a:cxnLst/>
            <a:rect l="l" t="t" r="r" b="b"/>
            <a:pathLst>
              <a:path w="1646554" h="2019935">
                <a:moveTo>
                  <a:pt x="1586947" y="52084"/>
                </a:moveTo>
                <a:lnTo>
                  <a:pt x="0" y="2003171"/>
                </a:lnTo>
                <a:lnTo>
                  <a:pt x="20065" y="2019427"/>
                </a:lnTo>
                <a:lnTo>
                  <a:pt x="1607127" y="68482"/>
                </a:lnTo>
                <a:lnTo>
                  <a:pt x="1586947" y="52084"/>
                </a:lnTo>
                <a:close/>
              </a:path>
              <a:path w="1646554" h="2019935">
                <a:moveTo>
                  <a:pt x="1636733" y="42037"/>
                </a:moveTo>
                <a:lnTo>
                  <a:pt x="1595120" y="42037"/>
                </a:lnTo>
                <a:lnTo>
                  <a:pt x="1615313" y="58420"/>
                </a:lnTo>
                <a:lnTo>
                  <a:pt x="1607127" y="68482"/>
                </a:lnTo>
                <a:lnTo>
                  <a:pt x="1627251" y="84836"/>
                </a:lnTo>
                <a:lnTo>
                  <a:pt x="1636733" y="42037"/>
                </a:lnTo>
                <a:close/>
              </a:path>
              <a:path w="1646554" h="2019935">
                <a:moveTo>
                  <a:pt x="1595120" y="42037"/>
                </a:moveTo>
                <a:lnTo>
                  <a:pt x="1586947" y="52084"/>
                </a:lnTo>
                <a:lnTo>
                  <a:pt x="1607127" y="68482"/>
                </a:lnTo>
                <a:lnTo>
                  <a:pt x="1615313" y="58420"/>
                </a:lnTo>
                <a:lnTo>
                  <a:pt x="1595120" y="42037"/>
                </a:lnTo>
                <a:close/>
              </a:path>
              <a:path w="1646554" h="2019935">
                <a:moveTo>
                  <a:pt x="1646047" y="0"/>
                </a:moveTo>
                <a:lnTo>
                  <a:pt x="1566926" y="35813"/>
                </a:lnTo>
                <a:lnTo>
                  <a:pt x="1586947" y="52084"/>
                </a:lnTo>
                <a:lnTo>
                  <a:pt x="1595120" y="42037"/>
                </a:lnTo>
                <a:lnTo>
                  <a:pt x="1636733" y="42037"/>
                </a:lnTo>
                <a:lnTo>
                  <a:pt x="1646047" y="0"/>
                </a:lnTo>
                <a:close/>
              </a:path>
            </a:pathLst>
          </a:custGeom>
          <a:solidFill>
            <a:srgbClr val="000000"/>
          </a:solidFill>
        </p:spPr>
        <p:txBody>
          <a:bodyPr wrap="square" lIns="0" tIns="0" rIns="0" bIns="0" rtlCol="0"/>
          <a:lstStyle/>
          <a:p>
            <a:endParaRPr/>
          </a:p>
        </p:txBody>
      </p:sp>
      <p:sp>
        <p:nvSpPr>
          <p:cNvPr id="37" name="object 37">
            <a:extLst>
              <a:ext uri="{FF2B5EF4-FFF2-40B4-BE49-F238E27FC236}">
                <a16:creationId xmlns:a16="http://schemas.microsoft.com/office/drawing/2014/main" id="{A01722AA-9F45-896C-1E00-51E91AAFC2F7}"/>
              </a:ext>
            </a:extLst>
          </p:cNvPr>
          <p:cNvSpPr/>
          <p:nvPr/>
        </p:nvSpPr>
        <p:spPr>
          <a:xfrm>
            <a:off x="7848638" y="3761198"/>
            <a:ext cx="1646555" cy="1243330"/>
          </a:xfrm>
          <a:custGeom>
            <a:avLst/>
            <a:gdLst/>
            <a:ahLst/>
            <a:cxnLst/>
            <a:rect l="l" t="t" r="r" b="b"/>
            <a:pathLst>
              <a:path w="1646554" h="1243329">
                <a:moveTo>
                  <a:pt x="1576293" y="36337"/>
                </a:moveTo>
                <a:lnTo>
                  <a:pt x="0" y="1222374"/>
                </a:lnTo>
                <a:lnTo>
                  <a:pt x="15494" y="1243075"/>
                </a:lnTo>
                <a:lnTo>
                  <a:pt x="1591887" y="57058"/>
                </a:lnTo>
                <a:lnTo>
                  <a:pt x="1576293" y="36337"/>
                </a:lnTo>
                <a:close/>
              </a:path>
              <a:path w="1646554" h="1243329">
                <a:moveTo>
                  <a:pt x="1631933" y="28574"/>
                </a:moveTo>
                <a:lnTo>
                  <a:pt x="1586611" y="28574"/>
                </a:lnTo>
                <a:lnTo>
                  <a:pt x="1602232" y="49275"/>
                </a:lnTo>
                <a:lnTo>
                  <a:pt x="1591887" y="57058"/>
                </a:lnTo>
                <a:lnTo>
                  <a:pt x="1607439" y="77723"/>
                </a:lnTo>
                <a:lnTo>
                  <a:pt x="1631933" y="28574"/>
                </a:lnTo>
                <a:close/>
              </a:path>
              <a:path w="1646554" h="1243329">
                <a:moveTo>
                  <a:pt x="1586611" y="28574"/>
                </a:moveTo>
                <a:lnTo>
                  <a:pt x="1576293" y="36337"/>
                </a:lnTo>
                <a:lnTo>
                  <a:pt x="1591887" y="57058"/>
                </a:lnTo>
                <a:lnTo>
                  <a:pt x="1602232" y="49275"/>
                </a:lnTo>
                <a:lnTo>
                  <a:pt x="1586611" y="28574"/>
                </a:lnTo>
                <a:close/>
              </a:path>
              <a:path w="1646554" h="1243329">
                <a:moveTo>
                  <a:pt x="1646173" y="0"/>
                </a:moveTo>
                <a:lnTo>
                  <a:pt x="1560703" y="15620"/>
                </a:lnTo>
                <a:lnTo>
                  <a:pt x="1576293" y="36337"/>
                </a:lnTo>
                <a:lnTo>
                  <a:pt x="1586611" y="28574"/>
                </a:lnTo>
                <a:lnTo>
                  <a:pt x="1631933" y="28574"/>
                </a:lnTo>
                <a:lnTo>
                  <a:pt x="1646173" y="0"/>
                </a:lnTo>
                <a:close/>
              </a:path>
            </a:pathLst>
          </a:custGeom>
          <a:solidFill>
            <a:srgbClr val="000000"/>
          </a:solidFill>
        </p:spPr>
        <p:txBody>
          <a:bodyPr wrap="square" lIns="0" tIns="0" rIns="0" bIns="0" rtlCol="0"/>
          <a:lstStyle/>
          <a:p>
            <a:endParaRPr/>
          </a:p>
        </p:txBody>
      </p:sp>
      <p:sp>
        <p:nvSpPr>
          <p:cNvPr id="38" name="object 38">
            <a:extLst>
              <a:ext uri="{FF2B5EF4-FFF2-40B4-BE49-F238E27FC236}">
                <a16:creationId xmlns:a16="http://schemas.microsoft.com/office/drawing/2014/main" id="{A3583754-5A8F-B463-EEAD-371EB9F8C85C}"/>
              </a:ext>
            </a:extLst>
          </p:cNvPr>
          <p:cNvSpPr txBox="1"/>
          <p:nvPr/>
        </p:nvSpPr>
        <p:spPr>
          <a:xfrm>
            <a:off x="2287028" y="5181516"/>
            <a:ext cx="4509770" cy="75692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Calibri"/>
                <a:cs typeface="Calibri"/>
              </a:rPr>
              <a:t>E.g. </a:t>
            </a:r>
            <a:r>
              <a:rPr lang="zh-CN" altLang="en-US" sz="2400" dirty="0">
                <a:latin typeface="Calibri"/>
                <a:cs typeface="Calibri"/>
              </a:rPr>
              <a:t>语音识别</a:t>
            </a:r>
            <a:r>
              <a:rPr sz="2400" spc="-10" dirty="0">
                <a:latin typeface="Calibri"/>
                <a:cs typeface="Calibri"/>
              </a:rPr>
              <a:t>: </a:t>
            </a:r>
            <a:r>
              <a:rPr sz="2400" dirty="0">
                <a:latin typeface="Calibri"/>
                <a:cs typeface="Calibri"/>
              </a:rPr>
              <a:t>8 </a:t>
            </a:r>
            <a:r>
              <a:rPr sz="2400" spc="-20" dirty="0">
                <a:latin typeface="Calibri"/>
                <a:cs typeface="Calibri"/>
              </a:rPr>
              <a:t>layers </a:t>
            </a:r>
            <a:r>
              <a:rPr sz="2400" spc="-5" dirty="0">
                <a:latin typeface="Calibri"/>
                <a:cs typeface="Calibri"/>
              </a:rPr>
              <a:t>and  1000 </a:t>
            </a:r>
            <a:r>
              <a:rPr sz="2400" spc="-10" dirty="0">
                <a:latin typeface="Calibri"/>
                <a:cs typeface="Calibri"/>
              </a:rPr>
              <a:t>neurons </a:t>
            </a:r>
            <a:r>
              <a:rPr sz="2400" dirty="0">
                <a:latin typeface="Calibri"/>
                <a:cs typeface="Calibri"/>
              </a:rPr>
              <a:t>each</a:t>
            </a:r>
            <a:r>
              <a:rPr sz="2400" spc="-20" dirty="0">
                <a:latin typeface="Calibri"/>
                <a:cs typeface="Calibri"/>
              </a:rPr>
              <a:t> </a:t>
            </a:r>
            <a:r>
              <a:rPr sz="2400" spc="-15" dirty="0">
                <a:latin typeface="Calibri"/>
                <a:cs typeface="Calibri"/>
              </a:rPr>
              <a:t>layer</a:t>
            </a:r>
            <a:endParaRPr sz="2400" dirty="0">
              <a:latin typeface="Calibri"/>
              <a:cs typeface="Calibri"/>
            </a:endParaRPr>
          </a:p>
        </p:txBody>
      </p:sp>
      <p:sp>
        <p:nvSpPr>
          <p:cNvPr id="39" name="object 39">
            <a:extLst>
              <a:ext uri="{FF2B5EF4-FFF2-40B4-BE49-F238E27FC236}">
                <a16:creationId xmlns:a16="http://schemas.microsoft.com/office/drawing/2014/main" id="{F2DAF3AC-3445-5BBE-302A-832A18473C5F}"/>
              </a:ext>
            </a:extLst>
          </p:cNvPr>
          <p:cNvSpPr txBox="1"/>
          <p:nvPr/>
        </p:nvSpPr>
        <p:spPr>
          <a:xfrm>
            <a:off x="7070890" y="5350984"/>
            <a:ext cx="1039494" cy="756920"/>
          </a:xfrm>
          <a:prstGeom prst="rect">
            <a:avLst/>
          </a:prstGeom>
        </p:spPr>
        <p:txBody>
          <a:bodyPr vert="horz" wrap="square" lIns="0" tIns="12700" rIns="0" bIns="0" rtlCol="0">
            <a:spAutoFit/>
          </a:bodyPr>
          <a:lstStyle/>
          <a:p>
            <a:pPr algn="ctr">
              <a:lnSpc>
                <a:spcPct val="100000"/>
              </a:lnSpc>
              <a:spcBef>
                <a:spcPts val="100"/>
              </a:spcBef>
            </a:pPr>
            <a:r>
              <a:rPr sz="2400" spc="-5" dirty="0">
                <a:latin typeface="Calibri"/>
                <a:cs typeface="Calibri"/>
              </a:rPr>
              <a:t>1000</a:t>
            </a:r>
            <a:endParaRPr sz="2400" dirty="0">
              <a:latin typeface="Calibri"/>
              <a:cs typeface="Calibri"/>
            </a:endParaRPr>
          </a:p>
          <a:p>
            <a:pPr algn="ctr">
              <a:lnSpc>
                <a:spcPct val="100000"/>
              </a:lnSpc>
            </a:pPr>
            <a:r>
              <a:rPr sz="2400" spc="-5" dirty="0">
                <a:latin typeface="Calibri"/>
                <a:cs typeface="Calibri"/>
              </a:rPr>
              <a:t>neu</a:t>
            </a:r>
            <a:r>
              <a:rPr sz="2400" spc="-30" dirty="0">
                <a:latin typeface="Calibri"/>
                <a:cs typeface="Calibri"/>
              </a:rPr>
              <a:t>r</a:t>
            </a:r>
            <a:r>
              <a:rPr sz="2400" spc="-5" dirty="0">
                <a:latin typeface="Calibri"/>
                <a:cs typeface="Calibri"/>
              </a:rPr>
              <a:t>ons</a:t>
            </a:r>
            <a:endParaRPr sz="2400" dirty="0">
              <a:latin typeface="Calibri"/>
              <a:cs typeface="Calibri"/>
            </a:endParaRPr>
          </a:p>
        </p:txBody>
      </p:sp>
      <p:sp>
        <p:nvSpPr>
          <p:cNvPr id="40" name="object 40">
            <a:extLst>
              <a:ext uri="{FF2B5EF4-FFF2-40B4-BE49-F238E27FC236}">
                <a16:creationId xmlns:a16="http://schemas.microsoft.com/office/drawing/2014/main" id="{C4D0B6BB-8BD6-1BE3-DAAD-4955415DA221}"/>
              </a:ext>
            </a:extLst>
          </p:cNvPr>
          <p:cNvSpPr txBox="1"/>
          <p:nvPr/>
        </p:nvSpPr>
        <p:spPr>
          <a:xfrm>
            <a:off x="9290722" y="5392742"/>
            <a:ext cx="1039494" cy="756920"/>
          </a:xfrm>
          <a:prstGeom prst="rect">
            <a:avLst/>
          </a:prstGeom>
        </p:spPr>
        <p:txBody>
          <a:bodyPr vert="horz" wrap="square" lIns="0" tIns="12700" rIns="0" bIns="0" rtlCol="0">
            <a:spAutoFit/>
          </a:bodyPr>
          <a:lstStyle/>
          <a:p>
            <a:pPr algn="ctr">
              <a:lnSpc>
                <a:spcPct val="100000"/>
              </a:lnSpc>
              <a:spcBef>
                <a:spcPts val="100"/>
              </a:spcBef>
            </a:pPr>
            <a:r>
              <a:rPr sz="2400" spc="-5" dirty="0">
                <a:latin typeface="Calibri"/>
                <a:cs typeface="Calibri"/>
              </a:rPr>
              <a:t>1000</a:t>
            </a:r>
            <a:endParaRPr sz="2400">
              <a:latin typeface="Calibri"/>
              <a:cs typeface="Calibri"/>
            </a:endParaRPr>
          </a:p>
          <a:p>
            <a:pPr algn="ctr">
              <a:lnSpc>
                <a:spcPct val="100000"/>
              </a:lnSpc>
            </a:pPr>
            <a:r>
              <a:rPr sz="2400" spc="-5" dirty="0">
                <a:latin typeface="Calibri"/>
                <a:cs typeface="Calibri"/>
              </a:rPr>
              <a:t>neu</a:t>
            </a:r>
            <a:r>
              <a:rPr sz="2400" spc="-30" dirty="0">
                <a:latin typeface="Calibri"/>
                <a:cs typeface="Calibri"/>
              </a:rPr>
              <a:t>r</a:t>
            </a:r>
            <a:r>
              <a:rPr sz="2400" spc="-5" dirty="0">
                <a:latin typeface="Calibri"/>
                <a:cs typeface="Calibri"/>
              </a:rPr>
              <a:t>ons</a:t>
            </a:r>
            <a:endParaRPr sz="2400">
              <a:latin typeface="Calibri"/>
              <a:cs typeface="Calibri"/>
            </a:endParaRPr>
          </a:p>
        </p:txBody>
      </p:sp>
      <p:sp>
        <p:nvSpPr>
          <p:cNvPr id="41" name="object 41">
            <a:extLst>
              <a:ext uri="{FF2B5EF4-FFF2-40B4-BE49-F238E27FC236}">
                <a16:creationId xmlns:a16="http://schemas.microsoft.com/office/drawing/2014/main" id="{643FBCD5-E9BF-FBA7-2DD7-B6E29526C740}"/>
              </a:ext>
            </a:extLst>
          </p:cNvPr>
          <p:cNvSpPr/>
          <p:nvPr/>
        </p:nvSpPr>
        <p:spPr>
          <a:xfrm>
            <a:off x="8003451" y="3501357"/>
            <a:ext cx="1322831" cy="955548"/>
          </a:xfrm>
          <a:prstGeom prst="rect">
            <a:avLst/>
          </a:prstGeom>
          <a:blipFill>
            <a:blip r:embed="rId11" cstate="print"/>
            <a:stretch>
              <a:fillRect/>
            </a:stretch>
          </a:blipFill>
        </p:spPr>
        <p:txBody>
          <a:bodyPr wrap="square" lIns="0" tIns="0" rIns="0" bIns="0" rtlCol="0"/>
          <a:lstStyle/>
          <a:p>
            <a:endParaRPr/>
          </a:p>
        </p:txBody>
      </p:sp>
      <p:sp>
        <p:nvSpPr>
          <p:cNvPr id="42" name="object 42">
            <a:extLst>
              <a:ext uri="{FF2B5EF4-FFF2-40B4-BE49-F238E27FC236}">
                <a16:creationId xmlns:a16="http://schemas.microsoft.com/office/drawing/2014/main" id="{930265D2-8835-F275-C3F3-938F18C07207}"/>
              </a:ext>
            </a:extLst>
          </p:cNvPr>
          <p:cNvSpPr txBox="1"/>
          <p:nvPr/>
        </p:nvSpPr>
        <p:spPr>
          <a:xfrm>
            <a:off x="8003451" y="3501357"/>
            <a:ext cx="1323340" cy="955675"/>
          </a:xfrm>
          <a:prstGeom prst="rect">
            <a:avLst/>
          </a:prstGeom>
          <a:ln w="6096">
            <a:solidFill>
              <a:srgbClr val="4471C4"/>
            </a:solidFill>
          </a:ln>
        </p:spPr>
        <p:txBody>
          <a:bodyPr vert="horz" wrap="square" lIns="0" tIns="24130" rIns="0" bIns="0" rtlCol="0">
            <a:spAutoFit/>
          </a:bodyPr>
          <a:lstStyle/>
          <a:p>
            <a:pPr marL="1270" algn="ctr">
              <a:lnSpc>
                <a:spcPct val="100000"/>
              </a:lnSpc>
              <a:spcBef>
                <a:spcPts val="190"/>
              </a:spcBef>
            </a:pPr>
            <a:r>
              <a:rPr sz="2800" dirty="0">
                <a:solidFill>
                  <a:srgbClr val="FFFFFF"/>
                </a:solidFill>
                <a:latin typeface="Calibri"/>
                <a:cs typeface="Calibri"/>
              </a:rPr>
              <a:t>10</a:t>
            </a:r>
            <a:r>
              <a:rPr sz="2775" baseline="25525" dirty="0">
                <a:solidFill>
                  <a:srgbClr val="FFFFFF"/>
                </a:solidFill>
                <a:latin typeface="Calibri"/>
                <a:cs typeface="Calibri"/>
              </a:rPr>
              <a:t>6</a:t>
            </a:r>
            <a:endParaRPr sz="2775" baseline="25525">
              <a:latin typeface="Calibri"/>
              <a:cs typeface="Calibri"/>
            </a:endParaRPr>
          </a:p>
          <a:p>
            <a:pPr marL="1270" algn="ctr">
              <a:lnSpc>
                <a:spcPct val="100000"/>
              </a:lnSpc>
            </a:pPr>
            <a:r>
              <a:rPr sz="2800" spc="-10" dirty="0">
                <a:solidFill>
                  <a:srgbClr val="FFFFFF"/>
                </a:solidFill>
                <a:latin typeface="Calibri"/>
                <a:cs typeface="Calibri"/>
              </a:rPr>
              <a:t>weights</a:t>
            </a:r>
            <a:endParaRPr sz="2800">
              <a:latin typeface="Calibri"/>
              <a:cs typeface="Calibri"/>
            </a:endParaRPr>
          </a:p>
        </p:txBody>
      </p:sp>
      <p:sp>
        <p:nvSpPr>
          <p:cNvPr id="43" name="object 43">
            <a:extLst>
              <a:ext uri="{FF2B5EF4-FFF2-40B4-BE49-F238E27FC236}">
                <a16:creationId xmlns:a16="http://schemas.microsoft.com/office/drawing/2014/main" id="{5517EC97-D459-3C85-D7FA-5FC76F0997ED}"/>
              </a:ext>
            </a:extLst>
          </p:cNvPr>
          <p:cNvSpPr txBox="1"/>
          <p:nvPr/>
        </p:nvSpPr>
        <p:spPr>
          <a:xfrm>
            <a:off x="2753016" y="4371307"/>
            <a:ext cx="3275965" cy="452120"/>
          </a:xfrm>
          <a:prstGeom prst="rect">
            <a:avLst/>
          </a:prstGeom>
        </p:spPr>
        <p:txBody>
          <a:bodyPr vert="horz" wrap="square" lIns="0" tIns="12065" rIns="0" bIns="0" rtlCol="0">
            <a:spAutoFit/>
          </a:bodyPr>
          <a:lstStyle/>
          <a:p>
            <a:pPr marL="12700">
              <a:lnSpc>
                <a:spcPct val="100000"/>
              </a:lnSpc>
              <a:spcBef>
                <a:spcPts val="95"/>
              </a:spcBef>
            </a:pPr>
            <a:r>
              <a:rPr sz="2800" spc="-10" dirty="0">
                <a:latin typeface="Calibri"/>
                <a:cs typeface="Calibri"/>
              </a:rPr>
              <a:t>Millions </a:t>
            </a:r>
            <a:r>
              <a:rPr sz="2800" spc="-5" dirty="0">
                <a:latin typeface="Calibri"/>
                <a:cs typeface="Calibri"/>
              </a:rPr>
              <a:t>of</a:t>
            </a:r>
            <a:r>
              <a:rPr sz="2800" spc="-20" dirty="0">
                <a:latin typeface="Calibri"/>
                <a:cs typeface="Calibri"/>
              </a:rPr>
              <a:t> parameters</a:t>
            </a:r>
            <a:endParaRPr sz="2800">
              <a:latin typeface="Calibri"/>
              <a:cs typeface="Calibri"/>
            </a:endParaRPr>
          </a:p>
        </p:txBody>
      </p:sp>
      <p:sp>
        <p:nvSpPr>
          <p:cNvPr id="44" name="object 44">
            <a:extLst>
              <a:ext uri="{FF2B5EF4-FFF2-40B4-BE49-F238E27FC236}">
                <a16:creationId xmlns:a16="http://schemas.microsoft.com/office/drawing/2014/main" id="{BC7C09C0-24D0-9E62-D4E6-B564D5BE8D52}"/>
              </a:ext>
            </a:extLst>
          </p:cNvPr>
          <p:cNvSpPr/>
          <p:nvPr/>
        </p:nvSpPr>
        <p:spPr>
          <a:xfrm>
            <a:off x="2322741" y="4171154"/>
            <a:ext cx="4168140" cy="120650"/>
          </a:xfrm>
          <a:custGeom>
            <a:avLst/>
            <a:gdLst/>
            <a:ahLst/>
            <a:cxnLst/>
            <a:rect l="l" t="t" r="r" b="b"/>
            <a:pathLst>
              <a:path w="4168140" h="120650">
                <a:moveTo>
                  <a:pt x="4168140" y="0"/>
                </a:moveTo>
                <a:lnTo>
                  <a:pt x="4163236" y="23443"/>
                </a:lnTo>
                <a:lnTo>
                  <a:pt x="4149867" y="42576"/>
                </a:lnTo>
                <a:lnTo>
                  <a:pt x="4130045" y="55471"/>
                </a:lnTo>
                <a:lnTo>
                  <a:pt x="4105783" y="60198"/>
                </a:lnTo>
                <a:lnTo>
                  <a:pt x="2146427" y="60198"/>
                </a:lnTo>
                <a:lnTo>
                  <a:pt x="2122164" y="64924"/>
                </a:lnTo>
                <a:lnTo>
                  <a:pt x="2102342" y="77819"/>
                </a:lnTo>
                <a:lnTo>
                  <a:pt x="2088973" y="96952"/>
                </a:lnTo>
                <a:lnTo>
                  <a:pt x="2084070" y="120395"/>
                </a:lnTo>
                <a:lnTo>
                  <a:pt x="2079166" y="96952"/>
                </a:lnTo>
                <a:lnTo>
                  <a:pt x="2065797" y="77819"/>
                </a:lnTo>
                <a:lnTo>
                  <a:pt x="2045975" y="64924"/>
                </a:lnTo>
                <a:lnTo>
                  <a:pt x="2021713" y="60198"/>
                </a:lnTo>
                <a:lnTo>
                  <a:pt x="62331" y="60198"/>
                </a:lnTo>
                <a:lnTo>
                  <a:pt x="38067" y="55471"/>
                </a:lnTo>
                <a:lnTo>
                  <a:pt x="18254" y="42576"/>
                </a:lnTo>
                <a:lnTo>
                  <a:pt x="4897" y="23443"/>
                </a:lnTo>
                <a:lnTo>
                  <a:pt x="0" y="0"/>
                </a:lnTo>
              </a:path>
            </a:pathLst>
          </a:custGeom>
          <a:ln w="38100">
            <a:solidFill>
              <a:srgbClr val="FF0000"/>
            </a:solidFill>
          </a:ln>
        </p:spPr>
        <p:txBody>
          <a:bodyPr wrap="square" lIns="0" tIns="0" rIns="0" bIns="0" rtlCol="0"/>
          <a:lstStyle/>
          <a:p>
            <a:endParaRPr/>
          </a:p>
        </p:txBody>
      </p:sp>
      <p:sp>
        <p:nvSpPr>
          <p:cNvPr id="45" name="object 45">
            <a:extLst>
              <a:ext uri="{FF2B5EF4-FFF2-40B4-BE49-F238E27FC236}">
                <a16:creationId xmlns:a16="http://schemas.microsoft.com/office/drawing/2014/main" id="{B0FD6900-4643-BA5D-4D24-B0C3B7B48A11}"/>
              </a:ext>
            </a:extLst>
          </p:cNvPr>
          <p:cNvSpPr/>
          <p:nvPr/>
        </p:nvSpPr>
        <p:spPr>
          <a:xfrm>
            <a:off x="3572715" y="3197319"/>
            <a:ext cx="1862327" cy="1862327"/>
          </a:xfrm>
          <a:prstGeom prst="rect">
            <a:avLst/>
          </a:prstGeom>
          <a:blipFill>
            <a:blip r:embed="rId12" cstate="print"/>
            <a:stretch>
              <a:fillRect/>
            </a:stretch>
          </a:blipFill>
        </p:spPr>
        <p:txBody>
          <a:bodyPr wrap="square" lIns="0" tIns="0" rIns="0" bIns="0" rtlCol="0"/>
          <a:lstStyle/>
          <a:p>
            <a:endParaRPr/>
          </a:p>
        </p:txBody>
      </p:sp>
      <p:grpSp>
        <p:nvGrpSpPr>
          <p:cNvPr id="2" name="组合 1">
            <a:extLst>
              <a:ext uri="{FF2B5EF4-FFF2-40B4-BE49-F238E27FC236}">
                <a16:creationId xmlns:a16="http://schemas.microsoft.com/office/drawing/2014/main" id="{8CCC71DE-0016-C18B-EE5D-1A427967CAE7}"/>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F9CF1915-6ABA-9D58-EFFD-9444612D445C}"/>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46" name="组合 45">
              <a:extLst>
                <a:ext uri="{FF2B5EF4-FFF2-40B4-BE49-F238E27FC236}">
                  <a16:creationId xmlns:a16="http://schemas.microsoft.com/office/drawing/2014/main" id="{1421BD80-90A6-53D1-AE32-E4B6EBF5FF72}"/>
                </a:ext>
              </a:extLst>
            </p:cNvPr>
            <p:cNvGrpSpPr/>
            <p:nvPr/>
          </p:nvGrpSpPr>
          <p:grpSpPr>
            <a:xfrm>
              <a:off x="695400" y="260648"/>
              <a:ext cx="3672271" cy="1058822"/>
              <a:chOff x="623392" y="310880"/>
              <a:chExt cx="3672271" cy="1058822"/>
            </a:xfrm>
          </p:grpSpPr>
          <p:sp>
            <p:nvSpPr>
              <p:cNvPr id="47" name="文本框 46">
                <a:extLst>
                  <a:ext uri="{FF2B5EF4-FFF2-40B4-BE49-F238E27FC236}">
                    <a16:creationId xmlns:a16="http://schemas.microsoft.com/office/drawing/2014/main" id="{BFA8B2CF-5A64-E37F-EAE0-46F79BCDFFC4}"/>
                  </a:ext>
                </a:extLst>
              </p:cNvPr>
              <p:cNvSpPr txBox="1"/>
              <p:nvPr/>
            </p:nvSpPr>
            <p:spPr>
              <a:xfrm>
                <a:off x="623392" y="310880"/>
                <a:ext cx="3134191"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神经网络的损失</a:t>
                </a:r>
              </a:p>
            </p:txBody>
          </p:sp>
          <p:cxnSp>
            <p:nvCxnSpPr>
              <p:cNvPr id="48" name="直接连接符 47">
                <a:extLst>
                  <a:ext uri="{FF2B5EF4-FFF2-40B4-BE49-F238E27FC236}">
                    <a16:creationId xmlns:a16="http://schemas.microsoft.com/office/drawing/2014/main" id="{0E4B4B68-2C0D-FDF8-CAC7-73C162F6E469}"/>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49" name="文本框 48">
                <a:extLst>
                  <a:ext uri="{FF2B5EF4-FFF2-40B4-BE49-F238E27FC236}">
                    <a16:creationId xmlns:a16="http://schemas.microsoft.com/office/drawing/2014/main" id="{5794C6A0-CF89-26E4-79AA-FEC9A38D537F}"/>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87794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B32A2FB-6BB7-97A2-1488-32D49B3BBB19}"/>
                  </a:ext>
                </a:extLst>
              </p:cNvPr>
              <p:cNvSpPr txBox="1"/>
              <p:nvPr/>
            </p:nvSpPr>
            <p:spPr>
              <a:xfrm>
                <a:off x="275692" y="1865684"/>
                <a:ext cx="11035776" cy="688586"/>
              </a:xfrm>
              <a:prstGeom prst="rect">
                <a:avLst/>
              </a:prstGeom>
              <a:noFill/>
            </p:spPr>
            <p:txBody>
              <a:bodyPr wrap="square">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给定训练集为</a:t>
                </a:r>
                <a14:m>
                  <m:oMath xmlns:m="http://schemas.openxmlformats.org/officeDocument/2006/math">
                    <m:r>
                      <a:rPr lang="en-US" altLang="zh-CN" dirty="0">
                        <a:latin typeface="Cambria Math" panose="02040503050406030204" pitchFamily="18" charset="0"/>
                        <a:ea typeface="黑体" panose="02010609060101010101" pitchFamily="49" charset="-122"/>
                        <a:cs typeface="Times New Roman" panose="02020603050405020304" pitchFamily="18" charset="0"/>
                      </a:rPr>
                      <m:t>𝐷</m:t>
                    </m:r>
                    <m:r>
                      <a:rPr lang="en-US" altLang="zh-CN" dirty="0">
                        <a:latin typeface="Cambria Math" panose="02040503050406030204" pitchFamily="18" charset="0"/>
                        <a:ea typeface="黑体" panose="02010609060101010101" pitchFamily="49" charset="-122"/>
                        <a:cs typeface="Times New Roman" panose="02020603050405020304" pitchFamily="18" charset="0"/>
                      </a:rPr>
                      <m:t> = </m:t>
                    </m:r>
                    <m:sSubSup>
                      <m:sSubSupPr>
                        <m:ctrlPr>
                          <a:rPr lang="en-US" altLang="zh-CN" i="1" dirty="0">
                            <a:latin typeface="Cambria Math" panose="02040503050406030204" pitchFamily="18" charset="0"/>
                            <a:ea typeface="黑体" panose="02010609060101010101" pitchFamily="49" charset="-122"/>
                            <a:cs typeface="Times New Roman" panose="02020603050405020304" pitchFamily="18" charset="0"/>
                          </a:rPr>
                        </m:ctrlPr>
                      </m:sSubSupPr>
                      <m:e>
                        <m:r>
                          <a:rPr lang="en-US" altLang="zh-CN" dirty="0">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i="1" dirty="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dirty="0">
                                <a:latin typeface="Cambria Math" panose="02040503050406030204" pitchFamily="18" charset="0"/>
                                <a:ea typeface="黑体" panose="02010609060101010101" pitchFamily="49" charset="-122"/>
                                <a:cs typeface="Times New Roman" panose="02020603050405020304" pitchFamily="18" charset="0"/>
                              </a:rPr>
                              <m:t>𝒙</m:t>
                            </m:r>
                          </m:e>
                          <m:sup>
                            <m:r>
                              <a:rPr lang="en-US" altLang="zh-CN" dirty="0">
                                <a:latin typeface="Cambria Math" panose="02040503050406030204" pitchFamily="18" charset="0"/>
                                <a:ea typeface="黑体" panose="02010609060101010101" pitchFamily="49" charset="-122"/>
                                <a:cs typeface="Times New Roman" panose="02020603050405020304" pitchFamily="18" charset="0"/>
                              </a:rPr>
                              <m:t>(</m:t>
                            </m:r>
                            <m:r>
                              <a:rPr lang="en-US" altLang="zh-CN" dirty="0">
                                <a:latin typeface="Cambria Math" panose="02040503050406030204" pitchFamily="18" charset="0"/>
                                <a:ea typeface="黑体" panose="02010609060101010101" pitchFamily="49" charset="-122"/>
                                <a:cs typeface="Times New Roman" panose="02020603050405020304" pitchFamily="18" charset="0"/>
                              </a:rPr>
                              <m:t>𝑛</m:t>
                            </m:r>
                            <m:r>
                              <a:rPr lang="en-US" altLang="zh-CN" dirty="0">
                                <a:latin typeface="Cambria Math" panose="02040503050406030204" pitchFamily="18" charset="0"/>
                                <a:ea typeface="黑体" panose="02010609060101010101" pitchFamily="49" charset="-122"/>
                                <a:cs typeface="Times New Roman" panose="02020603050405020304" pitchFamily="18" charset="0"/>
                              </a:rPr>
                              <m:t>)</m:t>
                            </m:r>
                          </m:sup>
                        </m:sSup>
                        <m:r>
                          <a:rPr lang="en-US" altLang="zh-CN" dirty="0">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i="1" dirty="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dirty="0">
                                <a:latin typeface="Cambria Math" panose="02040503050406030204" pitchFamily="18" charset="0"/>
                                <a:ea typeface="黑体" panose="02010609060101010101" pitchFamily="49" charset="-122"/>
                                <a:cs typeface="Times New Roman" panose="02020603050405020304" pitchFamily="18" charset="0"/>
                              </a:rPr>
                              <m:t>𝑦</m:t>
                            </m:r>
                          </m:e>
                          <m:sup>
                            <m:r>
                              <a:rPr lang="en-US" altLang="zh-CN" dirty="0">
                                <a:latin typeface="Cambria Math" panose="02040503050406030204" pitchFamily="18" charset="0"/>
                                <a:ea typeface="黑体" panose="02010609060101010101" pitchFamily="49" charset="-122"/>
                                <a:cs typeface="Times New Roman" panose="02020603050405020304" pitchFamily="18" charset="0"/>
                              </a:rPr>
                              <m:t>(</m:t>
                            </m:r>
                            <m:r>
                              <a:rPr lang="en-US" altLang="zh-CN" dirty="0">
                                <a:latin typeface="Cambria Math" panose="02040503050406030204" pitchFamily="18" charset="0"/>
                                <a:ea typeface="黑体" panose="02010609060101010101" pitchFamily="49" charset="-122"/>
                                <a:cs typeface="Times New Roman" panose="02020603050405020304" pitchFamily="18" charset="0"/>
                              </a:rPr>
                              <m:t>𝑛</m:t>
                            </m:r>
                            <m:r>
                              <a:rPr lang="en-US" altLang="zh-CN" dirty="0">
                                <a:latin typeface="Cambria Math" panose="02040503050406030204" pitchFamily="18" charset="0"/>
                                <a:ea typeface="黑体" panose="02010609060101010101" pitchFamily="49" charset="-122"/>
                                <a:cs typeface="Times New Roman" panose="02020603050405020304" pitchFamily="18" charset="0"/>
                              </a:rPr>
                              <m:t>)</m:t>
                            </m:r>
                          </m:sup>
                        </m:sSup>
                        <m:r>
                          <a:rPr lang="en-US" altLang="zh-CN" dirty="0">
                            <a:latin typeface="Cambria Math" panose="02040503050406030204" pitchFamily="18" charset="0"/>
                            <a:ea typeface="黑体" panose="02010609060101010101" pitchFamily="49" charset="-122"/>
                            <a:cs typeface="Times New Roman" panose="02020603050405020304" pitchFamily="18" charset="0"/>
                          </a:rPr>
                          <m:t> )}</m:t>
                        </m:r>
                      </m:e>
                      <m:sub>
                        <m:r>
                          <a:rPr lang="en-US" altLang="zh-CN" dirty="0">
                            <a:latin typeface="Cambria Math" panose="02040503050406030204" pitchFamily="18" charset="0"/>
                            <a:ea typeface="黑体" panose="02010609060101010101" pitchFamily="49" charset="-122"/>
                            <a:cs typeface="Times New Roman" panose="02020603050405020304" pitchFamily="18" charset="0"/>
                          </a:rPr>
                          <m:t>𝑛</m:t>
                        </m:r>
                        <m:r>
                          <a:rPr lang="en-US" altLang="zh-CN" dirty="0">
                            <a:latin typeface="Cambria Math" panose="02040503050406030204" pitchFamily="18" charset="0"/>
                            <a:ea typeface="黑体" panose="02010609060101010101" pitchFamily="49" charset="-122"/>
                            <a:cs typeface="Times New Roman" panose="02020603050405020304" pitchFamily="18" charset="0"/>
                          </a:rPr>
                          <m:t>=1</m:t>
                        </m:r>
                      </m:sub>
                      <m:sup>
                        <m:r>
                          <a:rPr lang="en-US" altLang="zh-CN" dirty="0">
                            <a:latin typeface="Cambria Math" panose="02040503050406030204" pitchFamily="18" charset="0"/>
                            <a:ea typeface="黑体" panose="02010609060101010101" pitchFamily="49" charset="-122"/>
                            <a:cs typeface="Times New Roman" panose="02020603050405020304" pitchFamily="18" charset="0"/>
                          </a:rPr>
                          <m:t>𝑁</m:t>
                        </m:r>
                        <m:r>
                          <m:rPr>
                            <m:nor/>
                          </m:rPr>
                          <a:rPr lang="en-US" altLang="zh-CN" dirty="0">
                            <a:latin typeface="Times New Roman" panose="02020603050405020304" pitchFamily="18" charset="0"/>
                            <a:ea typeface="黑体" panose="02010609060101010101" pitchFamily="49" charset="-122"/>
                            <a:cs typeface="Times New Roman" panose="02020603050405020304" pitchFamily="18" charset="0"/>
                          </a:rPr>
                          <m:t> </m:t>
                        </m:r>
                      </m:sup>
                    </m:sSubSup>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，将每个样本</a:t>
                </a:r>
                <a14:m>
                  <m:oMath xmlns:m="http://schemas.openxmlformats.org/officeDocument/2006/math">
                    <m:sSup>
                      <m:sSupPr>
                        <m:ctrlPr>
                          <a:rPr lang="en-US" altLang="zh-CN" i="1" dirty="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dirty="0">
                            <a:latin typeface="Cambria Math" panose="02040503050406030204" pitchFamily="18" charset="0"/>
                            <a:ea typeface="黑体" panose="02010609060101010101" pitchFamily="49" charset="-122"/>
                            <a:cs typeface="Times New Roman" panose="02020603050405020304" pitchFamily="18" charset="0"/>
                          </a:rPr>
                          <m:t>𝒙</m:t>
                        </m:r>
                      </m:e>
                      <m:sup>
                        <m:r>
                          <a:rPr lang="en-US" altLang="zh-CN" dirty="0">
                            <a:latin typeface="Cambria Math" panose="02040503050406030204" pitchFamily="18" charset="0"/>
                            <a:ea typeface="黑体" panose="02010609060101010101" pitchFamily="49" charset="-122"/>
                            <a:cs typeface="Times New Roman" panose="02020603050405020304" pitchFamily="18" charset="0"/>
                          </a:rPr>
                          <m:t>(</m:t>
                        </m:r>
                        <m:r>
                          <a:rPr lang="en-US" altLang="zh-CN" dirty="0">
                            <a:latin typeface="Cambria Math" panose="02040503050406030204" pitchFamily="18" charset="0"/>
                            <a:ea typeface="黑体" panose="02010609060101010101" pitchFamily="49" charset="-122"/>
                            <a:cs typeface="Times New Roman" panose="02020603050405020304" pitchFamily="18" charset="0"/>
                          </a:rPr>
                          <m:t>𝑛</m:t>
                        </m:r>
                        <m:r>
                          <a:rPr lang="en-US" altLang="zh-CN" dirty="0">
                            <a:latin typeface="Cambria Math" panose="02040503050406030204" pitchFamily="18" charset="0"/>
                            <a:ea typeface="黑体" panose="02010609060101010101" pitchFamily="49" charset="-122"/>
                            <a:cs typeface="Times New Roman" panose="02020603050405020304" pitchFamily="18" charset="0"/>
                          </a:rPr>
                          <m:t>)</m:t>
                        </m:r>
                      </m:sup>
                    </m:sSup>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输入给前馈神经网络，神经网络参数 𝜃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𝑤</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𝑤</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𝑏</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𝑏</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，得到网络输出为 </a:t>
                </a:r>
                <a14:m>
                  <m:oMath xmlns:m="http://schemas.openxmlformats.org/officeDocument/2006/math">
                    <m:sSup>
                      <m:sSupPr>
                        <m:ctrlPr>
                          <a:rPr lang="en-US" altLang="zh-CN" i="1" dirty="0">
                            <a:latin typeface="Cambria Math" panose="02040503050406030204" pitchFamily="18" charset="0"/>
                          </a:rPr>
                        </m:ctrlPr>
                      </m:sSupPr>
                      <m:e>
                        <m:acc>
                          <m:accPr>
                            <m:chr m:val="̂"/>
                            <m:ctrlPr>
                              <a:rPr lang="en-US" altLang="zh-CN" b="0" i="1" dirty="0" smtClean="0">
                                <a:latin typeface="Cambria Math" panose="02040503050406030204" pitchFamily="18" charset="0"/>
                              </a:rPr>
                            </m:ctrlPr>
                          </m:accPr>
                          <m:e>
                            <m:r>
                              <a:rPr lang="en-US" altLang="zh-CN" i="1" dirty="0">
                                <a:latin typeface="Cambria Math" panose="02040503050406030204" pitchFamily="18" charset="0"/>
                              </a:rPr>
                              <m:t>𝑦</m:t>
                            </m:r>
                          </m:e>
                        </m:acc>
                      </m:e>
                      <m:sup>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m:t>
                        </m:r>
                      </m:sup>
                    </m:sSup>
                  </m:oMath>
                </a14:m>
                <a:r>
                  <a:rPr lang="zh-CN" altLang="en-US" dirty="0">
                    <a:latin typeface="Times New Roman" panose="02020603050405020304" pitchFamily="18" charset="0"/>
                    <a:ea typeface="黑体" panose="02010609060101010101" pitchFamily="49" charset="-122"/>
                    <a:cs typeface="Times New Roman" panose="02020603050405020304" pitchFamily="18" charset="0"/>
                  </a:rPr>
                  <a:t>，其在数据集</a:t>
                </a:r>
                <a:r>
                  <a:rPr lang="en-US" altLang="zh-CN" dirty="0">
                    <a:latin typeface="Times New Roman" panose="02020603050405020304" pitchFamily="18" charset="0"/>
                    <a:ea typeface="黑体" panose="02010609060101010101" pitchFamily="49" charset="-122"/>
                    <a:cs typeface="Times New Roman" panose="02020603050405020304" pitchFamily="18" charset="0"/>
                  </a:rPr>
                  <a:t>D</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上的结构化风险函数为</a:t>
                </a:r>
              </a:p>
            </p:txBody>
          </p:sp>
        </mc:Choice>
        <mc:Fallback xmlns="">
          <p:sp>
            <p:nvSpPr>
              <p:cNvPr id="6" name="文本框 5">
                <a:extLst>
                  <a:ext uri="{FF2B5EF4-FFF2-40B4-BE49-F238E27FC236}">
                    <a16:creationId xmlns:a16="http://schemas.microsoft.com/office/drawing/2014/main" id="{8B32A2FB-6BB7-97A2-1488-32D49B3BBB19}"/>
                  </a:ext>
                </a:extLst>
              </p:cNvPr>
              <p:cNvSpPr txBox="1">
                <a:spLocks noRot="1" noChangeAspect="1" noMove="1" noResize="1" noEditPoints="1" noAdjustHandles="1" noChangeArrowheads="1" noChangeShapeType="1" noTextEdit="1"/>
              </p:cNvSpPr>
              <p:nvPr/>
            </p:nvSpPr>
            <p:spPr>
              <a:xfrm>
                <a:off x="275692" y="1865684"/>
                <a:ext cx="11035776" cy="688586"/>
              </a:xfrm>
              <a:prstGeom prst="rect">
                <a:avLst/>
              </a:prstGeom>
              <a:blipFill>
                <a:blip r:embed="rId2"/>
                <a:stretch>
                  <a:fillRect l="-442" t="-4425" b="-115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7439758-8B18-7947-7FB0-7C670338187A}"/>
                  </a:ext>
                </a:extLst>
              </p:cNvPr>
              <p:cNvSpPr txBox="1"/>
              <p:nvPr/>
            </p:nvSpPr>
            <p:spPr>
              <a:xfrm>
                <a:off x="3596011" y="3032105"/>
                <a:ext cx="3451266" cy="1036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𝐿</m:t>
                      </m:r>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r>
                        <a:rPr lang="en-US" altLang="zh-CN" sz="2400" b="0" i="1" smtClean="0">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𝑁</m:t>
                          </m:r>
                        </m:den>
                      </m:f>
                      <m:nary>
                        <m:naryPr>
                          <m:chr m:val="∑"/>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𝑅</m:t>
                          </m:r>
                        </m:sup>
                        <m:e>
                          <m:r>
                            <a:rPr lang="en-US" altLang="zh-CN" sz="2400" i="1" smtClean="0">
                              <a:latin typeface="Cambria Math" panose="02040503050406030204" pitchFamily="18" charset="0"/>
                            </a:rPr>
                            <m:t>𝐿</m:t>
                          </m:r>
                          <m:r>
                            <a:rPr lang="en-US" altLang="zh-CN" sz="2400" b="0" i="1" smtClean="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𝑦</m:t>
                              </m:r>
                            </m:e>
                            <m:sup>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𝑛</m:t>
                                  </m:r>
                                </m:e>
                              </m:d>
                            </m:sup>
                          </m:sSup>
                          <m:r>
                            <a:rPr lang="en-US" altLang="zh-CN" sz="2400" b="0" i="1" dirty="0" smtClean="0">
                              <a:latin typeface="Cambria Math" panose="02040503050406030204" pitchFamily="18" charset="0"/>
                            </a:rPr>
                            <m:t>,</m:t>
                          </m:r>
                          <m:sSup>
                            <m:sSupPr>
                              <m:ctrlPr>
                                <a:rPr lang="en-US" altLang="zh-CN" sz="2400" i="1" dirty="0">
                                  <a:latin typeface="Cambria Math" panose="02040503050406030204" pitchFamily="18" charset="0"/>
                                </a:rPr>
                              </m:ctrlPr>
                            </m:sSup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𝑦</m:t>
                                  </m:r>
                                </m:e>
                              </m:acc>
                            </m:e>
                            <m:sup>
                              <m:r>
                                <a:rPr lang="en-US" altLang="zh-CN" sz="2400" i="1" dirty="0">
                                  <a:latin typeface="Cambria Math" panose="02040503050406030204" pitchFamily="18" charset="0"/>
                                </a:rPr>
                                <m:t>(</m:t>
                              </m:r>
                              <m:r>
                                <a:rPr lang="en-US" altLang="zh-CN" sz="2400" i="1" dirty="0">
                                  <a:latin typeface="Cambria Math" panose="02040503050406030204" pitchFamily="18" charset="0"/>
                                </a:rPr>
                                <m:t>𝑛</m:t>
                              </m:r>
                              <m:r>
                                <a:rPr lang="en-US" altLang="zh-CN" sz="2400" i="1" dirty="0">
                                  <a:latin typeface="Cambria Math" panose="02040503050406030204" pitchFamily="18" charset="0"/>
                                </a:rPr>
                                <m:t>)</m:t>
                              </m:r>
                            </m:sup>
                          </m:sSup>
                          <m:r>
                            <a:rPr lang="en-US" altLang="zh-CN" sz="2400" b="0" i="1" smtClean="0">
                              <a:latin typeface="Cambria Math" panose="02040503050406030204" pitchFamily="18" charset="0"/>
                            </a:rPr>
                            <m:t>)</m:t>
                          </m:r>
                        </m:e>
                      </m:nary>
                    </m:oMath>
                  </m:oMathPara>
                </a14:m>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97439758-8B18-7947-7FB0-7C670338187A}"/>
                  </a:ext>
                </a:extLst>
              </p:cNvPr>
              <p:cNvSpPr txBox="1">
                <a:spLocks noRot="1" noChangeAspect="1" noMove="1" noResize="1" noEditPoints="1" noAdjustHandles="1" noChangeArrowheads="1" noChangeShapeType="1" noTextEdit="1"/>
              </p:cNvSpPr>
              <p:nvPr/>
            </p:nvSpPr>
            <p:spPr>
              <a:xfrm>
                <a:off x="3596011" y="3032105"/>
                <a:ext cx="3451266" cy="1036502"/>
              </a:xfrm>
              <a:prstGeom prst="rect">
                <a:avLst/>
              </a:prstGeom>
              <a:blipFill>
                <a:blip r:embed="rId3"/>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051ABFC-81BD-A32B-3C3C-50997F5EAF00}"/>
              </a:ext>
            </a:extLst>
          </p:cNvPr>
          <p:cNvSpPr txBox="1"/>
          <p:nvPr/>
        </p:nvSpPr>
        <p:spPr>
          <a:xfrm>
            <a:off x="1929842" y="3365690"/>
            <a:ext cx="1248355" cy="369332"/>
          </a:xfrm>
          <a:prstGeom prst="rect">
            <a:avLst/>
          </a:prstGeom>
          <a:noFill/>
        </p:spPr>
        <p:txBody>
          <a:bodyPr wrap="square" rtlCol="0">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损失函数</a:t>
            </a:r>
          </a:p>
        </p:txBody>
      </p:sp>
      <p:sp>
        <p:nvSpPr>
          <p:cNvPr id="10" name="文本框 9">
            <a:extLst>
              <a:ext uri="{FF2B5EF4-FFF2-40B4-BE49-F238E27FC236}">
                <a16:creationId xmlns:a16="http://schemas.microsoft.com/office/drawing/2014/main" id="{5B9A043F-AB20-A555-CBC5-AA02BC93FBA5}"/>
              </a:ext>
            </a:extLst>
          </p:cNvPr>
          <p:cNvSpPr txBox="1"/>
          <p:nvPr/>
        </p:nvSpPr>
        <p:spPr>
          <a:xfrm>
            <a:off x="1061500" y="4574996"/>
            <a:ext cx="3486648" cy="369332"/>
          </a:xfrm>
          <a:prstGeom prst="rect">
            <a:avLst/>
          </a:prstGeom>
          <a:noFill/>
        </p:spPr>
        <p:txBody>
          <a:bodyPr wrap="square" rtlCol="0">
            <a:sp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目标：求解当</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最小的</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的值 </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7FF2ABC-9E66-F0E0-9D2D-1D4196B60304}"/>
                  </a:ext>
                </a:extLst>
              </p:cNvPr>
              <p:cNvSpPr txBox="1"/>
              <p:nvPr/>
            </p:nvSpPr>
            <p:spPr>
              <a:xfrm>
                <a:off x="4858761" y="4485659"/>
                <a:ext cx="200174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i="1">
                              <a:latin typeface="Cambria Math" panose="02040503050406030204" pitchFamily="18" charset="0"/>
                            </a:rPr>
                            <m:t>arg</m:t>
                          </m:r>
                          <m:r>
                            <a:rPr lang="en-US" altLang="zh-CN" sz="2400" b="0" i="0" smtClean="0">
                              <a:latin typeface="Cambria Math" panose="02040503050406030204" pitchFamily="18" charset="0"/>
                            </a:rPr>
                            <m:t> </m:t>
                          </m:r>
                          <m:r>
                            <m:rPr>
                              <m:sty m:val="p"/>
                            </m:rPr>
                            <a:rPr lang="en-US" altLang="zh-CN" sz="2400" b="0" i="0" smtClean="0">
                              <a:latin typeface="Cambria Math" panose="02040503050406030204" pitchFamily="18" charset="0"/>
                            </a:rPr>
                            <m:t>min</m:t>
                          </m:r>
                        </m:fName>
                        <m:e>
                          <m:r>
                            <a:rPr lang="en-US" altLang="zh-CN" sz="2400" i="1">
                              <a:latin typeface="Cambria Math" panose="02040503050406030204" pitchFamily="18" charset="0"/>
                            </a:rPr>
                            <m:t>𝐿</m:t>
                          </m:r>
                          <m:r>
                            <a:rPr lang="en-US" altLang="zh-CN" sz="2400" i="1">
                              <a:latin typeface="Cambria Math" panose="02040503050406030204" pitchFamily="18" charset="0"/>
                            </a:rPr>
                            <m:t>(</m:t>
                          </m:r>
                          <m:r>
                            <a:rPr lang="zh-CN" altLang="en-US" sz="2400" i="1" smtClean="0">
                              <a:latin typeface="Cambria Math" panose="02040503050406030204" pitchFamily="18" charset="0"/>
                            </a:rPr>
                            <m:t>𝜃</m:t>
                          </m:r>
                          <m:r>
                            <a:rPr lang="en-US" altLang="zh-CN" sz="2400" i="1">
                              <a:latin typeface="Cambria Math" panose="02040503050406030204" pitchFamily="18" charset="0"/>
                            </a:rPr>
                            <m:t>)</m:t>
                          </m:r>
                        </m:e>
                      </m:func>
                    </m:oMath>
                  </m:oMathPara>
                </a14:m>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E7FF2ABC-9E66-F0E0-9D2D-1D4196B60304}"/>
                  </a:ext>
                </a:extLst>
              </p:cNvPr>
              <p:cNvSpPr txBox="1">
                <a:spLocks noRot="1" noChangeAspect="1" noMove="1" noResize="1" noEditPoints="1" noAdjustHandles="1" noChangeArrowheads="1" noChangeShapeType="1" noTextEdit="1"/>
              </p:cNvSpPr>
              <p:nvPr/>
            </p:nvSpPr>
            <p:spPr>
              <a:xfrm>
                <a:off x="4858761" y="4485659"/>
                <a:ext cx="2001741" cy="461665"/>
              </a:xfrm>
              <a:prstGeom prst="rect">
                <a:avLst/>
              </a:prstGeom>
              <a:blipFill>
                <a:blip r:embed="rId4"/>
                <a:stretch>
                  <a:fillRect b="-18421"/>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6970F6DE-07D2-936D-F835-C994492C8794}"/>
              </a:ext>
            </a:extLst>
          </p:cNvPr>
          <p:cNvGrpSpPr/>
          <p:nvPr/>
        </p:nvGrpSpPr>
        <p:grpSpPr>
          <a:xfrm>
            <a:off x="0" y="67733"/>
            <a:ext cx="4631267" cy="1166543"/>
            <a:chOff x="0" y="260648"/>
            <a:chExt cx="4367671" cy="1166543"/>
          </a:xfrm>
        </p:grpSpPr>
        <p:sp>
          <p:nvSpPr>
            <p:cNvPr id="8" name="矩形 7">
              <a:extLst>
                <a:ext uri="{FF2B5EF4-FFF2-40B4-BE49-F238E27FC236}">
                  <a16:creationId xmlns:a16="http://schemas.microsoft.com/office/drawing/2014/main" id="{2E109B20-FE6C-23EB-774B-55B0F614D4F0}"/>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1" name="组合 10">
              <a:extLst>
                <a:ext uri="{FF2B5EF4-FFF2-40B4-BE49-F238E27FC236}">
                  <a16:creationId xmlns:a16="http://schemas.microsoft.com/office/drawing/2014/main" id="{3CA95A7D-0435-88B5-6128-1B538C8C0231}"/>
                </a:ext>
              </a:extLst>
            </p:cNvPr>
            <p:cNvGrpSpPr/>
            <p:nvPr/>
          </p:nvGrpSpPr>
          <p:grpSpPr>
            <a:xfrm>
              <a:off x="695400" y="260648"/>
              <a:ext cx="3672271" cy="1166543"/>
              <a:chOff x="623392" y="310880"/>
              <a:chExt cx="3672271" cy="1166543"/>
            </a:xfrm>
          </p:grpSpPr>
          <p:sp>
            <p:nvSpPr>
              <p:cNvPr id="13" name="文本框 12">
                <a:extLst>
                  <a:ext uri="{FF2B5EF4-FFF2-40B4-BE49-F238E27FC236}">
                    <a16:creationId xmlns:a16="http://schemas.microsoft.com/office/drawing/2014/main" id="{F146CDAB-558C-911C-6B55-E443AE9BD89F}"/>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参数学习</a:t>
                </a:r>
              </a:p>
            </p:txBody>
          </p:sp>
          <p:cxnSp>
            <p:nvCxnSpPr>
              <p:cNvPr id="14" name="直接连接符 13">
                <a:extLst>
                  <a:ext uri="{FF2B5EF4-FFF2-40B4-BE49-F238E27FC236}">
                    <a16:creationId xmlns:a16="http://schemas.microsoft.com/office/drawing/2014/main" id="{F736752A-723D-5A2F-0CAF-FB1509E6374A}"/>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5" name="文本框 14">
                <a:extLst>
                  <a:ext uri="{FF2B5EF4-FFF2-40B4-BE49-F238E27FC236}">
                    <a16:creationId xmlns:a16="http://schemas.microsoft.com/office/drawing/2014/main" id="{C2E04BC5-6883-E488-110B-5AB23C3242E6}"/>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
        <p:nvSpPr>
          <p:cNvPr id="16" name="文本框 15">
            <a:extLst>
              <a:ext uri="{FF2B5EF4-FFF2-40B4-BE49-F238E27FC236}">
                <a16:creationId xmlns:a16="http://schemas.microsoft.com/office/drawing/2014/main" id="{D30EDA87-6E3F-25A0-FF5D-3099C3A7FA58}"/>
              </a:ext>
            </a:extLst>
          </p:cNvPr>
          <p:cNvSpPr txBox="1"/>
          <p:nvPr/>
        </p:nvSpPr>
        <p:spPr>
          <a:xfrm>
            <a:off x="3988498" y="5553469"/>
            <a:ext cx="3742266" cy="461665"/>
          </a:xfrm>
          <a:prstGeom prst="rect">
            <a:avLst/>
          </a:prstGeom>
          <a:noFill/>
        </p:spPr>
        <p:txBody>
          <a:bodyPr wrap="square" rtlCol="0">
            <a:spAutoFit/>
          </a:bodyPr>
          <a:lstStyle/>
          <a:p>
            <a:r>
              <a:rPr lang="zh-CN" altLang="en-US" sz="2400" b="1" dirty="0">
                <a:solidFill>
                  <a:srgbClr val="961318"/>
                </a:solidFill>
              </a:rPr>
              <a:t>对损失函数求导！！！</a:t>
            </a:r>
          </a:p>
        </p:txBody>
      </p:sp>
      <p:sp>
        <p:nvSpPr>
          <p:cNvPr id="17" name="object 9">
            <a:extLst>
              <a:ext uri="{FF2B5EF4-FFF2-40B4-BE49-F238E27FC236}">
                <a16:creationId xmlns:a16="http://schemas.microsoft.com/office/drawing/2014/main" id="{DA94E710-2BE2-67DF-D4EB-DBFFD4D193DC}"/>
              </a:ext>
            </a:extLst>
          </p:cNvPr>
          <p:cNvSpPr txBox="1">
            <a:spLocks noGrp="1"/>
          </p:cNvSpPr>
          <p:nvPr>
            <p:ph type="title"/>
          </p:nvPr>
        </p:nvSpPr>
        <p:spPr>
          <a:xfrm>
            <a:off x="5738361" y="2402760"/>
            <a:ext cx="4933321" cy="319959"/>
          </a:xfrm>
          <a:prstGeom prst="rect">
            <a:avLst/>
          </a:prstGeom>
        </p:spPr>
        <p:txBody>
          <a:bodyPr vert="horz" wrap="square" lIns="0" tIns="12065" rIns="0" bIns="0" rtlCol="0">
            <a:spAutoFit/>
          </a:bodyPr>
          <a:lstStyle/>
          <a:p>
            <a:pPr marL="12700">
              <a:lnSpc>
                <a:spcPct val="100000"/>
              </a:lnSpc>
              <a:spcBef>
                <a:spcPts val="95"/>
              </a:spcBef>
            </a:pPr>
            <a:r>
              <a:rPr lang="zh-CN" altLang="en-US" sz="2000" spc="-10" dirty="0">
                <a:latin typeface="Calibri"/>
                <a:cs typeface="Calibri"/>
              </a:rPr>
              <a:t> </a:t>
            </a:r>
            <a:endParaRPr sz="2000" dirty="0">
              <a:latin typeface="Cambria Math"/>
              <a:cs typeface="Cambria Math"/>
            </a:endParaRPr>
          </a:p>
        </p:txBody>
      </p:sp>
    </p:spTree>
    <p:extLst>
      <p:ext uri="{BB962C8B-B14F-4D97-AF65-F5344CB8AC3E}">
        <p14:creationId xmlns:p14="http://schemas.microsoft.com/office/powerpoint/2010/main" val="308390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8">
            <a:extLst>
              <a:ext uri="{FF2B5EF4-FFF2-40B4-BE49-F238E27FC236}">
                <a16:creationId xmlns:a16="http://schemas.microsoft.com/office/drawing/2014/main" id="{45ADC2F9-6608-7F09-22C7-BB9EF6867482}"/>
              </a:ext>
            </a:extLst>
          </p:cNvPr>
          <p:cNvSpPr/>
          <p:nvPr/>
        </p:nvSpPr>
        <p:spPr>
          <a:xfrm>
            <a:off x="6357061" y="1077224"/>
            <a:ext cx="3138805" cy="330835"/>
          </a:xfrm>
          <a:custGeom>
            <a:avLst/>
            <a:gdLst/>
            <a:ahLst/>
            <a:cxnLst/>
            <a:rect l="l" t="t" r="r" b="b"/>
            <a:pathLst>
              <a:path w="3138804" h="330834">
                <a:moveTo>
                  <a:pt x="3032633" y="0"/>
                </a:moveTo>
                <a:lnTo>
                  <a:pt x="3028188" y="0"/>
                </a:lnTo>
                <a:lnTo>
                  <a:pt x="3028188" y="13208"/>
                </a:lnTo>
                <a:lnTo>
                  <a:pt x="3030728" y="13208"/>
                </a:lnTo>
                <a:lnTo>
                  <a:pt x="3042630" y="14019"/>
                </a:lnTo>
                <a:lnTo>
                  <a:pt x="3076338" y="33912"/>
                </a:lnTo>
                <a:lnTo>
                  <a:pt x="3084322" y="69596"/>
                </a:lnTo>
                <a:lnTo>
                  <a:pt x="3084107" y="75975"/>
                </a:lnTo>
                <a:lnTo>
                  <a:pt x="3083464" y="83105"/>
                </a:lnTo>
                <a:lnTo>
                  <a:pt x="3082393" y="90973"/>
                </a:lnTo>
                <a:lnTo>
                  <a:pt x="3080893" y="99567"/>
                </a:lnTo>
                <a:lnTo>
                  <a:pt x="3079392" y="107805"/>
                </a:lnTo>
                <a:lnTo>
                  <a:pt x="3078321" y="114792"/>
                </a:lnTo>
                <a:lnTo>
                  <a:pt x="3077678" y="120517"/>
                </a:lnTo>
                <a:lnTo>
                  <a:pt x="3077464" y="124967"/>
                </a:lnTo>
                <a:lnTo>
                  <a:pt x="3077991" y="132044"/>
                </a:lnTo>
                <a:lnTo>
                  <a:pt x="3106674" y="163195"/>
                </a:lnTo>
                <a:lnTo>
                  <a:pt x="3106674" y="166242"/>
                </a:lnTo>
                <a:lnTo>
                  <a:pt x="3077991" y="197393"/>
                </a:lnTo>
                <a:lnTo>
                  <a:pt x="3077464" y="204470"/>
                </a:lnTo>
                <a:lnTo>
                  <a:pt x="3077678" y="208920"/>
                </a:lnTo>
                <a:lnTo>
                  <a:pt x="3078321" y="214645"/>
                </a:lnTo>
                <a:lnTo>
                  <a:pt x="3079392" y="221632"/>
                </a:lnTo>
                <a:lnTo>
                  <a:pt x="3080893" y="229870"/>
                </a:lnTo>
                <a:lnTo>
                  <a:pt x="3082393" y="238466"/>
                </a:lnTo>
                <a:lnTo>
                  <a:pt x="3083464" y="246348"/>
                </a:lnTo>
                <a:lnTo>
                  <a:pt x="3084107" y="253515"/>
                </a:lnTo>
                <a:lnTo>
                  <a:pt x="3084322" y="259968"/>
                </a:lnTo>
                <a:lnTo>
                  <a:pt x="3083438" y="274468"/>
                </a:lnTo>
                <a:lnTo>
                  <a:pt x="3062339" y="310106"/>
                </a:lnTo>
                <a:lnTo>
                  <a:pt x="3030728" y="317500"/>
                </a:lnTo>
                <a:lnTo>
                  <a:pt x="3028188" y="317500"/>
                </a:lnTo>
                <a:lnTo>
                  <a:pt x="3028188" y="330708"/>
                </a:lnTo>
                <a:lnTo>
                  <a:pt x="3032633" y="330708"/>
                </a:lnTo>
                <a:lnTo>
                  <a:pt x="3051730" y="329255"/>
                </a:lnTo>
                <a:lnTo>
                  <a:pt x="3093593" y="312038"/>
                </a:lnTo>
                <a:lnTo>
                  <a:pt x="3112523" y="274248"/>
                </a:lnTo>
                <a:lnTo>
                  <a:pt x="3113786" y="256793"/>
                </a:lnTo>
                <a:lnTo>
                  <a:pt x="3113543" y="249316"/>
                </a:lnTo>
                <a:lnTo>
                  <a:pt x="3112801" y="241363"/>
                </a:lnTo>
                <a:lnTo>
                  <a:pt x="3111535" y="232933"/>
                </a:lnTo>
                <a:lnTo>
                  <a:pt x="3109722" y="224027"/>
                </a:lnTo>
                <a:lnTo>
                  <a:pt x="3107054" y="211709"/>
                </a:lnTo>
                <a:lnTo>
                  <a:pt x="3105658" y="203580"/>
                </a:lnTo>
                <a:lnTo>
                  <a:pt x="3105658" y="191388"/>
                </a:lnTo>
                <a:lnTo>
                  <a:pt x="3108452" y="184912"/>
                </a:lnTo>
                <a:lnTo>
                  <a:pt x="3138804" y="171830"/>
                </a:lnTo>
                <a:lnTo>
                  <a:pt x="3138804" y="157607"/>
                </a:lnTo>
                <a:lnTo>
                  <a:pt x="3105658" y="138049"/>
                </a:lnTo>
                <a:lnTo>
                  <a:pt x="3105658" y="125857"/>
                </a:lnTo>
                <a:lnTo>
                  <a:pt x="3107054" y="117728"/>
                </a:lnTo>
                <a:lnTo>
                  <a:pt x="3109722" y="105410"/>
                </a:lnTo>
                <a:lnTo>
                  <a:pt x="3111535" y="96504"/>
                </a:lnTo>
                <a:lnTo>
                  <a:pt x="3112801" y="88074"/>
                </a:lnTo>
                <a:lnTo>
                  <a:pt x="3113543" y="80121"/>
                </a:lnTo>
                <a:lnTo>
                  <a:pt x="3113786" y="72643"/>
                </a:lnTo>
                <a:lnTo>
                  <a:pt x="3112523" y="55762"/>
                </a:lnTo>
                <a:lnTo>
                  <a:pt x="3093593" y="18668"/>
                </a:lnTo>
                <a:lnTo>
                  <a:pt x="3051730" y="1452"/>
                </a:lnTo>
                <a:lnTo>
                  <a:pt x="3032633" y="0"/>
                </a:lnTo>
                <a:close/>
              </a:path>
              <a:path w="3138804" h="330834">
                <a:moveTo>
                  <a:pt x="110617" y="0"/>
                </a:moveTo>
                <a:lnTo>
                  <a:pt x="106045" y="0"/>
                </a:lnTo>
                <a:lnTo>
                  <a:pt x="86947" y="1452"/>
                </a:lnTo>
                <a:lnTo>
                  <a:pt x="45085" y="18668"/>
                </a:lnTo>
                <a:lnTo>
                  <a:pt x="26154" y="55655"/>
                </a:lnTo>
                <a:lnTo>
                  <a:pt x="25007" y="75793"/>
                </a:lnTo>
                <a:lnTo>
                  <a:pt x="25151" y="79922"/>
                </a:lnTo>
                <a:lnTo>
                  <a:pt x="25923" y="87852"/>
                </a:lnTo>
                <a:lnTo>
                  <a:pt x="27195" y="96305"/>
                </a:lnTo>
                <a:lnTo>
                  <a:pt x="28956" y="105283"/>
                </a:lnTo>
                <a:lnTo>
                  <a:pt x="31750" y="117475"/>
                </a:lnTo>
                <a:lnTo>
                  <a:pt x="33020" y="125729"/>
                </a:lnTo>
                <a:lnTo>
                  <a:pt x="33020" y="137795"/>
                </a:lnTo>
                <a:lnTo>
                  <a:pt x="30353" y="144399"/>
                </a:lnTo>
                <a:lnTo>
                  <a:pt x="0" y="157479"/>
                </a:lnTo>
                <a:lnTo>
                  <a:pt x="0" y="171703"/>
                </a:lnTo>
                <a:lnTo>
                  <a:pt x="32900" y="204215"/>
                </a:lnTo>
                <a:lnTo>
                  <a:pt x="31750" y="211582"/>
                </a:lnTo>
                <a:lnTo>
                  <a:pt x="28956" y="223900"/>
                </a:lnTo>
                <a:lnTo>
                  <a:pt x="27195" y="232806"/>
                </a:lnTo>
                <a:lnTo>
                  <a:pt x="25923" y="241236"/>
                </a:lnTo>
                <a:lnTo>
                  <a:pt x="25151" y="249189"/>
                </a:lnTo>
                <a:lnTo>
                  <a:pt x="24892" y="256666"/>
                </a:lnTo>
                <a:lnTo>
                  <a:pt x="26154" y="274141"/>
                </a:lnTo>
                <a:lnTo>
                  <a:pt x="45085" y="312038"/>
                </a:lnTo>
                <a:lnTo>
                  <a:pt x="86947" y="329255"/>
                </a:lnTo>
                <a:lnTo>
                  <a:pt x="106045" y="330708"/>
                </a:lnTo>
                <a:lnTo>
                  <a:pt x="110617" y="330708"/>
                </a:lnTo>
                <a:lnTo>
                  <a:pt x="110617" y="317500"/>
                </a:lnTo>
                <a:lnTo>
                  <a:pt x="107950" y="317500"/>
                </a:lnTo>
                <a:lnTo>
                  <a:pt x="96065" y="316670"/>
                </a:lnTo>
                <a:lnTo>
                  <a:pt x="62392" y="296701"/>
                </a:lnTo>
                <a:lnTo>
                  <a:pt x="54356" y="259714"/>
                </a:lnTo>
                <a:lnTo>
                  <a:pt x="54572" y="253281"/>
                </a:lnTo>
                <a:lnTo>
                  <a:pt x="55229" y="246157"/>
                </a:lnTo>
                <a:lnTo>
                  <a:pt x="56338" y="238319"/>
                </a:lnTo>
                <a:lnTo>
                  <a:pt x="59412" y="221432"/>
                </a:lnTo>
                <a:lnTo>
                  <a:pt x="60483" y="214407"/>
                </a:lnTo>
                <a:lnTo>
                  <a:pt x="61126" y="208668"/>
                </a:lnTo>
                <a:lnTo>
                  <a:pt x="61341" y="204215"/>
                </a:lnTo>
                <a:lnTo>
                  <a:pt x="60795" y="197195"/>
                </a:lnTo>
                <a:lnTo>
                  <a:pt x="32004" y="166115"/>
                </a:lnTo>
                <a:lnTo>
                  <a:pt x="32004" y="162940"/>
                </a:lnTo>
                <a:lnTo>
                  <a:pt x="60795" y="131863"/>
                </a:lnTo>
                <a:lnTo>
                  <a:pt x="61341" y="124840"/>
                </a:lnTo>
                <a:lnTo>
                  <a:pt x="61126" y="120388"/>
                </a:lnTo>
                <a:lnTo>
                  <a:pt x="60483" y="114649"/>
                </a:lnTo>
                <a:lnTo>
                  <a:pt x="59412" y="107624"/>
                </a:lnTo>
                <a:lnTo>
                  <a:pt x="57912" y="99313"/>
                </a:lnTo>
                <a:lnTo>
                  <a:pt x="56338" y="90791"/>
                </a:lnTo>
                <a:lnTo>
                  <a:pt x="55229" y="82946"/>
                </a:lnTo>
                <a:lnTo>
                  <a:pt x="54572" y="75793"/>
                </a:lnTo>
                <a:lnTo>
                  <a:pt x="54356" y="69341"/>
                </a:lnTo>
                <a:lnTo>
                  <a:pt x="55256" y="55435"/>
                </a:lnTo>
                <a:lnTo>
                  <a:pt x="76392" y="20548"/>
                </a:lnTo>
                <a:lnTo>
                  <a:pt x="107950" y="13208"/>
                </a:lnTo>
                <a:lnTo>
                  <a:pt x="110617" y="13208"/>
                </a:lnTo>
                <a:lnTo>
                  <a:pt x="110617" y="0"/>
                </a:lnTo>
                <a:close/>
              </a:path>
            </a:pathLst>
          </a:custGeom>
          <a:solidFill>
            <a:srgbClr val="000000"/>
          </a:solidFill>
        </p:spPr>
        <p:txBody>
          <a:bodyPr wrap="square" lIns="0" tIns="0" rIns="0" bIns="0" rtlCol="0"/>
          <a:lstStyle/>
          <a:p>
            <a:endParaRPr/>
          </a:p>
        </p:txBody>
      </p:sp>
      <p:sp>
        <p:nvSpPr>
          <p:cNvPr id="11" name="object 9">
            <a:extLst>
              <a:ext uri="{FF2B5EF4-FFF2-40B4-BE49-F238E27FC236}">
                <a16:creationId xmlns:a16="http://schemas.microsoft.com/office/drawing/2014/main" id="{BAB70C5E-5C83-D4B5-5E05-13B2D4690C36}"/>
              </a:ext>
            </a:extLst>
          </p:cNvPr>
          <p:cNvSpPr txBox="1">
            <a:spLocks noGrp="1"/>
          </p:cNvSpPr>
          <p:nvPr>
            <p:ph type="title"/>
          </p:nvPr>
        </p:nvSpPr>
        <p:spPr>
          <a:xfrm>
            <a:off x="4807027" y="990567"/>
            <a:ext cx="4933321" cy="443070"/>
          </a:xfrm>
          <a:prstGeom prst="rect">
            <a:avLst/>
          </a:prstGeom>
        </p:spPr>
        <p:txBody>
          <a:bodyPr vert="horz" wrap="square" lIns="0" tIns="12065" rIns="0" bIns="0" rtlCol="0">
            <a:spAutoFit/>
          </a:bodyPr>
          <a:lstStyle/>
          <a:p>
            <a:pPr marL="12700">
              <a:lnSpc>
                <a:spcPct val="100000"/>
              </a:lnSpc>
              <a:spcBef>
                <a:spcPts val="95"/>
              </a:spcBef>
            </a:pPr>
            <a:r>
              <a:rPr lang="zh-CN" altLang="en-US" sz="2800" spc="-10" dirty="0">
                <a:latin typeface="Calibri"/>
                <a:cs typeface="Calibri"/>
              </a:rPr>
              <a:t> 参数</a:t>
            </a:r>
            <a:r>
              <a:rPr sz="2800" b="0" spc="-20" dirty="0">
                <a:latin typeface="Calibri"/>
                <a:cs typeface="Calibri"/>
              </a:rPr>
              <a:t> </a:t>
            </a:r>
            <a:r>
              <a:rPr sz="2800" b="0" spc="-5" dirty="0">
                <a:latin typeface="Cambria Math"/>
                <a:cs typeface="Cambria Math"/>
              </a:rPr>
              <a:t>𝜃</a:t>
            </a:r>
            <a:r>
              <a:rPr sz="2800" b="0" spc="210" dirty="0">
                <a:latin typeface="Cambria Math"/>
                <a:cs typeface="Cambria Math"/>
              </a:rPr>
              <a:t> </a:t>
            </a:r>
            <a:r>
              <a:rPr sz="2800" b="0" spc="-5" dirty="0">
                <a:latin typeface="Cambria Math"/>
                <a:cs typeface="Cambria Math"/>
              </a:rPr>
              <a:t>=</a:t>
            </a:r>
            <a:r>
              <a:rPr lang="en-US" sz="2800" b="0" spc="-5" dirty="0">
                <a:latin typeface="Cambria Math"/>
                <a:cs typeface="Cambria Math"/>
              </a:rPr>
              <a:t>   </a:t>
            </a:r>
            <a:r>
              <a:rPr sz="2800" b="0" dirty="0">
                <a:latin typeface="Cambria Math"/>
                <a:cs typeface="Cambria Math"/>
              </a:rPr>
              <a:t>𝑤</a:t>
            </a:r>
            <a:r>
              <a:rPr sz="3075" b="0" baseline="-16260" dirty="0">
                <a:latin typeface="Cambria Math"/>
                <a:cs typeface="Cambria Math"/>
              </a:rPr>
              <a:t>1</a:t>
            </a:r>
            <a:r>
              <a:rPr sz="2800" b="0" dirty="0">
                <a:latin typeface="Cambria Math"/>
                <a:cs typeface="Cambria Math"/>
              </a:rPr>
              <a:t>,</a:t>
            </a:r>
            <a:r>
              <a:rPr sz="2800" b="0" spc="-150" dirty="0">
                <a:latin typeface="Cambria Math"/>
                <a:cs typeface="Cambria Math"/>
              </a:rPr>
              <a:t> </a:t>
            </a:r>
            <a:r>
              <a:rPr sz="2800" b="0" spc="10" dirty="0">
                <a:latin typeface="Cambria Math"/>
                <a:cs typeface="Cambria Math"/>
              </a:rPr>
              <a:t>𝑤</a:t>
            </a:r>
            <a:r>
              <a:rPr sz="3075" b="0" spc="15" baseline="-16260" dirty="0">
                <a:latin typeface="Cambria Math"/>
                <a:cs typeface="Cambria Math"/>
              </a:rPr>
              <a:t>2</a:t>
            </a:r>
            <a:r>
              <a:rPr sz="2800" b="0" spc="10" dirty="0">
                <a:latin typeface="Cambria Math"/>
                <a:cs typeface="Cambria Math"/>
              </a:rPr>
              <a:t>,</a:t>
            </a:r>
            <a:r>
              <a:rPr sz="2800" b="0" spc="-155" dirty="0">
                <a:latin typeface="Cambria Math"/>
                <a:cs typeface="Cambria Math"/>
              </a:rPr>
              <a:t> </a:t>
            </a:r>
            <a:r>
              <a:rPr sz="2800" b="0" spc="-5" dirty="0">
                <a:latin typeface="Cambria Math"/>
                <a:cs typeface="Cambria Math"/>
              </a:rPr>
              <a:t>⋯</a:t>
            </a:r>
            <a:r>
              <a:rPr sz="2800" b="0" spc="-150" dirty="0">
                <a:latin typeface="Cambria Math"/>
                <a:cs typeface="Cambria Math"/>
              </a:rPr>
              <a:t> </a:t>
            </a:r>
            <a:r>
              <a:rPr sz="2800" b="0" spc="-5" dirty="0">
                <a:latin typeface="Cambria Math"/>
                <a:cs typeface="Cambria Math"/>
              </a:rPr>
              <a:t>,</a:t>
            </a:r>
            <a:r>
              <a:rPr sz="2800" b="0" spc="-155" dirty="0">
                <a:latin typeface="Cambria Math"/>
                <a:cs typeface="Cambria Math"/>
              </a:rPr>
              <a:t> </a:t>
            </a:r>
            <a:r>
              <a:rPr sz="2800" b="0" dirty="0">
                <a:latin typeface="Cambria Math"/>
                <a:cs typeface="Cambria Math"/>
              </a:rPr>
              <a:t>𝑏</a:t>
            </a:r>
            <a:r>
              <a:rPr sz="3075" b="0" baseline="-16260" dirty="0">
                <a:latin typeface="Cambria Math"/>
                <a:cs typeface="Cambria Math"/>
              </a:rPr>
              <a:t>1</a:t>
            </a:r>
            <a:r>
              <a:rPr sz="2800" b="0" dirty="0">
                <a:latin typeface="Cambria Math"/>
                <a:cs typeface="Cambria Math"/>
              </a:rPr>
              <a:t>,</a:t>
            </a:r>
            <a:r>
              <a:rPr sz="2800" b="0" spc="-165" dirty="0">
                <a:latin typeface="Cambria Math"/>
                <a:cs typeface="Cambria Math"/>
              </a:rPr>
              <a:t> </a:t>
            </a:r>
            <a:r>
              <a:rPr sz="2800" b="0" spc="25" dirty="0">
                <a:latin typeface="Cambria Math"/>
                <a:cs typeface="Cambria Math"/>
              </a:rPr>
              <a:t>𝑏</a:t>
            </a:r>
            <a:r>
              <a:rPr sz="3075" b="0" spc="37" baseline="-16260" dirty="0">
                <a:latin typeface="Cambria Math"/>
                <a:cs typeface="Cambria Math"/>
              </a:rPr>
              <a:t>2</a:t>
            </a:r>
            <a:r>
              <a:rPr sz="2800" b="0" spc="25" dirty="0">
                <a:latin typeface="Cambria Math"/>
                <a:cs typeface="Cambria Math"/>
              </a:rPr>
              <a:t>,</a:t>
            </a:r>
            <a:r>
              <a:rPr sz="2800" b="0" spc="-165" dirty="0">
                <a:latin typeface="Cambria Math"/>
                <a:cs typeface="Cambria Math"/>
              </a:rPr>
              <a:t> </a:t>
            </a:r>
            <a:r>
              <a:rPr sz="2800" b="0" spc="-5" dirty="0">
                <a:latin typeface="Cambria Math"/>
                <a:cs typeface="Cambria Math"/>
              </a:rPr>
              <a:t>⋯</a:t>
            </a:r>
            <a:endParaRPr sz="2800" dirty="0">
              <a:latin typeface="Cambria Math"/>
              <a:cs typeface="Cambria Math"/>
            </a:endParaRPr>
          </a:p>
        </p:txBody>
      </p:sp>
      <p:sp>
        <p:nvSpPr>
          <p:cNvPr id="23" name="object 3">
            <a:extLst>
              <a:ext uri="{FF2B5EF4-FFF2-40B4-BE49-F238E27FC236}">
                <a16:creationId xmlns:a16="http://schemas.microsoft.com/office/drawing/2014/main" id="{174FE9A8-4ECE-E4FC-673C-8C7F3B92BC04}"/>
              </a:ext>
            </a:extLst>
          </p:cNvPr>
          <p:cNvSpPr txBox="1"/>
          <p:nvPr/>
        </p:nvSpPr>
        <p:spPr>
          <a:xfrm>
            <a:off x="431926" y="2874097"/>
            <a:ext cx="2323339" cy="380232"/>
          </a:xfrm>
          <a:prstGeom prst="rect">
            <a:avLst/>
          </a:prstGeom>
        </p:spPr>
        <p:txBody>
          <a:bodyPr vert="horz" wrap="square" lIns="0" tIns="10795" rIns="0" bIns="0" rtlCol="0">
            <a:spAutoFit/>
          </a:bodyPr>
          <a:lstStyle/>
          <a:p>
            <a:pPr marL="12700" marR="5080" indent="83820">
              <a:lnSpc>
                <a:spcPct val="100400"/>
              </a:lnSpc>
              <a:spcBef>
                <a:spcPts val="85"/>
              </a:spcBef>
            </a:pPr>
            <a:r>
              <a:rPr lang="zh-CN" altLang="en-US" sz="2400" dirty="0">
                <a:latin typeface="Cambria Math"/>
                <a:cs typeface="Cambria Math"/>
              </a:rPr>
              <a:t>总损失函数曲线</a:t>
            </a:r>
            <a:endParaRPr sz="2400" dirty="0">
              <a:latin typeface="Cambria Math"/>
              <a:cs typeface="Cambria Math"/>
            </a:endParaRPr>
          </a:p>
        </p:txBody>
      </p:sp>
      <p:sp>
        <p:nvSpPr>
          <p:cNvPr id="24" name="object 6">
            <a:extLst>
              <a:ext uri="{FF2B5EF4-FFF2-40B4-BE49-F238E27FC236}">
                <a16:creationId xmlns:a16="http://schemas.microsoft.com/office/drawing/2014/main" id="{CB933849-6B60-7150-7B58-370643541C6D}"/>
              </a:ext>
            </a:extLst>
          </p:cNvPr>
          <p:cNvSpPr/>
          <p:nvPr/>
        </p:nvSpPr>
        <p:spPr>
          <a:xfrm>
            <a:off x="2288159" y="6186267"/>
            <a:ext cx="8281670" cy="114300"/>
          </a:xfrm>
          <a:custGeom>
            <a:avLst/>
            <a:gdLst/>
            <a:ahLst/>
            <a:cxnLst/>
            <a:rect l="l" t="t" r="r" b="b"/>
            <a:pathLst>
              <a:path w="8281670" h="114300">
                <a:moveTo>
                  <a:pt x="8166861" y="0"/>
                </a:moveTo>
                <a:lnTo>
                  <a:pt x="8166861" y="114299"/>
                </a:lnTo>
                <a:lnTo>
                  <a:pt x="8243061" y="76199"/>
                </a:lnTo>
                <a:lnTo>
                  <a:pt x="8185911" y="76199"/>
                </a:lnTo>
                <a:lnTo>
                  <a:pt x="8185911" y="38099"/>
                </a:lnTo>
                <a:lnTo>
                  <a:pt x="8243061" y="38099"/>
                </a:lnTo>
                <a:lnTo>
                  <a:pt x="8166861" y="0"/>
                </a:lnTo>
                <a:close/>
              </a:path>
              <a:path w="8281670" h="114300">
                <a:moveTo>
                  <a:pt x="8166861" y="38099"/>
                </a:moveTo>
                <a:lnTo>
                  <a:pt x="0" y="38099"/>
                </a:lnTo>
                <a:lnTo>
                  <a:pt x="0" y="76199"/>
                </a:lnTo>
                <a:lnTo>
                  <a:pt x="8166861" y="76199"/>
                </a:lnTo>
                <a:lnTo>
                  <a:pt x="8166861" y="38099"/>
                </a:lnTo>
                <a:close/>
              </a:path>
              <a:path w="8281670" h="114300">
                <a:moveTo>
                  <a:pt x="8243061" y="38099"/>
                </a:moveTo>
                <a:lnTo>
                  <a:pt x="8185911" y="38099"/>
                </a:lnTo>
                <a:lnTo>
                  <a:pt x="8185911" y="76199"/>
                </a:lnTo>
                <a:lnTo>
                  <a:pt x="8243061" y="76199"/>
                </a:lnTo>
                <a:lnTo>
                  <a:pt x="8281161" y="57149"/>
                </a:lnTo>
                <a:lnTo>
                  <a:pt x="8243061" y="38099"/>
                </a:lnTo>
                <a:close/>
              </a:path>
            </a:pathLst>
          </a:custGeom>
          <a:solidFill>
            <a:srgbClr val="000000"/>
          </a:solidFill>
        </p:spPr>
        <p:txBody>
          <a:bodyPr wrap="square" lIns="0" tIns="0" rIns="0" bIns="0" rtlCol="0"/>
          <a:lstStyle/>
          <a:p>
            <a:endParaRPr/>
          </a:p>
        </p:txBody>
      </p:sp>
      <p:sp>
        <p:nvSpPr>
          <p:cNvPr id="25" name="object 7">
            <a:extLst>
              <a:ext uri="{FF2B5EF4-FFF2-40B4-BE49-F238E27FC236}">
                <a16:creationId xmlns:a16="http://schemas.microsoft.com/office/drawing/2014/main" id="{1112F383-93DB-FC8A-712D-886C1A7F3254}"/>
              </a:ext>
            </a:extLst>
          </p:cNvPr>
          <p:cNvSpPr txBox="1"/>
          <p:nvPr/>
        </p:nvSpPr>
        <p:spPr>
          <a:xfrm>
            <a:off x="10092313" y="6153755"/>
            <a:ext cx="242570" cy="415925"/>
          </a:xfrm>
          <a:prstGeom prst="rect">
            <a:avLst/>
          </a:prstGeom>
        </p:spPr>
        <p:txBody>
          <a:bodyPr vert="horz" wrap="square" lIns="0" tIns="13970" rIns="0" bIns="0" rtlCol="0">
            <a:spAutoFit/>
          </a:bodyPr>
          <a:lstStyle/>
          <a:p>
            <a:pPr marL="12700">
              <a:lnSpc>
                <a:spcPct val="100000"/>
              </a:lnSpc>
              <a:spcBef>
                <a:spcPts val="110"/>
              </a:spcBef>
            </a:pPr>
            <a:r>
              <a:rPr sz="2550" i="1" spc="0" dirty="0">
                <a:latin typeface="Times New Roman"/>
                <a:cs typeface="Times New Roman"/>
              </a:rPr>
              <a:t>w</a:t>
            </a:r>
            <a:endParaRPr sz="2550">
              <a:latin typeface="Times New Roman"/>
              <a:cs typeface="Times New Roman"/>
            </a:endParaRPr>
          </a:p>
        </p:txBody>
      </p:sp>
      <p:sp>
        <p:nvSpPr>
          <p:cNvPr id="26" name="object 8">
            <a:extLst>
              <a:ext uri="{FF2B5EF4-FFF2-40B4-BE49-F238E27FC236}">
                <a16:creationId xmlns:a16="http://schemas.microsoft.com/office/drawing/2014/main" id="{94665D1C-AC78-0468-C96A-D16635F45E30}"/>
              </a:ext>
            </a:extLst>
          </p:cNvPr>
          <p:cNvSpPr/>
          <p:nvPr/>
        </p:nvSpPr>
        <p:spPr>
          <a:xfrm>
            <a:off x="3012820" y="2688688"/>
            <a:ext cx="173990" cy="3877310"/>
          </a:xfrm>
          <a:custGeom>
            <a:avLst/>
            <a:gdLst/>
            <a:ahLst/>
            <a:cxnLst/>
            <a:rect l="l" t="t" r="r" b="b"/>
            <a:pathLst>
              <a:path w="173990" h="3877310">
                <a:moveTo>
                  <a:pt x="115824" y="144779"/>
                </a:moveTo>
                <a:lnTo>
                  <a:pt x="57912" y="144779"/>
                </a:lnTo>
                <a:lnTo>
                  <a:pt x="57912" y="3877170"/>
                </a:lnTo>
                <a:lnTo>
                  <a:pt x="115824" y="3877170"/>
                </a:lnTo>
                <a:lnTo>
                  <a:pt x="115824" y="144779"/>
                </a:lnTo>
                <a:close/>
              </a:path>
              <a:path w="173990" h="3877310">
                <a:moveTo>
                  <a:pt x="86868" y="0"/>
                </a:moveTo>
                <a:lnTo>
                  <a:pt x="0" y="173735"/>
                </a:lnTo>
                <a:lnTo>
                  <a:pt x="57912" y="173735"/>
                </a:lnTo>
                <a:lnTo>
                  <a:pt x="57912" y="144779"/>
                </a:lnTo>
                <a:lnTo>
                  <a:pt x="159258" y="144779"/>
                </a:lnTo>
                <a:lnTo>
                  <a:pt x="86868" y="0"/>
                </a:lnTo>
                <a:close/>
              </a:path>
              <a:path w="173990" h="3877310">
                <a:moveTo>
                  <a:pt x="159258" y="144779"/>
                </a:moveTo>
                <a:lnTo>
                  <a:pt x="115824" y="144779"/>
                </a:lnTo>
                <a:lnTo>
                  <a:pt x="115824" y="173735"/>
                </a:lnTo>
                <a:lnTo>
                  <a:pt x="173735" y="173735"/>
                </a:lnTo>
                <a:lnTo>
                  <a:pt x="159258" y="144779"/>
                </a:lnTo>
                <a:close/>
              </a:path>
            </a:pathLst>
          </a:custGeom>
          <a:solidFill>
            <a:srgbClr val="000000"/>
          </a:solidFill>
        </p:spPr>
        <p:txBody>
          <a:bodyPr wrap="square" lIns="0" tIns="0" rIns="0" bIns="0" rtlCol="0"/>
          <a:lstStyle/>
          <a:p>
            <a:endParaRPr/>
          </a:p>
        </p:txBody>
      </p:sp>
      <p:sp>
        <p:nvSpPr>
          <p:cNvPr id="27" name="object 9">
            <a:extLst>
              <a:ext uri="{FF2B5EF4-FFF2-40B4-BE49-F238E27FC236}">
                <a16:creationId xmlns:a16="http://schemas.microsoft.com/office/drawing/2014/main" id="{D8A6799B-E7DC-284C-B1ED-3953FBF1E284}"/>
              </a:ext>
            </a:extLst>
          </p:cNvPr>
          <p:cNvSpPr/>
          <p:nvPr/>
        </p:nvSpPr>
        <p:spPr>
          <a:xfrm>
            <a:off x="2755265" y="2598771"/>
            <a:ext cx="6681470" cy="4209415"/>
          </a:xfrm>
          <a:custGeom>
            <a:avLst/>
            <a:gdLst/>
            <a:ahLst/>
            <a:cxnLst/>
            <a:rect l="l" t="t" r="r" b="b"/>
            <a:pathLst>
              <a:path w="6681470" h="4209415">
                <a:moveTo>
                  <a:pt x="0" y="0"/>
                </a:moveTo>
                <a:lnTo>
                  <a:pt x="11304" y="55642"/>
                </a:lnTo>
                <a:lnTo>
                  <a:pt x="23084" y="110995"/>
                </a:lnTo>
                <a:lnTo>
                  <a:pt x="35337" y="166048"/>
                </a:lnTo>
                <a:lnTo>
                  <a:pt x="48062" y="220789"/>
                </a:lnTo>
                <a:lnTo>
                  <a:pt x="61255" y="275206"/>
                </a:lnTo>
                <a:lnTo>
                  <a:pt x="74914" y="329288"/>
                </a:lnTo>
                <a:lnTo>
                  <a:pt x="89037" y="383022"/>
                </a:lnTo>
                <a:lnTo>
                  <a:pt x="103621" y="436397"/>
                </a:lnTo>
                <a:lnTo>
                  <a:pt x="118664" y="489402"/>
                </a:lnTo>
                <a:lnTo>
                  <a:pt x="134163" y="542025"/>
                </a:lnTo>
                <a:lnTo>
                  <a:pt x="150117" y="594253"/>
                </a:lnTo>
                <a:lnTo>
                  <a:pt x="166521" y="646076"/>
                </a:lnTo>
                <a:lnTo>
                  <a:pt x="183375" y="697482"/>
                </a:lnTo>
                <a:lnTo>
                  <a:pt x="200676" y="748459"/>
                </a:lnTo>
                <a:lnTo>
                  <a:pt x="218421" y="798995"/>
                </a:lnTo>
                <a:lnTo>
                  <a:pt x="236608" y="849079"/>
                </a:lnTo>
                <a:lnTo>
                  <a:pt x="255234" y="898699"/>
                </a:lnTo>
                <a:lnTo>
                  <a:pt x="274297" y="947843"/>
                </a:lnTo>
                <a:lnTo>
                  <a:pt x="293794" y="996499"/>
                </a:lnTo>
                <a:lnTo>
                  <a:pt x="313724" y="1044657"/>
                </a:lnTo>
                <a:lnTo>
                  <a:pt x="334083" y="1092304"/>
                </a:lnTo>
                <a:lnTo>
                  <a:pt x="354870" y="1139429"/>
                </a:lnTo>
                <a:lnTo>
                  <a:pt x="376081" y="1186019"/>
                </a:lnTo>
                <a:lnTo>
                  <a:pt x="397715" y="1232064"/>
                </a:lnTo>
                <a:lnTo>
                  <a:pt x="419768" y="1277552"/>
                </a:lnTo>
                <a:lnTo>
                  <a:pt x="442239" y="1322470"/>
                </a:lnTo>
                <a:lnTo>
                  <a:pt x="465125" y="1366807"/>
                </a:lnTo>
                <a:lnTo>
                  <a:pt x="488424" y="1410552"/>
                </a:lnTo>
                <a:lnTo>
                  <a:pt x="512133" y="1453693"/>
                </a:lnTo>
                <a:lnTo>
                  <a:pt x="536250" y="1496218"/>
                </a:lnTo>
                <a:lnTo>
                  <a:pt x="560772" y="1538116"/>
                </a:lnTo>
                <a:lnTo>
                  <a:pt x="585697" y="1579375"/>
                </a:lnTo>
                <a:lnTo>
                  <a:pt x="611022" y="1619982"/>
                </a:lnTo>
                <a:lnTo>
                  <a:pt x="636746" y="1659927"/>
                </a:lnTo>
                <a:lnTo>
                  <a:pt x="662865" y="1699198"/>
                </a:lnTo>
                <a:lnTo>
                  <a:pt x="689377" y="1737783"/>
                </a:lnTo>
                <a:lnTo>
                  <a:pt x="716280" y="1775670"/>
                </a:lnTo>
                <a:lnTo>
                  <a:pt x="743571" y="1812848"/>
                </a:lnTo>
                <a:lnTo>
                  <a:pt x="771248" y="1849306"/>
                </a:lnTo>
                <a:lnTo>
                  <a:pt x="799308" y="1885030"/>
                </a:lnTo>
                <a:lnTo>
                  <a:pt x="827750" y="1920011"/>
                </a:lnTo>
                <a:lnTo>
                  <a:pt x="856570" y="1954235"/>
                </a:lnTo>
                <a:lnTo>
                  <a:pt x="885766" y="1987692"/>
                </a:lnTo>
                <a:lnTo>
                  <a:pt x="915336" y="2020369"/>
                </a:lnTo>
                <a:lnTo>
                  <a:pt x="945277" y="2052256"/>
                </a:lnTo>
                <a:lnTo>
                  <a:pt x="975588" y="2083339"/>
                </a:lnTo>
                <a:lnTo>
                  <a:pt x="1006264" y="2113609"/>
                </a:lnTo>
                <a:lnTo>
                  <a:pt x="1037305" y="2143052"/>
                </a:lnTo>
                <a:lnTo>
                  <a:pt x="1068707" y="2171658"/>
                </a:lnTo>
                <a:lnTo>
                  <a:pt x="1100468" y="2199414"/>
                </a:lnTo>
                <a:lnTo>
                  <a:pt x="1132586" y="2226310"/>
                </a:lnTo>
                <a:lnTo>
                  <a:pt x="1168975" y="2255042"/>
                </a:lnTo>
                <a:lnTo>
                  <a:pt x="1206504" y="2282598"/>
                </a:lnTo>
                <a:lnTo>
                  <a:pt x="1245125" y="2309002"/>
                </a:lnTo>
                <a:lnTo>
                  <a:pt x="1284793" y="2334278"/>
                </a:lnTo>
                <a:lnTo>
                  <a:pt x="1325462" y="2358451"/>
                </a:lnTo>
                <a:lnTo>
                  <a:pt x="1367088" y="2381544"/>
                </a:lnTo>
                <a:lnTo>
                  <a:pt x="1409625" y="2403583"/>
                </a:lnTo>
                <a:lnTo>
                  <a:pt x="1453027" y="2424590"/>
                </a:lnTo>
                <a:lnTo>
                  <a:pt x="1497248" y="2444592"/>
                </a:lnTo>
                <a:lnTo>
                  <a:pt x="1542244" y="2463611"/>
                </a:lnTo>
                <a:lnTo>
                  <a:pt x="1587968" y="2481672"/>
                </a:lnTo>
                <a:lnTo>
                  <a:pt x="1634376" y="2498799"/>
                </a:lnTo>
                <a:lnTo>
                  <a:pt x="1681421" y="2515017"/>
                </a:lnTo>
                <a:lnTo>
                  <a:pt x="1729059" y="2530350"/>
                </a:lnTo>
                <a:lnTo>
                  <a:pt x="1777243" y="2544822"/>
                </a:lnTo>
                <a:lnTo>
                  <a:pt x="1825929" y="2558457"/>
                </a:lnTo>
                <a:lnTo>
                  <a:pt x="1875070" y="2571280"/>
                </a:lnTo>
                <a:lnTo>
                  <a:pt x="1924621" y="2583315"/>
                </a:lnTo>
                <a:lnTo>
                  <a:pt x="1974537" y="2594587"/>
                </a:lnTo>
                <a:lnTo>
                  <a:pt x="2024772" y="2605118"/>
                </a:lnTo>
                <a:lnTo>
                  <a:pt x="2075281" y="2614935"/>
                </a:lnTo>
                <a:lnTo>
                  <a:pt x="2126018" y="2624060"/>
                </a:lnTo>
                <a:lnTo>
                  <a:pt x="2176938" y="2632519"/>
                </a:lnTo>
                <a:lnTo>
                  <a:pt x="2227995" y="2640335"/>
                </a:lnTo>
                <a:lnTo>
                  <a:pt x="2279144" y="2647534"/>
                </a:lnTo>
                <a:lnTo>
                  <a:pt x="2330339" y="2654138"/>
                </a:lnTo>
                <a:lnTo>
                  <a:pt x="2381535" y="2660172"/>
                </a:lnTo>
                <a:lnTo>
                  <a:pt x="2432685" y="2665662"/>
                </a:lnTo>
                <a:lnTo>
                  <a:pt x="2483746" y="2670630"/>
                </a:lnTo>
                <a:lnTo>
                  <a:pt x="2534671" y="2675101"/>
                </a:lnTo>
                <a:lnTo>
                  <a:pt x="2585414" y="2679100"/>
                </a:lnTo>
                <a:lnTo>
                  <a:pt x="2635931" y="2682650"/>
                </a:lnTo>
                <a:lnTo>
                  <a:pt x="2686175" y="2685777"/>
                </a:lnTo>
                <a:lnTo>
                  <a:pt x="2736102" y="2688504"/>
                </a:lnTo>
                <a:lnTo>
                  <a:pt x="2785665" y="2690855"/>
                </a:lnTo>
                <a:lnTo>
                  <a:pt x="2834820" y="2692855"/>
                </a:lnTo>
                <a:lnTo>
                  <a:pt x="2883520" y="2694528"/>
                </a:lnTo>
                <a:lnTo>
                  <a:pt x="2931720" y="2695898"/>
                </a:lnTo>
                <a:lnTo>
                  <a:pt x="2979376" y="2696990"/>
                </a:lnTo>
                <a:lnTo>
                  <a:pt x="3026440" y="2697828"/>
                </a:lnTo>
                <a:lnTo>
                  <a:pt x="3072868" y="2698436"/>
                </a:lnTo>
                <a:lnTo>
                  <a:pt x="3118614" y="2698838"/>
                </a:lnTo>
                <a:lnTo>
                  <a:pt x="3163633" y="2699059"/>
                </a:lnTo>
                <a:lnTo>
                  <a:pt x="3207879" y="2699123"/>
                </a:lnTo>
                <a:lnTo>
                  <a:pt x="3251307" y="2699054"/>
                </a:lnTo>
                <a:lnTo>
                  <a:pt x="3293872" y="2698877"/>
                </a:lnTo>
                <a:lnTo>
                  <a:pt x="3342309" y="2700105"/>
                </a:lnTo>
                <a:lnTo>
                  <a:pt x="3390715" y="2704222"/>
                </a:lnTo>
                <a:lnTo>
                  <a:pt x="3439063" y="2711078"/>
                </a:lnTo>
                <a:lnTo>
                  <a:pt x="3487324" y="2720522"/>
                </a:lnTo>
                <a:lnTo>
                  <a:pt x="3535473" y="2732403"/>
                </a:lnTo>
                <a:lnTo>
                  <a:pt x="3583482" y="2746570"/>
                </a:lnTo>
                <a:lnTo>
                  <a:pt x="3631324" y="2762872"/>
                </a:lnTo>
                <a:lnTo>
                  <a:pt x="3678971" y="2781159"/>
                </a:lnTo>
                <a:lnTo>
                  <a:pt x="3726397" y="2801280"/>
                </a:lnTo>
                <a:lnTo>
                  <a:pt x="3773574" y="2823083"/>
                </a:lnTo>
                <a:lnTo>
                  <a:pt x="3820476" y="2846420"/>
                </a:lnTo>
                <a:lnTo>
                  <a:pt x="3867075" y="2871137"/>
                </a:lnTo>
                <a:lnTo>
                  <a:pt x="3913343" y="2897085"/>
                </a:lnTo>
                <a:lnTo>
                  <a:pt x="3959255" y="2924113"/>
                </a:lnTo>
                <a:lnTo>
                  <a:pt x="4004782" y="2952070"/>
                </a:lnTo>
                <a:lnTo>
                  <a:pt x="4049897" y="2980806"/>
                </a:lnTo>
                <a:lnTo>
                  <a:pt x="4094574" y="3010169"/>
                </a:lnTo>
                <a:lnTo>
                  <a:pt x="4138786" y="3040009"/>
                </a:lnTo>
                <a:lnTo>
                  <a:pt x="4182504" y="3070175"/>
                </a:lnTo>
                <a:lnTo>
                  <a:pt x="4225702" y="3100516"/>
                </a:lnTo>
                <a:lnTo>
                  <a:pt x="4268353" y="3130881"/>
                </a:lnTo>
                <a:lnTo>
                  <a:pt x="4310430" y="3161120"/>
                </a:lnTo>
                <a:lnTo>
                  <a:pt x="4351905" y="3191082"/>
                </a:lnTo>
                <a:lnTo>
                  <a:pt x="4392752" y="3220616"/>
                </a:lnTo>
                <a:lnTo>
                  <a:pt x="4432942" y="3249571"/>
                </a:lnTo>
                <a:lnTo>
                  <a:pt x="4472450" y="3277797"/>
                </a:lnTo>
                <a:lnTo>
                  <a:pt x="4511248" y="3305142"/>
                </a:lnTo>
                <a:lnTo>
                  <a:pt x="4549308" y="3331456"/>
                </a:lnTo>
                <a:lnTo>
                  <a:pt x="4586605" y="3356589"/>
                </a:lnTo>
                <a:lnTo>
                  <a:pt x="4623109" y="3380388"/>
                </a:lnTo>
                <a:lnTo>
                  <a:pt x="4658795" y="3402705"/>
                </a:lnTo>
                <a:lnTo>
                  <a:pt x="4693635" y="3423387"/>
                </a:lnTo>
                <a:lnTo>
                  <a:pt x="4727602" y="3442284"/>
                </a:lnTo>
                <a:lnTo>
                  <a:pt x="4792809" y="3474120"/>
                </a:lnTo>
                <a:lnTo>
                  <a:pt x="4854198" y="3497007"/>
                </a:lnTo>
                <a:lnTo>
                  <a:pt x="4911552" y="3509738"/>
                </a:lnTo>
                <a:lnTo>
                  <a:pt x="4938649" y="3511918"/>
                </a:lnTo>
                <a:lnTo>
                  <a:pt x="4982820" y="3509893"/>
                </a:lnTo>
                <a:lnTo>
                  <a:pt x="5023134" y="3501676"/>
                </a:lnTo>
                <a:lnTo>
                  <a:pt x="5059838" y="3487750"/>
                </a:lnTo>
                <a:lnTo>
                  <a:pt x="5093181" y="3468600"/>
                </a:lnTo>
                <a:lnTo>
                  <a:pt x="5123411" y="3444710"/>
                </a:lnTo>
                <a:lnTo>
                  <a:pt x="5150777" y="3416562"/>
                </a:lnTo>
                <a:lnTo>
                  <a:pt x="5175527" y="3384642"/>
                </a:lnTo>
                <a:lnTo>
                  <a:pt x="5197910" y="3349433"/>
                </a:lnTo>
                <a:lnTo>
                  <a:pt x="5218174" y="3311419"/>
                </a:lnTo>
                <a:lnTo>
                  <a:pt x="5236568" y="3271083"/>
                </a:lnTo>
                <a:lnTo>
                  <a:pt x="5253341" y="3228910"/>
                </a:lnTo>
                <a:lnTo>
                  <a:pt x="5268740" y="3185384"/>
                </a:lnTo>
                <a:lnTo>
                  <a:pt x="5283015" y="3140988"/>
                </a:lnTo>
                <a:lnTo>
                  <a:pt x="5296414" y="3096206"/>
                </a:lnTo>
                <a:lnTo>
                  <a:pt x="5309185" y="3051522"/>
                </a:lnTo>
                <a:lnTo>
                  <a:pt x="5321577" y="3007420"/>
                </a:lnTo>
                <a:lnTo>
                  <a:pt x="5333838" y="2964384"/>
                </a:lnTo>
                <a:lnTo>
                  <a:pt x="5346218" y="2922897"/>
                </a:lnTo>
                <a:lnTo>
                  <a:pt x="5358964" y="2883444"/>
                </a:lnTo>
                <a:lnTo>
                  <a:pt x="5372324" y="2846509"/>
                </a:lnTo>
                <a:lnTo>
                  <a:pt x="5401885" y="2782126"/>
                </a:lnTo>
                <a:lnTo>
                  <a:pt x="5440947" y="2720822"/>
                </a:lnTo>
                <a:lnTo>
                  <a:pt x="5461045" y="2682881"/>
                </a:lnTo>
                <a:lnTo>
                  <a:pt x="5479246" y="2642783"/>
                </a:lnTo>
                <a:lnTo>
                  <a:pt x="5495920" y="2601486"/>
                </a:lnTo>
                <a:lnTo>
                  <a:pt x="5511436" y="2559950"/>
                </a:lnTo>
                <a:lnTo>
                  <a:pt x="5526164" y="2519135"/>
                </a:lnTo>
                <a:lnTo>
                  <a:pt x="5540475" y="2479998"/>
                </a:lnTo>
                <a:lnTo>
                  <a:pt x="5554736" y="2443500"/>
                </a:lnTo>
                <a:lnTo>
                  <a:pt x="5584593" y="2382258"/>
                </a:lnTo>
                <a:lnTo>
                  <a:pt x="5618694" y="2343082"/>
                </a:lnTo>
                <a:lnTo>
                  <a:pt x="5659996" y="2333647"/>
                </a:lnTo>
                <a:lnTo>
                  <a:pt x="5684273" y="2342480"/>
                </a:lnTo>
                <a:lnTo>
                  <a:pt x="5741924" y="2392045"/>
                </a:lnTo>
                <a:lnTo>
                  <a:pt x="5775589" y="2435851"/>
                </a:lnTo>
                <a:lnTo>
                  <a:pt x="5813579" y="2495285"/>
                </a:lnTo>
                <a:lnTo>
                  <a:pt x="5834010" y="2530266"/>
                </a:lnTo>
                <a:lnTo>
                  <a:pt x="5855301" y="2568440"/>
                </a:lnTo>
                <a:lnTo>
                  <a:pt x="5877377" y="2609567"/>
                </a:lnTo>
                <a:lnTo>
                  <a:pt x="5900164" y="2653409"/>
                </a:lnTo>
                <a:lnTo>
                  <a:pt x="5923590" y="2699728"/>
                </a:lnTo>
                <a:lnTo>
                  <a:pt x="5947579" y="2748286"/>
                </a:lnTo>
                <a:lnTo>
                  <a:pt x="5972059" y="2798844"/>
                </a:lnTo>
                <a:lnTo>
                  <a:pt x="5996954" y="2851165"/>
                </a:lnTo>
                <a:lnTo>
                  <a:pt x="6022192" y="2905009"/>
                </a:lnTo>
                <a:lnTo>
                  <a:pt x="6047699" y="2960138"/>
                </a:lnTo>
                <a:lnTo>
                  <a:pt x="6073400" y="3016314"/>
                </a:lnTo>
                <a:lnTo>
                  <a:pt x="6099222" y="3073299"/>
                </a:lnTo>
                <a:lnTo>
                  <a:pt x="6125091" y="3130854"/>
                </a:lnTo>
                <a:lnTo>
                  <a:pt x="6150934" y="3188741"/>
                </a:lnTo>
                <a:lnTo>
                  <a:pt x="6176675" y="3246722"/>
                </a:lnTo>
                <a:lnTo>
                  <a:pt x="6202243" y="3304558"/>
                </a:lnTo>
                <a:lnTo>
                  <a:pt x="6227561" y="3362011"/>
                </a:lnTo>
                <a:lnTo>
                  <a:pt x="6252558" y="3418843"/>
                </a:lnTo>
                <a:lnTo>
                  <a:pt x="6277158" y="3474815"/>
                </a:lnTo>
                <a:lnTo>
                  <a:pt x="6301289" y="3529689"/>
                </a:lnTo>
                <a:lnTo>
                  <a:pt x="6324876" y="3583227"/>
                </a:lnTo>
                <a:lnTo>
                  <a:pt x="6347845" y="3635190"/>
                </a:lnTo>
                <a:lnTo>
                  <a:pt x="6370123" y="3685340"/>
                </a:lnTo>
                <a:lnTo>
                  <a:pt x="6391635" y="3733439"/>
                </a:lnTo>
                <a:lnTo>
                  <a:pt x="6412309" y="3779249"/>
                </a:lnTo>
                <a:lnTo>
                  <a:pt x="6432069" y="3822530"/>
                </a:lnTo>
                <a:lnTo>
                  <a:pt x="6450842" y="3863045"/>
                </a:lnTo>
                <a:lnTo>
                  <a:pt x="6468555" y="3900556"/>
                </a:lnTo>
                <a:lnTo>
                  <a:pt x="6500504" y="3965610"/>
                </a:lnTo>
                <a:lnTo>
                  <a:pt x="6561347" y="4077532"/>
                </a:lnTo>
                <a:lnTo>
                  <a:pt x="6598135" y="4138646"/>
                </a:lnTo>
                <a:lnTo>
                  <a:pt x="6626201" y="4178986"/>
                </a:lnTo>
                <a:lnTo>
                  <a:pt x="6661152" y="4209217"/>
                </a:lnTo>
                <a:lnTo>
                  <a:pt x="6670529" y="4205044"/>
                </a:lnTo>
                <a:lnTo>
                  <a:pt x="6676168" y="4191968"/>
                </a:lnTo>
                <a:lnTo>
                  <a:pt x="6679315" y="4172958"/>
                </a:lnTo>
                <a:lnTo>
                  <a:pt x="6681216" y="4150982"/>
                </a:lnTo>
              </a:path>
            </a:pathLst>
          </a:custGeom>
          <a:ln w="64008">
            <a:solidFill>
              <a:srgbClr val="7E5F00"/>
            </a:solidFill>
          </a:ln>
        </p:spPr>
        <p:txBody>
          <a:bodyPr wrap="square" lIns="0" tIns="0" rIns="0" bIns="0" rtlCol="0"/>
          <a:lstStyle/>
          <a:p>
            <a:endParaRPr/>
          </a:p>
        </p:txBody>
      </p:sp>
      <p:sp>
        <p:nvSpPr>
          <p:cNvPr id="28" name="object 10">
            <a:extLst>
              <a:ext uri="{FF2B5EF4-FFF2-40B4-BE49-F238E27FC236}">
                <a16:creationId xmlns:a16="http://schemas.microsoft.com/office/drawing/2014/main" id="{2F7EB749-4AAE-B2EC-7144-96DD142431EF}"/>
              </a:ext>
            </a:extLst>
          </p:cNvPr>
          <p:cNvSpPr/>
          <p:nvPr/>
        </p:nvSpPr>
        <p:spPr>
          <a:xfrm>
            <a:off x="9421240" y="4936218"/>
            <a:ext cx="1483360" cy="1875155"/>
          </a:xfrm>
          <a:custGeom>
            <a:avLst/>
            <a:gdLst/>
            <a:ahLst/>
            <a:cxnLst/>
            <a:rect l="l" t="t" r="r" b="b"/>
            <a:pathLst>
              <a:path w="1483359" h="1875154">
                <a:moveTo>
                  <a:pt x="1482852" y="1014506"/>
                </a:moveTo>
                <a:lnTo>
                  <a:pt x="1463041" y="977358"/>
                </a:lnTo>
                <a:lnTo>
                  <a:pt x="1444647" y="937039"/>
                </a:lnTo>
                <a:lnTo>
                  <a:pt x="1427874" y="894883"/>
                </a:lnTo>
                <a:lnTo>
                  <a:pt x="1412475" y="851374"/>
                </a:lnTo>
                <a:lnTo>
                  <a:pt x="1398200" y="806994"/>
                </a:lnTo>
                <a:lnTo>
                  <a:pt x="1384801" y="762229"/>
                </a:lnTo>
                <a:lnTo>
                  <a:pt x="1372030" y="717560"/>
                </a:lnTo>
                <a:lnTo>
                  <a:pt x="1359638" y="673473"/>
                </a:lnTo>
                <a:lnTo>
                  <a:pt x="1347377" y="630451"/>
                </a:lnTo>
                <a:lnTo>
                  <a:pt x="1334997" y="588976"/>
                </a:lnTo>
                <a:lnTo>
                  <a:pt x="1322251" y="549534"/>
                </a:lnTo>
                <a:lnTo>
                  <a:pt x="1308891" y="512607"/>
                </a:lnTo>
                <a:lnTo>
                  <a:pt x="1279330" y="448234"/>
                </a:lnTo>
                <a:lnTo>
                  <a:pt x="1240268" y="386954"/>
                </a:lnTo>
                <a:lnTo>
                  <a:pt x="1220170" y="349036"/>
                </a:lnTo>
                <a:lnTo>
                  <a:pt x="1201969" y="308959"/>
                </a:lnTo>
                <a:lnTo>
                  <a:pt x="1185295" y="267684"/>
                </a:lnTo>
                <a:lnTo>
                  <a:pt x="1169779" y="226169"/>
                </a:lnTo>
                <a:lnTo>
                  <a:pt x="1155051" y="185373"/>
                </a:lnTo>
                <a:lnTo>
                  <a:pt x="1140740" y="146256"/>
                </a:lnTo>
                <a:lnTo>
                  <a:pt x="1126479" y="109776"/>
                </a:lnTo>
                <a:lnTo>
                  <a:pt x="1096622" y="48566"/>
                </a:lnTo>
                <a:lnTo>
                  <a:pt x="1062521" y="9416"/>
                </a:lnTo>
                <a:lnTo>
                  <a:pt x="1021219" y="0"/>
                </a:lnTo>
                <a:lnTo>
                  <a:pt x="996942" y="8839"/>
                </a:lnTo>
                <a:lnTo>
                  <a:pt x="939292" y="58408"/>
                </a:lnTo>
                <a:lnTo>
                  <a:pt x="905626" y="102170"/>
                </a:lnTo>
                <a:lnTo>
                  <a:pt x="867636" y="161559"/>
                </a:lnTo>
                <a:lnTo>
                  <a:pt x="847205" y="196518"/>
                </a:lnTo>
                <a:lnTo>
                  <a:pt x="825914" y="234669"/>
                </a:lnTo>
                <a:lnTo>
                  <a:pt x="803838" y="275773"/>
                </a:lnTo>
                <a:lnTo>
                  <a:pt x="781051" y="319592"/>
                </a:lnTo>
                <a:lnTo>
                  <a:pt x="757625" y="365888"/>
                </a:lnTo>
                <a:lnTo>
                  <a:pt x="733636" y="414423"/>
                </a:lnTo>
                <a:lnTo>
                  <a:pt x="709156" y="464958"/>
                </a:lnTo>
                <a:lnTo>
                  <a:pt x="684261" y="517256"/>
                </a:lnTo>
                <a:lnTo>
                  <a:pt x="659023" y="571077"/>
                </a:lnTo>
                <a:lnTo>
                  <a:pt x="633516" y="626183"/>
                </a:lnTo>
                <a:lnTo>
                  <a:pt x="607815" y="682337"/>
                </a:lnTo>
                <a:lnTo>
                  <a:pt x="581993" y="739300"/>
                </a:lnTo>
                <a:lnTo>
                  <a:pt x="556124" y="796833"/>
                </a:lnTo>
                <a:lnTo>
                  <a:pt x="530281" y="854699"/>
                </a:lnTo>
                <a:lnTo>
                  <a:pt x="504540" y="912658"/>
                </a:lnTo>
                <a:lnTo>
                  <a:pt x="478972" y="970474"/>
                </a:lnTo>
                <a:lnTo>
                  <a:pt x="453654" y="1027906"/>
                </a:lnTo>
                <a:lnTo>
                  <a:pt x="428657" y="1084718"/>
                </a:lnTo>
                <a:lnTo>
                  <a:pt x="404057" y="1140671"/>
                </a:lnTo>
                <a:lnTo>
                  <a:pt x="379926" y="1195527"/>
                </a:lnTo>
                <a:lnTo>
                  <a:pt x="356339" y="1249046"/>
                </a:lnTo>
                <a:lnTo>
                  <a:pt x="333370" y="1300992"/>
                </a:lnTo>
                <a:lnTo>
                  <a:pt x="311092" y="1351125"/>
                </a:lnTo>
                <a:lnTo>
                  <a:pt x="289580" y="1399208"/>
                </a:lnTo>
                <a:lnTo>
                  <a:pt x="268906" y="1445002"/>
                </a:lnTo>
                <a:lnTo>
                  <a:pt x="249146" y="1488269"/>
                </a:lnTo>
                <a:lnTo>
                  <a:pt x="230373" y="1528770"/>
                </a:lnTo>
                <a:lnTo>
                  <a:pt x="212660" y="1566267"/>
                </a:lnTo>
                <a:lnTo>
                  <a:pt x="180711" y="1631298"/>
                </a:lnTo>
                <a:lnTo>
                  <a:pt x="119868" y="1743180"/>
                </a:lnTo>
                <a:lnTo>
                  <a:pt x="83080" y="1804273"/>
                </a:lnTo>
                <a:lnTo>
                  <a:pt x="55014" y="1844599"/>
                </a:lnTo>
                <a:lnTo>
                  <a:pt x="20063" y="1874819"/>
                </a:lnTo>
                <a:lnTo>
                  <a:pt x="10686" y="1870647"/>
                </a:lnTo>
                <a:lnTo>
                  <a:pt x="5047" y="1857574"/>
                </a:lnTo>
                <a:lnTo>
                  <a:pt x="1900" y="1838568"/>
                </a:lnTo>
                <a:lnTo>
                  <a:pt x="0" y="1816596"/>
                </a:lnTo>
              </a:path>
            </a:pathLst>
          </a:custGeom>
          <a:ln w="64007">
            <a:solidFill>
              <a:srgbClr val="7E5F00"/>
            </a:solidFill>
          </a:ln>
        </p:spPr>
        <p:txBody>
          <a:bodyPr wrap="square" lIns="0" tIns="0" rIns="0" bIns="0" rtlCol="0"/>
          <a:lstStyle/>
          <a:p>
            <a:endParaRPr/>
          </a:p>
        </p:txBody>
      </p:sp>
      <p:sp>
        <p:nvSpPr>
          <p:cNvPr id="29" name="object 11">
            <a:extLst>
              <a:ext uri="{FF2B5EF4-FFF2-40B4-BE49-F238E27FC236}">
                <a16:creationId xmlns:a16="http://schemas.microsoft.com/office/drawing/2014/main" id="{9991D320-215F-F3D0-BE59-23969BBC8D90}"/>
              </a:ext>
            </a:extLst>
          </p:cNvPr>
          <p:cNvSpPr/>
          <p:nvPr/>
        </p:nvSpPr>
        <p:spPr>
          <a:xfrm>
            <a:off x="3654425" y="6082635"/>
            <a:ext cx="192024" cy="192024"/>
          </a:xfrm>
          <a:prstGeom prst="rect">
            <a:avLst/>
          </a:prstGeom>
          <a:blipFill>
            <a:blip r:embed="rId2" cstate="print"/>
            <a:stretch>
              <a:fillRect/>
            </a:stretch>
          </a:blipFill>
        </p:spPr>
        <p:txBody>
          <a:bodyPr wrap="square" lIns="0" tIns="0" rIns="0" bIns="0" rtlCol="0"/>
          <a:lstStyle/>
          <a:p>
            <a:endParaRPr/>
          </a:p>
        </p:txBody>
      </p:sp>
      <p:sp>
        <p:nvSpPr>
          <p:cNvPr id="30" name="object 12">
            <a:extLst>
              <a:ext uri="{FF2B5EF4-FFF2-40B4-BE49-F238E27FC236}">
                <a16:creationId xmlns:a16="http://schemas.microsoft.com/office/drawing/2014/main" id="{D6FC3C99-43A7-807F-2B73-35EBEA822174}"/>
              </a:ext>
            </a:extLst>
          </p:cNvPr>
          <p:cNvSpPr/>
          <p:nvPr/>
        </p:nvSpPr>
        <p:spPr>
          <a:xfrm>
            <a:off x="3732148" y="4697320"/>
            <a:ext cx="0" cy="1471930"/>
          </a:xfrm>
          <a:custGeom>
            <a:avLst/>
            <a:gdLst/>
            <a:ahLst/>
            <a:cxnLst/>
            <a:rect l="l" t="t" r="r" b="b"/>
            <a:pathLst>
              <a:path h="1471929">
                <a:moveTo>
                  <a:pt x="0" y="0"/>
                </a:moveTo>
                <a:lnTo>
                  <a:pt x="0" y="1471879"/>
                </a:lnTo>
              </a:path>
            </a:pathLst>
          </a:custGeom>
          <a:ln w="57912">
            <a:solidFill>
              <a:srgbClr val="767070"/>
            </a:solidFill>
            <a:prstDash val="dash"/>
          </a:ln>
        </p:spPr>
        <p:txBody>
          <a:bodyPr wrap="square" lIns="0" tIns="0" rIns="0" bIns="0" rtlCol="0"/>
          <a:lstStyle/>
          <a:p>
            <a:endParaRPr/>
          </a:p>
        </p:txBody>
      </p:sp>
      <p:sp>
        <p:nvSpPr>
          <p:cNvPr id="31" name="object 13">
            <a:extLst>
              <a:ext uri="{FF2B5EF4-FFF2-40B4-BE49-F238E27FC236}">
                <a16:creationId xmlns:a16="http://schemas.microsoft.com/office/drawing/2014/main" id="{C7BA0C9F-783D-2AD0-5B2C-B0EF81C09DCC}"/>
              </a:ext>
            </a:extLst>
          </p:cNvPr>
          <p:cNvSpPr txBox="1"/>
          <p:nvPr/>
        </p:nvSpPr>
        <p:spPr>
          <a:xfrm>
            <a:off x="4598670" y="2385688"/>
            <a:ext cx="3558540" cy="496930"/>
          </a:xfrm>
          <a:prstGeom prst="rect">
            <a:avLst/>
          </a:prstGeom>
        </p:spPr>
        <p:txBody>
          <a:bodyPr vert="horz" wrap="square" lIns="0" tIns="126364" rIns="0" bIns="0" rtlCol="0">
            <a:spAutoFit/>
          </a:bodyPr>
          <a:lstStyle/>
          <a:p>
            <a:pPr marL="480059" indent="-457200">
              <a:lnSpc>
                <a:spcPct val="100000"/>
              </a:lnSpc>
              <a:spcBef>
                <a:spcPts val="994"/>
              </a:spcBef>
              <a:buFont typeface="Wingdings"/>
              <a:buChar char=""/>
              <a:tabLst>
                <a:tab pos="479425" algn="l"/>
                <a:tab pos="480059" algn="l"/>
              </a:tabLst>
            </a:pPr>
            <a:r>
              <a:rPr lang="zh-CN" altLang="en-US" sz="2400" dirty="0">
                <a:latin typeface="Calibri"/>
                <a:cs typeface="Calibri"/>
              </a:rPr>
              <a:t>选择 </a:t>
            </a:r>
            <a:r>
              <a:rPr sz="2400" dirty="0">
                <a:latin typeface="Calibri"/>
                <a:cs typeface="Calibri"/>
              </a:rPr>
              <a:t>w</a:t>
            </a:r>
            <a:r>
              <a:rPr lang="en-US" sz="2400" dirty="0">
                <a:latin typeface="Calibri"/>
                <a:cs typeface="Calibri"/>
              </a:rPr>
              <a:t> </a:t>
            </a:r>
            <a:r>
              <a:rPr lang="zh-CN" altLang="en-US" sz="2400" dirty="0">
                <a:latin typeface="Calibri"/>
                <a:cs typeface="Calibri"/>
              </a:rPr>
              <a:t>的初始值</a:t>
            </a:r>
            <a:endParaRPr sz="2400" dirty="0">
              <a:latin typeface="Calibri"/>
              <a:cs typeface="Calibri"/>
            </a:endParaRPr>
          </a:p>
        </p:txBody>
      </p:sp>
      <p:sp>
        <p:nvSpPr>
          <p:cNvPr id="32" name="object 14">
            <a:extLst>
              <a:ext uri="{FF2B5EF4-FFF2-40B4-BE49-F238E27FC236}">
                <a16:creationId xmlns:a16="http://schemas.microsoft.com/office/drawing/2014/main" id="{8C3E6A4B-8CBB-2171-95E3-7A6A48965010}"/>
              </a:ext>
            </a:extLst>
          </p:cNvPr>
          <p:cNvSpPr/>
          <p:nvPr/>
        </p:nvSpPr>
        <p:spPr>
          <a:xfrm>
            <a:off x="3032632" y="4067908"/>
            <a:ext cx="1591310" cy="1508125"/>
          </a:xfrm>
          <a:custGeom>
            <a:avLst/>
            <a:gdLst/>
            <a:ahLst/>
            <a:cxnLst/>
            <a:rect l="l" t="t" r="r" b="b"/>
            <a:pathLst>
              <a:path w="1591310" h="1508125">
                <a:moveTo>
                  <a:pt x="0" y="0"/>
                </a:moveTo>
                <a:lnTo>
                  <a:pt x="1591310" y="1507998"/>
                </a:lnTo>
              </a:path>
            </a:pathLst>
          </a:custGeom>
          <a:ln w="57912">
            <a:solidFill>
              <a:srgbClr val="0000FF"/>
            </a:solidFill>
            <a:prstDash val="dash"/>
          </a:ln>
        </p:spPr>
        <p:txBody>
          <a:bodyPr wrap="square" lIns="0" tIns="0" rIns="0" bIns="0" rtlCol="0"/>
          <a:lstStyle/>
          <a:p>
            <a:endParaRPr/>
          </a:p>
        </p:txBody>
      </p:sp>
      <p:sp>
        <p:nvSpPr>
          <p:cNvPr id="33" name="object 15">
            <a:extLst>
              <a:ext uri="{FF2B5EF4-FFF2-40B4-BE49-F238E27FC236}">
                <a16:creationId xmlns:a16="http://schemas.microsoft.com/office/drawing/2014/main" id="{AF2BF098-E632-13B8-ED95-F91D71952A3E}"/>
              </a:ext>
            </a:extLst>
          </p:cNvPr>
          <p:cNvSpPr/>
          <p:nvPr/>
        </p:nvSpPr>
        <p:spPr>
          <a:xfrm>
            <a:off x="6199504" y="4256884"/>
            <a:ext cx="1752600" cy="579119"/>
          </a:xfrm>
          <a:prstGeom prst="rect">
            <a:avLst/>
          </a:prstGeom>
          <a:blipFill>
            <a:blip r:embed="rId3" cstate="print"/>
            <a:stretch>
              <a:fillRect/>
            </a:stretch>
          </a:blipFill>
        </p:spPr>
        <p:txBody>
          <a:bodyPr wrap="square" lIns="0" tIns="0" rIns="0" bIns="0" rtlCol="0"/>
          <a:lstStyle/>
          <a:p>
            <a:endParaRPr/>
          </a:p>
        </p:txBody>
      </p:sp>
      <p:sp>
        <p:nvSpPr>
          <p:cNvPr id="34" name="object 16">
            <a:extLst>
              <a:ext uri="{FF2B5EF4-FFF2-40B4-BE49-F238E27FC236}">
                <a16:creationId xmlns:a16="http://schemas.microsoft.com/office/drawing/2014/main" id="{49EEC985-69FB-20D9-AD95-7EF135D29A57}"/>
              </a:ext>
            </a:extLst>
          </p:cNvPr>
          <p:cNvSpPr/>
          <p:nvPr/>
        </p:nvSpPr>
        <p:spPr>
          <a:xfrm>
            <a:off x="6353428" y="4209640"/>
            <a:ext cx="1511808" cy="758951"/>
          </a:xfrm>
          <a:prstGeom prst="rect">
            <a:avLst/>
          </a:prstGeom>
          <a:blipFill>
            <a:blip r:embed="rId4" cstate="print"/>
            <a:stretch>
              <a:fillRect/>
            </a:stretch>
          </a:blipFill>
        </p:spPr>
        <p:txBody>
          <a:bodyPr wrap="square" lIns="0" tIns="0" rIns="0" bIns="0" rtlCol="0"/>
          <a:lstStyle/>
          <a:p>
            <a:endParaRPr/>
          </a:p>
        </p:txBody>
      </p:sp>
      <p:sp>
        <p:nvSpPr>
          <p:cNvPr id="35" name="object 17">
            <a:extLst>
              <a:ext uri="{FF2B5EF4-FFF2-40B4-BE49-F238E27FC236}">
                <a16:creationId xmlns:a16="http://schemas.microsoft.com/office/drawing/2014/main" id="{C8CB44FB-EFB1-2123-BBB0-0190A31A22AA}"/>
              </a:ext>
            </a:extLst>
          </p:cNvPr>
          <p:cNvSpPr/>
          <p:nvPr/>
        </p:nvSpPr>
        <p:spPr>
          <a:xfrm>
            <a:off x="6258940" y="4296508"/>
            <a:ext cx="1633727" cy="461772"/>
          </a:xfrm>
          <a:prstGeom prst="rect">
            <a:avLst/>
          </a:prstGeom>
          <a:blipFill>
            <a:blip r:embed="rId5" cstate="print"/>
            <a:stretch>
              <a:fillRect/>
            </a:stretch>
          </a:blipFill>
        </p:spPr>
        <p:txBody>
          <a:bodyPr wrap="square" lIns="0" tIns="0" rIns="0" bIns="0" rtlCol="0"/>
          <a:lstStyle/>
          <a:p>
            <a:endParaRPr/>
          </a:p>
        </p:txBody>
      </p:sp>
      <p:sp>
        <p:nvSpPr>
          <p:cNvPr id="36" name="object 18">
            <a:extLst>
              <a:ext uri="{FF2B5EF4-FFF2-40B4-BE49-F238E27FC236}">
                <a16:creationId xmlns:a16="http://schemas.microsoft.com/office/drawing/2014/main" id="{3576A420-D5EB-0B6E-A78F-75847C323289}"/>
              </a:ext>
            </a:extLst>
          </p:cNvPr>
          <p:cNvSpPr txBox="1"/>
          <p:nvPr/>
        </p:nvSpPr>
        <p:spPr>
          <a:xfrm>
            <a:off x="6584569" y="4310351"/>
            <a:ext cx="983615"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55" dirty="0">
                <a:solidFill>
                  <a:srgbClr val="FFFFFF"/>
                </a:solidFill>
                <a:latin typeface="Calibri"/>
                <a:cs typeface="Calibri"/>
              </a:rPr>
              <a:t>        正</a:t>
            </a:r>
            <a:endParaRPr sz="2400" dirty="0">
              <a:latin typeface="Calibri"/>
              <a:cs typeface="Calibri"/>
            </a:endParaRPr>
          </a:p>
        </p:txBody>
      </p:sp>
      <p:sp>
        <p:nvSpPr>
          <p:cNvPr id="37" name="object 19">
            <a:extLst>
              <a:ext uri="{FF2B5EF4-FFF2-40B4-BE49-F238E27FC236}">
                <a16:creationId xmlns:a16="http://schemas.microsoft.com/office/drawing/2014/main" id="{3B5E1EBD-81CC-9ABE-4478-65D1C456E77E}"/>
              </a:ext>
            </a:extLst>
          </p:cNvPr>
          <p:cNvSpPr/>
          <p:nvPr/>
        </p:nvSpPr>
        <p:spPr>
          <a:xfrm>
            <a:off x="6205601" y="3639664"/>
            <a:ext cx="1752600" cy="579120"/>
          </a:xfrm>
          <a:prstGeom prst="rect">
            <a:avLst/>
          </a:prstGeom>
          <a:blipFill>
            <a:blip r:embed="rId3" cstate="print"/>
            <a:stretch>
              <a:fillRect/>
            </a:stretch>
          </a:blipFill>
        </p:spPr>
        <p:txBody>
          <a:bodyPr wrap="square" lIns="0" tIns="0" rIns="0" bIns="0" rtlCol="0"/>
          <a:lstStyle/>
          <a:p>
            <a:endParaRPr/>
          </a:p>
        </p:txBody>
      </p:sp>
      <p:sp>
        <p:nvSpPr>
          <p:cNvPr id="38" name="object 20">
            <a:extLst>
              <a:ext uri="{FF2B5EF4-FFF2-40B4-BE49-F238E27FC236}">
                <a16:creationId xmlns:a16="http://schemas.microsoft.com/office/drawing/2014/main" id="{90111062-ACD6-B937-B97A-AC44E2B1A981}"/>
              </a:ext>
            </a:extLst>
          </p:cNvPr>
          <p:cNvSpPr/>
          <p:nvPr/>
        </p:nvSpPr>
        <p:spPr>
          <a:xfrm>
            <a:off x="6293993" y="3593944"/>
            <a:ext cx="1572768" cy="758951"/>
          </a:xfrm>
          <a:prstGeom prst="rect">
            <a:avLst/>
          </a:prstGeom>
          <a:blipFill>
            <a:blip r:embed="rId6" cstate="print"/>
            <a:stretch>
              <a:fillRect/>
            </a:stretch>
          </a:blipFill>
        </p:spPr>
        <p:txBody>
          <a:bodyPr wrap="square" lIns="0" tIns="0" rIns="0" bIns="0" rtlCol="0"/>
          <a:lstStyle/>
          <a:p>
            <a:endParaRPr/>
          </a:p>
        </p:txBody>
      </p:sp>
      <p:sp>
        <p:nvSpPr>
          <p:cNvPr id="39" name="object 21">
            <a:extLst>
              <a:ext uri="{FF2B5EF4-FFF2-40B4-BE49-F238E27FC236}">
                <a16:creationId xmlns:a16="http://schemas.microsoft.com/office/drawing/2014/main" id="{736C67CD-C016-893B-3B1E-E5820FA9D60F}"/>
              </a:ext>
            </a:extLst>
          </p:cNvPr>
          <p:cNvSpPr/>
          <p:nvPr/>
        </p:nvSpPr>
        <p:spPr>
          <a:xfrm>
            <a:off x="6265037" y="3679288"/>
            <a:ext cx="1633727" cy="461771"/>
          </a:xfrm>
          <a:prstGeom prst="rect">
            <a:avLst/>
          </a:prstGeom>
          <a:blipFill>
            <a:blip r:embed="rId7" cstate="print"/>
            <a:stretch>
              <a:fillRect/>
            </a:stretch>
          </a:blipFill>
        </p:spPr>
        <p:txBody>
          <a:bodyPr wrap="square" lIns="0" tIns="0" rIns="0" bIns="0" rtlCol="0"/>
          <a:lstStyle/>
          <a:p>
            <a:endParaRPr/>
          </a:p>
        </p:txBody>
      </p:sp>
      <p:sp>
        <p:nvSpPr>
          <p:cNvPr id="40" name="object 22">
            <a:extLst>
              <a:ext uri="{FF2B5EF4-FFF2-40B4-BE49-F238E27FC236}">
                <a16:creationId xmlns:a16="http://schemas.microsoft.com/office/drawing/2014/main" id="{E913D963-503B-46FB-566E-4BD9680414BA}"/>
              </a:ext>
            </a:extLst>
          </p:cNvPr>
          <p:cNvSpPr txBox="1"/>
          <p:nvPr/>
        </p:nvSpPr>
        <p:spPr>
          <a:xfrm>
            <a:off x="6265037" y="3693765"/>
            <a:ext cx="1633855" cy="391160"/>
          </a:xfrm>
          <a:prstGeom prst="rect">
            <a:avLst/>
          </a:prstGeom>
        </p:spPr>
        <p:txBody>
          <a:bodyPr vert="horz" wrap="square" lIns="0" tIns="12700" rIns="0" bIns="0" rtlCol="0">
            <a:spAutoFit/>
          </a:bodyPr>
          <a:lstStyle/>
          <a:p>
            <a:pPr marL="272415" algn="ctr">
              <a:lnSpc>
                <a:spcPct val="100000"/>
              </a:lnSpc>
              <a:spcBef>
                <a:spcPts val="100"/>
              </a:spcBef>
            </a:pPr>
            <a:r>
              <a:rPr lang="zh-CN" altLang="en-US" sz="2400" spc="-15" dirty="0">
                <a:solidFill>
                  <a:srgbClr val="FFFFFF"/>
                </a:solidFill>
                <a:latin typeface="Calibri"/>
                <a:cs typeface="Calibri"/>
              </a:rPr>
              <a:t>负</a:t>
            </a:r>
            <a:endParaRPr sz="2400" dirty="0">
              <a:latin typeface="Calibri"/>
              <a:cs typeface="Calibri"/>
            </a:endParaRPr>
          </a:p>
        </p:txBody>
      </p:sp>
      <p:sp>
        <p:nvSpPr>
          <p:cNvPr id="41" name="object 23">
            <a:extLst>
              <a:ext uri="{FF2B5EF4-FFF2-40B4-BE49-F238E27FC236}">
                <a16:creationId xmlns:a16="http://schemas.microsoft.com/office/drawing/2014/main" id="{DB92C781-26F4-9485-17A6-007A3DF36EEA}"/>
              </a:ext>
            </a:extLst>
          </p:cNvPr>
          <p:cNvSpPr/>
          <p:nvPr/>
        </p:nvSpPr>
        <p:spPr>
          <a:xfrm>
            <a:off x="8008493" y="4333084"/>
            <a:ext cx="658495" cy="425450"/>
          </a:xfrm>
          <a:custGeom>
            <a:avLst/>
            <a:gdLst/>
            <a:ahLst/>
            <a:cxnLst/>
            <a:rect l="l" t="t" r="r" b="b"/>
            <a:pathLst>
              <a:path w="658495" h="425450">
                <a:moveTo>
                  <a:pt x="445770" y="0"/>
                </a:moveTo>
                <a:lnTo>
                  <a:pt x="445770" y="106299"/>
                </a:lnTo>
                <a:lnTo>
                  <a:pt x="0" y="106299"/>
                </a:lnTo>
                <a:lnTo>
                  <a:pt x="0" y="318897"/>
                </a:lnTo>
                <a:lnTo>
                  <a:pt x="445770" y="318897"/>
                </a:lnTo>
                <a:lnTo>
                  <a:pt x="445770" y="425196"/>
                </a:lnTo>
                <a:lnTo>
                  <a:pt x="658368" y="212598"/>
                </a:lnTo>
                <a:lnTo>
                  <a:pt x="445770" y="0"/>
                </a:lnTo>
                <a:close/>
              </a:path>
            </a:pathLst>
          </a:custGeom>
          <a:solidFill>
            <a:srgbClr val="000000"/>
          </a:solidFill>
        </p:spPr>
        <p:txBody>
          <a:bodyPr wrap="square" lIns="0" tIns="0" rIns="0" bIns="0" rtlCol="0"/>
          <a:lstStyle/>
          <a:p>
            <a:endParaRPr/>
          </a:p>
        </p:txBody>
      </p:sp>
      <p:sp>
        <p:nvSpPr>
          <p:cNvPr id="42" name="object 24">
            <a:extLst>
              <a:ext uri="{FF2B5EF4-FFF2-40B4-BE49-F238E27FC236}">
                <a16:creationId xmlns:a16="http://schemas.microsoft.com/office/drawing/2014/main" id="{543B7276-8FE9-7BE2-12F7-3D906C72397B}"/>
              </a:ext>
            </a:extLst>
          </p:cNvPr>
          <p:cNvSpPr/>
          <p:nvPr/>
        </p:nvSpPr>
        <p:spPr>
          <a:xfrm>
            <a:off x="8008493" y="4333084"/>
            <a:ext cx="658495" cy="425450"/>
          </a:xfrm>
          <a:custGeom>
            <a:avLst/>
            <a:gdLst/>
            <a:ahLst/>
            <a:cxnLst/>
            <a:rect l="l" t="t" r="r" b="b"/>
            <a:pathLst>
              <a:path w="658495" h="425450">
                <a:moveTo>
                  <a:pt x="0" y="106299"/>
                </a:moveTo>
                <a:lnTo>
                  <a:pt x="445770" y="106299"/>
                </a:lnTo>
                <a:lnTo>
                  <a:pt x="445770" y="0"/>
                </a:lnTo>
                <a:lnTo>
                  <a:pt x="658368" y="212598"/>
                </a:lnTo>
                <a:lnTo>
                  <a:pt x="445770" y="425196"/>
                </a:lnTo>
                <a:lnTo>
                  <a:pt x="445770" y="318897"/>
                </a:lnTo>
                <a:lnTo>
                  <a:pt x="0" y="318897"/>
                </a:lnTo>
                <a:lnTo>
                  <a:pt x="0" y="106299"/>
                </a:lnTo>
                <a:close/>
              </a:path>
            </a:pathLst>
          </a:custGeom>
          <a:ln w="12192">
            <a:solidFill>
              <a:srgbClr val="000000"/>
            </a:solidFill>
          </a:ln>
        </p:spPr>
        <p:txBody>
          <a:bodyPr wrap="square" lIns="0" tIns="0" rIns="0" bIns="0" rtlCol="0"/>
          <a:lstStyle/>
          <a:p>
            <a:endParaRPr/>
          </a:p>
        </p:txBody>
      </p:sp>
      <p:sp>
        <p:nvSpPr>
          <p:cNvPr id="43" name="object 25">
            <a:extLst>
              <a:ext uri="{FF2B5EF4-FFF2-40B4-BE49-F238E27FC236}">
                <a16:creationId xmlns:a16="http://schemas.microsoft.com/office/drawing/2014/main" id="{049FCF3B-2311-3BBB-6441-ECECB128C945}"/>
              </a:ext>
            </a:extLst>
          </p:cNvPr>
          <p:cNvSpPr/>
          <p:nvPr/>
        </p:nvSpPr>
        <p:spPr>
          <a:xfrm>
            <a:off x="8019160" y="3683859"/>
            <a:ext cx="657225" cy="425450"/>
          </a:xfrm>
          <a:custGeom>
            <a:avLst/>
            <a:gdLst/>
            <a:ahLst/>
            <a:cxnLst/>
            <a:rect l="l" t="t" r="r" b="b"/>
            <a:pathLst>
              <a:path w="657225" h="425450">
                <a:moveTo>
                  <a:pt x="444246" y="0"/>
                </a:moveTo>
                <a:lnTo>
                  <a:pt x="444246" y="106299"/>
                </a:lnTo>
                <a:lnTo>
                  <a:pt x="0" y="106299"/>
                </a:lnTo>
                <a:lnTo>
                  <a:pt x="0" y="318897"/>
                </a:lnTo>
                <a:lnTo>
                  <a:pt x="444246" y="318897"/>
                </a:lnTo>
                <a:lnTo>
                  <a:pt x="444246" y="425196"/>
                </a:lnTo>
                <a:lnTo>
                  <a:pt x="656843" y="212598"/>
                </a:lnTo>
                <a:lnTo>
                  <a:pt x="444246" y="0"/>
                </a:lnTo>
                <a:close/>
              </a:path>
            </a:pathLst>
          </a:custGeom>
          <a:solidFill>
            <a:srgbClr val="000000"/>
          </a:solidFill>
        </p:spPr>
        <p:txBody>
          <a:bodyPr wrap="square" lIns="0" tIns="0" rIns="0" bIns="0" rtlCol="0"/>
          <a:lstStyle/>
          <a:p>
            <a:endParaRPr/>
          </a:p>
        </p:txBody>
      </p:sp>
      <p:sp>
        <p:nvSpPr>
          <p:cNvPr id="44" name="object 26">
            <a:extLst>
              <a:ext uri="{FF2B5EF4-FFF2-40B4-BE49-F238E27FC236}">
                <a16:creationId xmlns:a16="http://schemas.microsoft.com/office/drawing/2014/main" id="{7E506D04-9074-1679-7FFF-D2BEEC714E77}"/>
              </a:ext>
            </a:extLst>
          </p:cNvPr>
          <p:cNvSpPr/>
          <p:nvPr/>
        </p:nvSpPr>
        <p:spPr>
          <a:xfrm>
            <a:off x="8019160" y="3683859"/>
            <a:ext cx="657225" cy="425450"/>
          </a:xfrm>
          <a:custGeom>
            <a:avLst/>
            <a:gdLst/>
            <a:ahLst/>
            <a:cxnLst/>
            <a:rect l="l" t="t" r="r" b="b"/>
            <a:pathLst>
              <a:path w="657225" h="425450">
                <a:moveTo>
                  <a:pt x="0" y="106299"/>
                </a:moveTo>
                <a:lnTo>
                  <a:pt x="444246" y="106299"/>
                </a:lnTo>
                <a:lnTo>
                  <a:pt x="444246" y="0"/>
                </a:lnTo>
                <a:lnTo>
                  <a:pt x="656843" y="212598"/>
                </a:lnTo>
                <a:lnTo>
                  <a:pt x="444246" y="425196"/>
                </a:lnTo>
                <a:lnTo>
                  <a:pt x="444246" y="318897"/>
                </a:lnTo>
                <a:lnTo>
                  <a:pt x="0" y="318897"/>
                </a:lnTo>
                <a:lnTo>
                  <a:pt x="0" y="106299"/>
                </a:lnTo>
                <a:close/>
              </a:path>
            </a:pathLst>
          </a:custGeom>
          <a:ln w="12192">
            <a:solidFill>
              <a:srgbClr val="000000"/>
            </a:solidFill>
          </a:ln>
        </p:spPr>
        <p:txBody>
          <a:bodyPr wrap="square" lIns="0" tIns="0" rIns="0" bIns="0" rtlCol="0"/>
          <a:lstStyle/>
          <a:p>
            <a:endParaRPr/>
          </a:p>
        </p:txBody>
      </p:sp>
      <p:sp>
        <p:nvSpPr>
          <p:cNvPr id="45" name="object 27">
            <a:extLst>
              <a:ext uri="{FF2B5EF4-FFF2-40B4-BE49-F238E27FC236}">
                <a16:creationId xmlns:a16="http://schemas.microsoft.com/office/drawing/2014/main" id="{19C626A8-9800-144F-6EF9-3F349DEC04F5}"/>
              </a:ext>
            </a:extLst>
          </p:cNvPr>
          <p:cNvSpPr/>
          <p:nvPr/>
        </p:nvSpPr>
        <p:spPr>
          <a:xfrm>
            <a:off x="8743061" y="4244691"/>
            <a:ext cx="1752600" cy="579119"/>
          </a:xfrm>
          <a:prstGeom prst="rect">
            <a:avLst/>
          </a:prstGeom>
          <a:blipFill>
            <a:blip r:embed="rId3" cstate="print"/>
            <a:stretch>
              <a:fillRect/>
            </a:stretch>
          </a:blipFill>
        </p:spPr>
        <p:txBody>
          <a:bodyPr wrap="square" lIns="0" tIns="0" rIns="0" bIns="0" rtlCol="0"/>
          <a:lstStyle/>
          <a:p>
            <a:endParaRPr/>
          </a:p>
        </p:txBody>
      </p:sp>
      <p:sp>
        <p:nvSpPr>
          <p:cNvPr id="46" name="object 28">
            <a:extLst>
              <a:ext uri="{FF2B5EF4-FFF2-40B4-BE49-F238E27FC236}">
                <a16:creationId xmlns:a16="http://schemas.microsoft.com/office/drawing/2014/main" id="{EB0F3EF4-7AFD-DBF9-72CF-19293D6EBFE8}"/>
              </a:ext>
            </a:extLst>
          </p:cNvPr>
          <p:cNvSpPr/>
          <p:nvPr/>
        </p:nvSpPr>
        <p:spPr>
          <a:xfrm>
            <a:off x="8662288" y="4197447"/>
            <a:ext cx="1911096" cy="758951"/>
          </a:xfrm>
          <a:prstGeom prst="rect">
            <a:avLst/>
          </a:prstGeom>
          <a:blipFill>
            <a:blip r:embed="rId8" cstate="print"/>
            <a:stretch>
              <a:fillRect/>
            </a:stretch>
          </a:blipFill>
        </p:spPr>
        <p:txBody>
          <a:bodyPr wrap="square" lIns="0" tIns="0" rIns="0" bIns="0" rtlCol="0"/>
          <a:lstStyle/>
          <a:p>
            <a:endParaRPr/>
          </a:p>
        </p:txBody>
      </p:sp>
      <p:sp>
        <p:nvSpPr>
          <p:cNvPr id="47" name="object 29">
            <a:extLst>
              <a:ext uri="{FF2B5EF4-FFF2-40B4-BE49-F238E27FC236}">
                <a16:creationId xmlns:a16="http://schemas.microsoft.com/office/drawing/2014/main" id="{122B6CAB-2FF1-9EDA-9A8F-9B380B70DFBA}"/>
              </a:ext>
            </a:extLst>
          </p:cNvPr>
          <p:cNvSpPr/>
          <p:nvPr/>
        </p:nvSpPr>
        <p:spPr>
          <a:xfrm>
            <a:off x="8802497" y="4284315"/>
            <a:ext cx="1633727" cy="461771"/>
          </a:xfrm>
          <a:prstGeom prst="rect">
            <a:avLst/>
          </a:prstGeom>
          <a:blipFill>
            <a:blip r:embed="rId9" cstate="print"/>
            <a:stretch>
              <a:fillRect/>
            </a:stretch>
          </a:blipFill>
        </p:spPr>
        <p:txBody>
          <a:bodyPr wrap="square" lIns="0" tIns="0" rIns="0" bIns="0" rtlCol="0"/>
          <a:lstStyle/>
          <a:p>
            <a:endParaRPr/>
          </a:p>
        </p:txBody>
      </p:sp>
      <p:sp>
        <p:nvSpPr>
          <p:cNvPr id="48" name="object 30">
            <a:extLst>
              <a:ext uri="{FF2B5EF4-FFF2-40B4-BE49-F238E27FC236}">
                <a16:creationId xmlns:a16="http://schemas.microsoft.com/office/drawing/2014/main" id="{15413AE1-32AB-61C2-9EC5-289ADEB103D8}"/>
              </a:ext>
            </a:extLst>
          </p:cNvPr>
          <p:cNvSpPr txBox="1"/>
          <p:nvPr/>
        </p:nvSpPr>
        <p:spPr>
          <a:xfrm>
            <a:off x="8893428" y="4298159"/>
            <a:ext cx="1450975"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10" dirty="0">
                <a:solidFill>
                  <a:srgbClr val="FFFFFF"/>
                </a:solidFill>
                <a:latin typeface="Calibri"/>
                <a:cs typeface="Calibri"/>
              </a:rPr>
              <a:t> 减少</a:t>
            </a:r>
            <a:r>
              <a:rPr sz="2400" spc="-65" dirty="0">
                <a:solidFill>
                  <a:srgbClr val="FFFFFF"/>
                </a:solidFill>
                <a:latin typeface="Calibri"/>
                <a:cs typeface="Calibri"/>
              </a:rPr>
              <a:t> </a:t>
            </a:r>
            <a:r>
              <a:rPr sz="2400" dirty="0">
                <a:solidFill>
                  <a:srgbClr val="FFFFFF"/>
                </a:solidFill>
                <a:latin typeface="Calibri"/>
                <a:cs typeface="Calibri"/>
              </a:rPr>
              <a:t>w</a:t>
            </a:r>
            <a:endParaRPr sz="2400" dirty="0">
              <a:latin typeface="Calibri"/>
              <a:cs typeface="Calibri"/>
            </a:endParaRPr>
          </a:p>
        </p:txBody>
      </p:sp>
      <p:sp>
        <p:nvSpPr>
          <p:cNvPr id="49" name="object 31">
            <a:extLst>
              <a:ext uri="{FF2B5EF4-FFF2-40B4-BE49-F238E27FC236}">
                <a16:creationId xmlns:a16="http://schemas.microsoft.com/office/drawing/2014/main" id="{F5FCB5D7-A39D-04C1-FBC8-BBE1764990FD}"/>
              </a:ext>
            </a:extLst>
          </p:cNvPr>
          <p:cNvSpPr/>
          <p:nvPr/>
        </p:nvSpPr>
        <p:spPr>
          <a:xfrm>
            <a:off x="8743061" y="3625947"/>
            <a:ext cx="1752600" cy="579120"/>
          </a:xfrm>
          <a:prstGeom prst="rect">
            <a:avLst/>
          </a:prstGeom>
          <a:blipFill>
            <a:blip r:embed="rId3" cstate="print"/>
            <a:stretch>
              <a:fillRect/>
            </a:stretch>
          </a:blipFill>
        </p:spPr>
        <p:txBody>
          <a:bodyPr wrap="square" lIns="0" tIns="0" rIns="0" bIns="0" rtlCol="0"/>
          <a:lstStyle/>
          <a:p>
            <a:endParaRPr/>
          </a:p>
        </p:txBody>
      </p:sp>
      <p:sp>
        <p:nvSpPr>
          <p:cNvPr id="50" name="object 32">
            <a:extLst>
              <a:ext uri="{FF2B5EF4-FFF2-40B4-BE49-F238E27FC236}">
                <a16:creationId xmlns:a16="http://schemas.microsoft.com/office/drawing/2014/main" id="{4B19F583-5D1F-C2C7-C1B5-C66CA3E45C17}"/>
              </a:ext>
            </a:extLst>
          </p:cNvPr>
          <p:cNvSpPr/>
          <p:nvPr/>
        </p:nvSpPr>
        <p:spPr>
          <a:xfrm>
            <a:off x="8714104" y="3580228"/>
            <a:ext cx="1807463" cy="758951"/>
          </a:xfrm>
          <a:prstGeom prst="rect">
            <a:avLst/>
          </a:prstGeom>
          <a:blipFill>
            <a:blip r:embed="rId10" cstate="print"/>
            <a:stretch>
              <a:fillRect/>
            </a:stretch>
          </a:blipFill>
        </p:spPr>
        <p:txBody>
          <a:bodyPr wrap="square" lIns="0" tIns="0" rIns="0" bIns="0" rtlCol="0"/>
          <a:lstStyle/>
          <a:p>
            <a:endParaRPr/>
          </a:p>
        </p:txBody>
      </p:sp>
      <p:sp>
        <p:nvSpPr>
          <p:cNvPr id="51" name="object 33">
            <a:extLst>
              <a:ext uri="{FF2B5EF4-FFF2-40B4-BE49-F238E27FC236}">
                <a16:creationId xmlns:a16="http://schemas.microsoft.com/office/drawing/2014/main" id="{B32AC0DC-D5B5-069D-02C0-A8AB9C968C19}"/>
              </a:ext>
            </a:extLst>
          </p:cNvPr>
          <p:cNvSpPr/>
          <p:nvPr/>
        </p:nvSpPr>
        <p:spPr>
          <a:xfrm>
            <a:off x="8802497" y="3665572"/>
            <a:ext cx="1633727" cy="461772"/>
          </a:xfrm>
          <a:prstGeom prst="rect">
            <a:avLst/>
          </a:prstGeom>
          <a:blipFill>
            <a:blip r:embed="rId11" cstate="print"/>
            <a:stretch>
              <a:fillRect/>
            </a:stretch>
          </a:blipFill>
        </p:spPr>
        <p:txBody>
          <a:bodyPr wrap="square" lIns="0" tIns="0" rIns="0" bIns="0" rtlCol="0"/>
          <a:lstStyle/>
          <a:p>
            <a:endParaRPr/>
          </a:p>
        </p:txBody>
      </p:sp>
      <p:sp>
        <p:nvSpPr>
          <p:cNvPr id="52" name="object 34">
            <a:extLst>
              <a:ext uri="{FF2B5EF4-FFF2-40B4-BE49-F238E27FC236}">
                <a16:creationId xmlns:a16="http://schemas.microsoft.com/office/drawing/2014/main" id="{5682FECE-DC23-6D77-8675-555F56864134}"/>
              </a:ext>
            </a:extLst>
          </p:cNvPr>
          <p:cNvSpPr txBox="1"/>
          <p:nvPr/>
        </p:nvSpPr>
        <p:spPr>
          <a:xfrm>
            <a:off x="8802497" y="3680049"/>
            <a:ext cx="1633855" cy="391160"/>
          </a:xfrm>
          <a:prstGeom prst="rect">
            <a:avLst/>
          </a:prstGeom>
        </p:spPr>
        <p:txBody>
          <a:bodyPr vert="horz" wrap="square" lIns="0" tIns="12700" rIns="0" bIns="0" rtlCol="0">
            <a:spAutoFit/>
          </a:bodyPr>
          <a:lstStyle/>
          <a:p>
            <a:pPr marL="154940">
              <a:lnSpc>
                <a:spcPct val="100000"/>
              </a:lnSpc>
              <a:spcBef>
                <a:spcPts val="100"/>
              </a:spcBef>
            </a:pPr>
            <a:r>
              <a:rPr lang="zh-CN" altLang="en-US" sz="2400" spc="-5" dirty="0">
                <a:solidFill>
                  <a:srgbClr val="FFFFFF"/>
                </a:solidFill>
                <a:latin typeface="Calibri"/>
                <a:cs typeface="Calibri"/>
              </a:rPr>
              <a:t>增加</a:t>
            </a:r>
            <a:r>
              <a:rPr sz="2400" spc="-45" dirty="0">
                <a:solidFill>
                  <a:srgbClr val="FFFFFF"/>
                </a:solidFill>
                <a:latin typeface="Calibri"/>
                <a:cs typeface="Calibri"/>
              </a:rPr>
              <a:t> </a:t>
            </a:r>
            <a:r>
              <a:rPr sz="2400" dirty="0">
                <a:solidFill>
                  <a:srgbClr val="FFFFFF"/>
                </a:solidFill>
                <a:latin typeface="Calibri"/>
                <a:cs typeface="Calibri"/>
              </a:rPr>
              <a:t>w</a:t>
            </a:r>
            <a:endParaRPr sz="2400" dirty="0">
              <a:latin typeface="Calibri"/>
              <a:cs typeface="Calibri"/>
            </a:endParaRPr>
          </a:p>
        </p:txBody>
      </p:sp>
      <p:sp>
        <p:nvSpPr>
          <p:cNvPr id="53" name="object 35">
            <a:extLst>
              <a:ext uri="{FF2B5EF4-FFF2-40B4-BE49-F238E27FC236}">
                <a16:creationId xmlns:a16="http://schemas.microsoft.com/office/drawing/2014/main" id="{C5667EDF-C8D4-06C6-EAF9-E433BE752BBA}"/>
              </a:ext>
            </a:extLst>
          </p:cNvPr>
          <p:cNvSpPr/>
          <p:nvPr/>
        </p:nvSpPr>
        <p:spPr>
          <a:xfrm>
            <a:off x="3922648" y="6102447"/>
            <a:ext cx="605155" cy="248920"/>
          </a:xfrm>
          <a:custGeom>
            <a:avLst/>
            <a:gdLst/>
            <a:ahLst/>
            <a:cxnLst/>
            <a:rect l="l" t="t" r="r" b="b"/>
            <a:pathLst>
              <a:path w="605155" h="248920">
                <a:moveTo>
                  <a:pt x="480821" y="0"/>
                </a:moveTo>
                <a:lnTo>
                  <a:pt x="480821" y="62103"/>
                </a:lnTo>
                <a:lnTo>
                  <a:pt x="0" y="62103"/>
                </a:lnTo>
                <a:lnTo>
                  <a:pt x="0" y="186309"/>
                </a:lnTo>
                <a:lnTo>
                  <a:pt x="480821" y="186309"/>
                </a:lnTo>
                <a:lnTo>
                  <a:pt x="480821" y="248412"/>
                </a:lnTo>
                <a:lnTo>
                  <a:pt x="605027" y="124206"/>
                </a:lnTo>
                <a:lnTo>
                  <a:pt x="480821" y="0"/>
                </a:lnTo>
                <a:close/>
              </a:path>
            </a:pathLst>
          </a:custGeom>
          <a:solidFill>
            <a:srgbClr val="EC7C30"/>
          </a:solidFill>
        </p:spPr>
        <p:txBody>
          <a:bodyPr wrap="square" lIns="0" tIns="0" rIns="0" bIns="0" rtlCol="0"/>
          <a:lstStyle/>
          <a:p>
            <a:endParaRPr/>
          </a:p>
        </p:txBody>
      </p:sp>
      <p:sp>
        <p:nvSpPr>
          <p:cNvPr id="54" name="object 36">
            <a:extLst>
              <a:ext uri="{FF2B5EF4-FFF2-40B4-BE49-F238E27FC236}">
                <a16:creationId xmlns:a16="http://schemas.microsoft.com/office/drawing/2014/main" id="{57100509-A487-8868-9F5A-7BD783597B53}"/>
              </a:ext>
            </a:extLst>
          </p:cNvPr>
          <p:cNvSpPr/>
          <p:nvPr/>
        </p:nvSpPr>
        <p:spPr>
          <a:xfrm>
            <a:off x="3922648" y="6102447"/>
            <a:ext cx="605155" cy="248920"/>
          </a:xfrm>
          <a:custGeom>
            <a:avLst/>
            <a:gdLst/>
            <a:ahLst/>
            <a:cxnLst/>
            <a:rect l="l" t="t" r="r" b="b"/>
            <a:pathLst>
              <a:path w="605155" h="248920">
                <a:moveTo>
                  <a:pt x="0" y="62103"/>
                </a:moveTo>
                <a:lnTo>
                  <a:pt x="480821" y="62103"/>
                </a:lnTo>
                <a:lnTo>
                  <a:pt x="480821" y="0"/>
                </a:lnTo>
                <a:lnTo>
                  <a:pt x="605027" y="124206"/>
                </a:lnTo>
                <a:lnTo>
                  <a:pt x="480821" y="248412"/>
                </a:lnTo>
                <a:lnTo>
                  <a:pt x="480821" y="186309"/>
                </a:lnTo>
                <a:lnTo>
                  <a:pt x="0" y="186309"/>
                </a:lnTo>
                <a:lnTo>
                  <a:pt x="0" y="62103"/>
                </a:lnTo>
                <a:close/>
              </a:path>
            </a:pathLst>
          </a:custGeom>
          <a:ln w="12192">
            <a:solidFill>
              <a:srgbClr val="AD5A20"/>
            </a:solidFill>
          </a:ln>
        </p:spPr>
        <p:txBody>
          <a:bodyPr wrap="square" lIns="0" tIns="0" rIns="0" bIns="0" rtlCol="0"/>
          <a:lstStyle/>
          <a:p>
            <a:endParaRPr/>
          </a:p>
        </p:txBody>
      </p:sp>
      <p:sp>
        <p:nvSpPr>
          <p:cNvPr id="55" name="object 37">
            <a:extLst>
              <a:ext uri="{FF2B5EF4-FFF2-40B4-BE49-F238E27FC236}">
                <a16:creationId xmlns:a16="http://schemas.microsoft.com/office/drawing/2014/main" id="{B99A87E7-E0EB-2B9E-9FCD-D8A27470CB8F}"/>
              </a:ext>
            </a:extLst>
          </p:cNvPr>
          <p:cNvSpPr/>
          <p:nvPr/>
        </p:nvSpPr>
        <p:spPr>
          <a:xfrm>
            <a:off x="3750437" y="3455259"/>
            <a:ext cx="1348105" cy="1243330"/>
          </a:xfrm>
          <a:custGeom>
            <a:avLst/>
            <a:gdLst/>
            <a:ahLst/>
            <a:cxnLst/>
            <a:rect l="l" t="t" r="r" b="b"/>
            <a:pathLst>
              <a:path w="1348104" h="1243329">
                <a:moveTo>
                  <a:pt x="69087" y="1061466"/>
                </a:moveTo>
                <a:lnTo>
                  <a:pt x="0" y="1242949"/>
                </a:lnTo>
                <a:lnTo>
                  <a:pt x="186689" y="1189355"/>
                </a:lnTo>
                <a:lnTo>
                  <a:pt x="165435" y="1166241"/>
                </a:lnTo>
                <a:lnTo>
                  <a:pt x="126111" y="1166241"/>
                </a:lnTo>
                <a:lnTo>
                  <a:pt x="86994" y="1123696"/>
                </a:lnTo>
                <a:lnTo>
                  <a:pt x="108295" y="1104102"/>
                </a:lnTo>
                <a:lnTo>
                  <a:pt x="69087" y="1061466"/>
                </a:lnTo>
                <a:close/>
              </a:path>
              <a:path w="1348104" h="1243329">
                <a:moveTo>
                  <a:pt x="108295" y="1104102"/>
                </a:moveTo>
                <a:lnTo>
                  <a:pt x="86994" y="1123696"/>
                </a:lnTo>
                <a:lnTo>
                  <a:pt x="126111" y="1166241"/>
                </a:lnTo>
                <a:lnTo>
                  <a:pt x="147417" y="1146646"/>
                </a:lnTo>
                <a:lnTo>
                  <a:pt x="108295" y="1104102"/>
                </a:lnTo>
                <a:close/>
              </a:path>
              <a:path w="1348104" h="1243329">
                <a:moveTo>
                  <a:pt x="147417" y="1146646"/>
                </a:moveTo>
                <a:lnTo>
                  <a:pt x="126111" y="1166241"/>
                </a:lnTo>
                <a:lnTo>
                  <a:pt x="165435" y="1166241"/>
                </a:lnTo>
                <a:lnTo>
                  <a:pt x="147417" y="1146646"/>
                </a:lnTo>
                <a:close/>
              </a:path>
              <a:path w="1348104" h="1243329">
                <a:moveTo>
                  <a:pt x="1308608" y="0"/>
                </a:moveTo>
                <a:lnTo>
                  <a:pt x="108295" y="1104102"/>
                </a:lnTo>
                <a:lnTo>
                  <a:pt x="147417" y="1146646"/>
                </a:lnTo>
                <a:lnTo>
                  <a:pt x="1347851" y="42672"/>
                </a:lnTo>
                <a:lnTo>
                  <a:pt x="1308608" y="0"/>
                </a:lnTo>
                <a:close/>
              </a:path>
            </a:pathLst>
          </a:custGeom>
          <a:solidFill>
            <a:srgbClr val="0000FF"/>
          </a:solidFill>
        </p:spPr>
        <p:txBody>
          <a:bodyPr wrap="square" lIns="0" tIns="0" rIns="0" bIns="0" rtlCol="0"/>
          <a:lstStyle/>
          <a:p>
            <a:endParaRPr/>
          </a:p>
        </p:txBody>
      </p:sp>
      <p:sp>
        <p:nvSpPr>
          <p:cNvPr id="56" name="object 39">
            <a:extLst>
              <a:ext uri="{FF2B5EF4-FFF2-40B4-BE49-F238E27FC236}">
                <a16:creationId xmlns:a16="http://schemas.microsoft.com/office/drawing/2014/main" id="{8DE15E3D-888B-2061-A7E4-FBB6B7CF5248}"/>
              </a:ext>
            </a:extLst>
          </p:cNvPr>
          <p:cNvSpPr/>
          <p:nvPr/>
        </p:nvSpPr>
        <p:spPr>
          <a:xfrm>
            <a:off x="3122548" y="3688432"/>
            <a:ext cx="1164336" cy="1164336"/>
          </a:xfrm>
          <a:prstGeom prst="rect">
            <a:avLst/>
          </a:prstGeom>
          <a:blipFill>
            <a:blip r:embed="rId12" cstate="print"/>
            <a:stretch>
              <a:fillRect/>
            </a:stretch>
          </a:blipFill>
        </p:spPr>
        <p:txBody>
          <a:bodyPr wrap="square" lIns="0" tIns="0" rIns="0" bIns="0" rtlCol="0"/>
          <a:lstStyle/>
          <a:p>
            <a:endParaRPr/>
          </a:p>
        </p:txBody>
      </p:sp>
      <p:sp>
        <p:nvSpPr>
          <p:cNvPr id="57" name="object 40">
            <a:extLst>
              <a:ext uri="{FF2B5EF4-FFF2-40B4-BE49-F238E27FC236}">
                <a16:creationId xmlns:a16="http://schemas.microsoft.com/office/drawing/2014/main" id="{13976D3A-2192-CDE5-28BE-3B5ED40DAD39}"/>
              </a:ext>
            </a:extLst>
          </p:cNvPr>
          <p:cNvSpPr/>
          <p:nvPr/>
        </p:nvSpPr>
        <p:spPr>
          <a:xfrm>
            <a:off x="1667104" y="1614135"/>
            <a:ext cx="8471916" cy="641603"/>
          </a:xfrm>
          <a:prstGeom prst="rect">
            <a:avLst/>
          </a:prstGeom>
          <a:blipFill>
            <a:blip r:embed="rId13" cstate="print"/>
            <a:stretch>
              <a:fillRect/>
            </a:stretch>
          </a:blipFill>
        </p:spPr>
        <p:txBody>
          <a:bodyPr wrap="square" lIns="0" tIns="0" rIns="0" bIns="0" rtlCol="0"/>
          <a:lstStyle/>
          <a:p>
            <a:endParaRPr/>
          </a:p>
        </p:txBody>
      </p:sp>
      <p:sp>
        <p:nvSpPr>
          <p:cNvPr id="59" name="object 42">
            <a:extLst>
              <a:ext uri="{FF2B5EF4-FFF2-40B4-BE49-F238E27FC236}">
                <a16:creationId xmlns:a16="http://schemas.microsoft.com/office/drawing/2014/main" id="{6B120C19-8918-0787-E697-43FC9BD0BF59}"/>
              </a:ext>
            </a:extLst>
          </p:cNvPr>
          <p:cNvSpPr/>
          <p:nvPr/>
        </p:nvSpPr>
        <p:spPr>
          <a:xfrm>
            <a:off x="1726540" y="1653760"/>
            <a:ext cx="8353044" cy="524256"/>
          </a:xfrm>
          <a:prstGeom prst="rect">
            <a:avLst/>
          </a:prstGeom>
          <a:blipFill>
            <a:blip r:embed="rId14" cstate="print"/>
            <a:stretch>
              <a:fillRect/>
            </a:stretch>
          </a:blipFill>
        </p:spPr>
        <p:txBody>
          <a:bodyPr wrap="square" lIns="0" tIns="0" rIns="0" bIns="0" rtlCol="0"/>
          <a:lstStyle/>
          <a:p>
            <a:endParaRPr/>
          </a:p>
        </p:txBody>
      </p:sp>
      <p:sp>
        <p:nvSpPr>
          <p:cNvPr id="60" name="object 44">
            <a:extLst>
              <a:ext uri="{FF2B5EF4-FFF2-40B4-BE49-F238E27FC236}">
                <a16:creationId xmlns:a16="http://schemas.microsoft.com/office/drawing/2014/main" id="{582B918D-5BD6-8BE3-8B13-F6E5EECADCA9}"/>
              </a:ext>
            </a:extLst>
          </p:cNvPr>
          <p:cNvSpPr txBox="1"/>
          <p:nvPr/>
        </p:nvSpPr>
        <p:spPr>
          <a:xfrm>
            <a:off x="1809472" y="1642593"/>
            <a:ext cx="8353425" cy="485389"/>
          </a:xfrm>
          <a:prstGeom prst="rect">
            <a:avLst/>
          </a:prstGeom>
        </p:spPr>
        <p:txBody>
          <a:bodyPr vert="horz" wrap="square" lIns="0" tIns="12065" rIns="0" bIns="0" rtlCol="0">
            <a:spAutoFit/>
          </a:bodyPr>
          <a:lstStyle/>
          <a:p>
            <a:pPr marL="90805">
              <a:lnSpc>
                <a:spcPct val="100000"/>
              </a:lnSpc>
              <a:spcBef>
                <a:spcPts val="95"/>
              </a:spcBef>
            </a:pPr>
            <a:r>
              <a:rPr lang="zh-CN" altLang="en-US" sz="2800" spc="-10" dirty="0">
                <a:solidFill>
                  <a:srgbClr val="FFFFFF"/>
                </a:solidFill>
                <a:latin typeface="Calibri"/>
                <a:cs typeface="Cambria Math"/>
              </a:rPr>
              <a:t>                         找到使总损失最小的参数</a:t>
            </a:r>
            <a:r>
              <a:rPr sz="2800" spc="-5" dirty="0">
                <a:solidFill>
                  <a:srgbClr val="FFFFFF"/>
                </a:solidFill>
                <a:latin typeface="Cambria Math"/>
                <a:cs typeface="Cambria Math"/>
              </a:rPr>
              <a:t>𝜽</a:t>
            </a:r>
            <a:r>
              <a:rPr sz="3075" spc="-7" baseline="27100" dirty="0">
                <a:solidFill>
                  <a:srgbClr val="FFFFFF"/>
                </a:solidFill>
                <a:latin typeface="Cambria Math"/>
                <a:cs typeface="Cambria Math"/>
              </a:rPr>
              <a:t>∗</a:t>
            </a:r>
            <a:endParaRPr sz="2800" dirty="0">
              <a:latin typeface="Calibri"/>
              <a:cs typeface="Calibri"/>
            </a:endParaRPr>
          </a:p>
        </p:txBody>
      </p:sp>
      <p:grpSp>
        <p:nvGrpSpPr>
          <p:cNvPr id="2" name="组合 1">
            <a:extLst>
              <a:ext uri="{FF2B5EF4-FFF2-40B4-BE49-F238E27FC236}">
                <a16:creationId xmlns:a16="http://schemas.microsoft.com/office/drawing/2014/main" id="{40A82D35-21C0-8DAB-8DAB-523A64D19739}"/>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F9A2AED6-CFA0-4C65-0B8D-E39E9B023C3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5" name="组合 4">
              <a:extLst>
                <a:ext uri="{FF2B5EF4-FFF2-40B4-BE49-F238E27FC236}">
                  <a16:creationId xmlns:a16="http://schemas.microsoft.com/office/drawing/2014/main" id="{012B9491-490A-4176-02FA-0139DC7D0DD5}"/>
                </a:ext>
              </a:extLst>
            </p:cNvPr>
            <p:cNvGrpSpPr/>
            <p:nvPr/>
          </p:nvGrpSpPr>
          <p:grpSpPr>
            <a:xfrm>
              <a:off x="695400" y="260648"/>
              <a:ext cx="3672271" cy="1058822"/>
              <a:chOff x="623392" y="310880"/>
              <a:chExt cx="3672271" cy="1058822"/>
            </a:xfrm>
          </p:grpSpPr>
          <p:sp>
            <p:nvSpPr>
              <p:cNvPr id="6" name="文本框 5">
                <a:extLst>
                  <a:ext uri="{FF2B5EF4-FFF2-40B4-BE49-F238E27FC236}">
                    <a16:creationId xmlns:a16="http://schemas.microsoft.com/office/drawing/2014/main" id="{4AC3624A-3979-8DDD-A704-67B1A228D83B}"/>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梯度下降</a:t>
                </a:r>
              </a:p>
            </p:txBody>
          </p:sp>
          <p:cxnSp>
            <p:nvCxnSpPr>
              <p:cNvPr id="7" name="直接连接符 6">
                <a:extLst>
                  <a:ext uri="{FF2B5EF4-FFF2-40B4-BE49-F238E27FC236}">
                    <a16:creationId xmlns:a16="http://schemas.microsoft.com/office/drawing/2014/main" id="{C74C10C0-4CB4-C5CE-550B-D975C37F47F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8" name="文本框 7">
                <a:extLst>
                  <a:ext uri="{FF2B5EF4-FFF2-40B4-BE49-F238E27FC236}">
                    <a16:creationId xmlns:a16="http://schemas.microsoft.com/office/drawing/2014/main" id="{8DD09416-1101-E726-1630-B31D6A7F918A}"/>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
        <p:nvSpPr>
          <p:cNvPr id="12" name="文本框 11">
            <a:extLst>
              <a:ext uri="{FF2B5EF4-FFF2-40B4-BE49-F238E27FC236}">
                <a16:creationId xmlns:a16="http://schemas.microsoft.com/office/drawing/2014/main" id="{06BBB522-550D-6FC7-DA73-487809205460}"/>
              </a:ext>
            </a:extLst>
          </p:cNvPr>
          <p:cNvSpPr txBox="1"/>
          <p:nvPr/>
        </p:nvSpPr>
        <p:spPr>
          <a:xfrm>
            <a:off x="4527803" y="2925775"/>
            <a:ext cx="2522391" cy="461665"/>
          </a:xfrm>
          <a:prstGeom prst="rect">
            <a:avLst/>
          </a:prstGeom>
          <a:noFill/>
        </p:spPr>
        <p:txBody>
          <a:bodyPr wrap="square">
            <a:spAutoFit/>
          </a:bodyPr>
          <a:lstStyle/>
          <a:p>
            <a:pPr marL="469900" indent="-457200">
              <a:lnSpc>
                <a:spcPct val="100000"/>
              </a:lnSpc>
              <a:spcBef>
                <a:spcPts val="894"/>
              </a:spcBef>
              <a:buFont typeface="Wingdings"/>
              <a:buChar char=""/>
              <a:tabLst>
                <a:tab pos="469265" algn="l"/>
                <a:tab pos="469900" algn="l"/>
              </a:tabLst>
            </a:pPr>
            <a:r>
              <a:rPr lang="zh-CN" altLang="en-US" sz="2400" spc="-10" dirty="0">
                <a:latin typeface="Calibri"/>
                <a:cs typeface="Calibri"/>
              </a:rPr>
              <a:t>计算 </a:t>
            </a:r>
            <a:r>
              <a:rPr lang="zh-CN" altLang="en-US" sz="2400" spc="15" dirty="0">
                <a:latin typeface="Cambria Math"/>
                <a:cs typeface="Cambria Math"/>
              </a:rPr>
              <a:t>𝜕𝐿</a:t>
            </a:r>
            <a:r>
              <a:rPr lang="en-US" altLang="zh-CN" sz="3600" spc="345" baseline="2314" dirty="0">
                <a:latin typeface="Cambria Math"/>
                <a:cs typeface="Cambria Math"/>
              </a:rPr>
              <a:t>/</a:t>
            </a:r>
            <a:r>
              <a:rPr lang="zh-CN" altLang="en-US" sz="2400" spc="-5" dirty="0">
                <a:latin typeface="Cambria Math"/>
                <a:cs typeface="Cambria Math"/>
              </a:rPr>
              <a:t>𝜕𝑤</a:t>
            </a:r>
            <a:endParaRPr lang="zh-CN" altLang="en-US" sz="2400" dirty="0">
              <a:latin typeface="Cambria Math"/>
              <a:cs typeface="Cambria Math"/>
            </a:endParaRPr>
          </a:p>
        </p:txBody>
      </p:sp>
    </p:spTree>
    <p:extLst>
      <p:ext uri="{BB962C8B-B14F-4D97-AF65-F5344CB8AC3E}">
        <p14:creationId xmlns:p14="http://schemas.microsoft.com/office/powerpoint/2010/main" val="24123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p:bldP spid="32" grpId="0" animBg="1"/>
      <p:bldP spid="33" grpId="0" animBg="1"/>
      <p:bldP spid="34" grpId="0" animBg="1"/>
      <p:bldP spid="35" grpId="0" animBg="1"/>
      <p:bldP spid="36" grpId="0"/>
      <p:bldP spid="37" grpId="0" animBg="1"/>
      <p:bldP spid="38" grpId="0" animBg="1"/>
      <p:bldP spid="39" grpId="0" animBg="1"/>
      <p:bldP spid="40" grpId="0"/>
      <p:bldP spid="41" grpId="0" animBg="1"/>
      <p:bldP spid="42" grpId="0" animBg="1"/>
      <p:bldP spid="43" grpId="0" animBg="1"/>
      <p:bldP spid="44" grpId="0" animBg="1"/>
      <p:bldP spid="45" grpId="0" animBg="1"/>
      <p:bldP spid="46" grpId="0" animBg="1"/>
      <p:bldP spid="47" grpId="0" animBg="1"/>
      <p:bldP spid="48" grpId="0"/>
      <p:bldP spid="49" grpId="0" animBg="1"/>
      <p:bldP spid="50" grpId="0" animBg="1"/>
      <p:bldP spid="51" grpId="0" animBg="1"/>
      <p:bldP spid="52" grpId="0"/>
      <p:bldP spid="53" grpId="0" animBg="1"/>
      <p:bldP spid="55" grpId="0" animBg="1"/>
      <p:bldP spid="56" grpId="0" animBg="1"/>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0EEEA9F7-A769-CD90-9635-9756E5C6F75D}"/>
              </a:ext>
            </a:extLst>
          </p:cNvPr>
          <p:cNvSpPr txBox="1"/>
          <p:nvPr/>
        </p:nvSpPr>
        <p:spPr>
          <a:xfrm>
            <a:off x="1619503" y="2734805"/>
            <a:ext cx="784225" cy="762388"/>
          </a:xfrm>
          <a:prstGeom prst="rect">
            <a:avLst/>
          </a:prstGeom>
        </p:spPr>
        <p:txBody>
          <a:bodyPr vert="horz" wrap="square" lIns="0" tIns="10795" rIns="0" bIns="0" rtlCol="0">
            <a:spAutoFit/>
          </a:bodyPr>
          <a:lstStyle/>
          <a:p>
            <a:pPr marL="12700" marR="5080" indent="83820">
              <a:lnSpc>
                <a:spcPct val="100400"/>
              </a:lnSpc>
              <a:spcBef>
                <a:spcPts val="85"/>
              </a:spcBef>
            </a:pPr>
            <a:r>
              <a:rPr lang="zh-CN" altLang="en-US" sz="2400" dirty="0">
                <a:latin typeface="Cambria Math"/>
                <a:cs typeface="Cambria Math"/>
              </a:rPr>
              <a:t>总</a:t>
            </a:r>
            <a:endParaRPr lang="en-US" altLang="zh-CN" sz="2400" dirty="0">
              <a:latin typeface="Cambria Math"/>
              <a:cs typeface="Cambria Math"/>
            </a:endParaRPr>
          </a:p>
          <a:p>
            <a:pPr marL="12700" marR="5080" indent="83820">
              <a:lnSpc>
                <a:spcPct val="100400"/>
              </a:lnSpc>
              <a:spcBef>
                <a:spcPts val="85"/>
              </a:spcBef>
            </a:pPr>
            <a:r>
              <a:rPr lang="zh-CN" altLang="en-US" sz="2400" dirty="0">
                <a:latin typeface="Cambria Math"/>
                <a:cs typeface="Cambria Math"/>
              </a:rPr>
              <a:t>损失</a:t>
            </a:r>
            <a:endParaRPr sz="2400" dirty="0">
              <a:latin typeface="Cambria Math"/>
              <a:cs typeface="Cambria Math"/>
            </a:endParaRPr>
          </a:p>
        </p:txBody>
      </p:sp>
      <p:sp>
        <p:nvSpPr>
          <p:cNvPr id="5" name="object 6">
            <a:extLst>
              <a:ext uri="{FF2B5EF4-FFF2-40B4-BE49-F238E27FC236}">
                <a16:creationId xmlns:a16="http://schemas.microsoft.com/office/drawing/2014/main" id="{C0B9AF22-42F3-C2E8-3062-49C76C2AAC9F}"/>
              </a:ext>
            </a:extLst>
          </p:cNvPr>
          <p:cNvSpPr/>
          <p:nvPr/>
        </p:nvSpPr>
        <p:spPr>
          <a:xfrm>
            <a:off x="1808226" y="5614149"/>
            <a:ext cx="8281670" cy="114300"/>
          </a:xfrm>
          <a:custGeom>
            <a:avLst/>
            <a:gdLst/>
            <a:ahLst/>
            <a:cxnLst/>
            <a:rect l="l" t="t" r="r" b="b"/>
            <a:pathLst>
              <a:path w="8281670" h="114300">
                <a:moveTo>
                  <a:pt x="8166861" y="0"/>
                </a:moveTo>
                <a:lnTo>
                  <a:pt x="8166861" y="114299"/>
                </a:lnTo>
                <a:lnTo>
                  <a:pt x="8243061" y="76199"/>
                </a:lnTo>
                <a:lnTo>
                  <a:pt x="8185911" y="76199"/>
                </a:lnTo>
                <a:lnTo>
                  <a:pt x="8185911" y="38099"/>
                </a:lnTo>
                <a:lnTo>
                  <a:pt x="8243061" y="38099"/>
                </a:lnTo>
                <a:lnTo>
                  <a:pt x="8166861" y="0"/>
                </a:lnTo>
                <a:close/>
              </a:path>
              <a:path w="8281670" h="114300">
                <a:moveTo>
                  <a:pt x="8166861" y="38099"/>
                </a:moveTo>
                <a:lnTo>
                  <a:pt x="0" y="38099"/>
                </a:lnTo>
                <a:lnTo>
                  <a:pt x="0" y="76199"/>
                </a:lnTo>
                <a:lnTo>
                  <a:pt x="8166861" y="76199"/>
                </a:lnTo>
                <a:lnTo>
                  <a:pt x="8166861" y="38099"/>
                </a:lnTo>
                <a:close/>
              </a:path>
              <a:path w="8281670" h="114300">
                <a:moveTo>
                  <a:pt x="8243061" y="38099"/>
                </a:moveTo>
                <a:lnTo>
                  <a:pt x="8185911" y="38099"/>
                </a:lnTo>
                <a:lnTo>
                  <a:pt x="8185911" y="76199"/>
                </a:lnTo>
                <a:lnTo>
                  <a:pt x="8243061" y="76199"/>
                </a:lnTo>
                <a:lnTo>
                  <a:pt x="8281161" y="57149"/>
                </a:lnTo>
                <a:lnTo>
                  <a:pt x="8243061" y="38099"/>
                </a:lnTo>
                <a:close/>
              </a:path>
            </a:pathLst>
          </a:custGeom>
          <a:solidFill>
            <a:srgbClr val="000000"/>
          </a:solidFill>
        </p:spPr>
        <p:txBody>
          <a:bodyPr wrap="square" lIns="0" tIns="0" rIns="0" bIns="0" rtlCol="0"/>
          <a:lstStyle/>
          <a:p>
            <a:endParaRPr/>
          </a:p>
        </p:txBody>
      </p:sp>
      <p:sp>
        <p:nvSpPr>
          <p:cNvPr id="6" name="object 7">
            <a:extLst>
              <a:ext uri="{FF2B5EF4-FFF2-40B4-BE49-F238E27FC236}">
                <a16:creationId xmlns:a16="http://schemas.microsoft.com/office/drawing/2014/main" id="{8B7E0FE7-2882-5E21-470C-4081D5BDFB0B}"/>
              </a:ext>
            </a:extLst>
          </p:cNvPr>
          <p:cNvSpPr txBox="1"/>
          <p:nvPr/>
        </p:nvSpPr>
        <p:spPr>
          <a:xfrm>
            <a:off x="9612380" y="5581637"/>
            <a:ext cx="242570" cy="415925"/>
          </a:xfrm>
          <a:prstGeom prst="rect">
            <a:avLst/>
          </a:prstGeom>
        </p:spPr>
        <p:txBody>
          <a:bodyPr vert="horz" wrap="square" lIns="0" tIns="13970" rIns="0" bIns="0" rtlCol="0">
            <a:spAutoFit/>
          </a:bodyPr>
          <a:lstStyle/>
          <a:p>
            <a:pPr marL="12700">
              <a:lnSpc>
                <a:spcPct val="100000"/>
              </a:lnSpc>
              <a:spcBef>
                <a:spcPts val="110"/>
              </a:spcBef>
            </a:pPr>
            <a:r>
              <a:rPr sz="2550" i="1" spc="0" dirty="0">
                <a:latin typeface="Times New Roman"/>
                <a:cs typeface="Times New Roman"/>
              </a:rPr>
              <a:t>w</a:t>
            </a:r>
            <a:endParaRPr sz="2550">
              <a:latin typeface="Times New Roman"/>
              <a:cs typeface="Times New Roman"/>
            </a:endParaRPr>
          </a:p>
        </p:txBody>
      </p:sp>
      <p:sp>
        <p:nvSpPr>
          <p:cNvPr id="7" name="object 8">
            <a:extLst>
              <a:ext uri="{FF2B5EF4-FFF2-40B4-BE49-F238E27FC236}">
                <a16:creationId xmlns:a16="http://schemas.microsoft.com/office/drawing/2014/main" id="{EFB06267-4A19-7F56-D421-F070654874AF}"/>
              </a:ext>
            </a:extLst>
          </p:cNvPr>
          <p:cNvSpPr/>
          <p:nvPr/>
        </p:nvSpPr>
        <p:spPr>
          <a:xfrm>
            <a:off x="2532887" y="2116570"/>
            <a:ext cx="173990" cy="3877310"/>
          </a:xfrm>
          <a:custGeom>
            <a:avLst/>
            <a:gdLst/>
            <a:ahLst/>
            <a:cxnLst/>
            <a:rect l="l" t="t" r="r" b="b"/>
            <a:pathLst>
              <a:path w="173990" h="3877310">
                <a:moveTo>
                  <a:pt x="115824" y="144779"/>
                </a:moveTo>
                <a:lnTo>
                  <a:pt x="57912" y="144779"/>
                </a:lnTo>
                <a:lnTo>
                  <a:pt x="57912" y="3877170"/>
                </a:lnTo>
                <a:lnTo>
                  <a:pt x="115824" y="3877170"/>
                </a:lnTo>
                <a:lnTo>
                  <a:pt x="115824" y="144779"/>
                </a:lnTo>
                <a:close/>
              </a:path>
              <a:path w="173990" h="3877310">
                <a:moveTo>
                  <a:pt x="86868" y="0"/>
                </a:moveTo>
                <a:lnTo>
                  <a:pt x="0" y="173735"/>
                </a:lnTo>
                <a:lnTo>
                  <a:pt x="57912" y="173735"/>
                </a:lnTo>
                <a:lnTo>
                  <a:pt x="57912" y="144779"/>
                </a:lnTo>
                <a:lnTo>
                  <a:pt x="159258" y="144779"/>
                </a:lnTo>
                <a:lnTo>
                  <a:pt x="86868" y="0"/>
                </a:lnTo>
                <a:close/>
              </a:path>
              <a:path w="173990" h="3877310">
                <a:moveTo>
                  <a:pt x="159258" y="144779"/>
                </a:moveTo>
                <a:lnTo>
                  <a:pt x="115824" y="144779"/>
                </a:lnTo>
                <a:lnTo>
                  <a:pt x="115824" y="173735"/>
                </a:lnTo>
                <a:lnTo>
                  <a:pt x="173735" y="173735"/>
                </a:lnTo>
                <a:lnTo>
                  <a:pt x="159258" y="144779"/>
                </a:lnTo>
                <a:close/>
              </a:path>
            </a:pathLst>
          </a:custGeom>
          <a:solidFill>
            <a:srgbClr val="000000"/>
          </a:solidFill>
        </p:spPr>
        <p:txBody>
          <a:bodyPr wrap="square" lIns="0" tIns="0" rIns="0" bIns="0" rtlCol="0"/>
          <a:lstStyle/>
          <a:p>
            <a:endParaRPr/>
          </a:p>
        </p:txBody>
      </p:sp>
      <p:sp>
        <p:nvSpPr>
          <p:cNvPr id="8" name="object 9">
            <a:extLst>
              <a:ext uri="{FF2B5EF4-FFF2-40B4-BE49-F238E27FC236}">
                <a16:creationId xmlns:a16="http://schemas.microsoft.com/office/drawing/2014/main" id="{C5971868-7FFB-339A-F5EA-FE0D8CC284D0}"/>
              </a:ext>
            </a:extLst>
          </p:cNvPr>
          <p:cNvSpPr/>
          <p:nvPr/>
        </p:nvSpPr>
        <p:spPr>
          <a:xfrm>
            <a:off x="2275332" y="2026653"/>
            <a:ext cx="6681470" cy="4209415"/>
          </a:xfrm>
          <a:custGeom>
            <a:avLst/>
            <a:gdLst/>
            <a:ahLst/>
            <a:cxnLst/>
            <a:rect l="l" t="t" r="r" b="b"/>
            <a:pathLst>
              <a:path w="6681470" h="4209415">
                <a:moveTo>
                  <a:pt x="0" y="0"/>
                </a:moveTo>
                <a:lnTo>
                  <a:pt x="11304" y="55642"/>
                </a:lnTo>
                <a:lnTo>
                  <a:pt x="23084" y="110995"/>
                </a:lnTo>
                <a:lnTo>
                  <a:pt x="35337" y="166048"/>
                </a:lnTo>
                <a:lnTo>
                  <a:pt x="48062" y="220789"/>
                </a:lnTo>
                <a:lnTo>
                  <a:pt x="61255" y="275206"/>
                </a:lnTo>
                <a:lnTo>
                  <a:pt x="74914" y="329288"/>
                </a:lnTo>
                <a:lnTo>
                  <a:pt x="89037" y="383022"/>
                </a:lnTo>
                <a:lnTo>
                  <a:pt x="103621" y="436397"/>
                </a:lnTo>
                <a:lnTo>
                  <a:pt x="118664" y="489402"/>
                </a:lnTo>
                <a:lnTo>
                  <a:pt x="134163" y="542025"/>
                </a:lnTo>
                <a:lnTo>
                  <a:pt x="150117" y="594253"/>
                </a:lnTo>
                <a:lnTo>
                  <a:pt x="166521" y="646076"/>
                </a:lnTo>
                <a:lnTo>
                  <a:pt x="183375" y="697482"/>
                </a:lnTo>
                <a:lnTo>
                  <a:pt x="200676" y="748459"/>
                </a:lnTo>
                <a:lnTo>
                  <a:pt x="218421" y="798995"/>
                </a:lnTo>
                <a:lnTo>
                  <a:pt x="236608" y="849079"/>
                </a:lnTo>
                <a:lnTo>
                  <a:pt x="255234" y="898699"/>
                </a:lnTo>
                <a:lnTo>
                  <a:pt x="274297" y="947843"/>
                </a:lnTo>
                <a:lnTo>
                  <a:pt x="293794" y="996499"/>
                </a:lnTo>
                <a:lnTo>
                  <a:pt x="313724" y="1044657"/>
                </a:lnTo>
                <a:lnTo>
                  <a:pt x="334083" y="1092304"/>
                </a:lnTo>
                <a:lnTo>
                  <a:pt x="354870" y="1139429"/>
                </a:lnTo>
                <a:lnTo>
                  <a:pt x="376081" y="1186019"/>
                </a:lnTo>
                <a:lnTo>
                  <a:pt x="397715" y="1232064"/>
                </a:lnTo>
                <a:lnTo>
                  <a:pt x="419768" y="1277552"/>
                </a:lnTo>
                <a:lnTo>
                  <a:pt x="442239" y="1322470"/>
                </a:lnTo>
                <a:lnTo>
                  <a:pt x="465125" y="1366807"/>
                </a:lnTo>
                <a:lnTo>
                  <a:pt x="488424" y="1410552"/>
                </a:lnTo>
                <a:lnTo>
                  <a:pt x="512133" y="1453693"/>
                </a:lnTo>
                <a:lnTo>
                  <a:pt x="536250" y="1496218"/>
                </a:lnTo>
                <a:lnTo>
                  <a:pt x="560772" y="1538116"/>
                </a:lnTo>
                <a:lnTo>
                  <a:pt x="585697" y="1579375"/>
                </a:lnTo>
                <a:lnTo>
                  <a:pt x="611022" y="1619982"/>
                </a:lnTo>
                <a:lnTo>
                  <a:pt x="636746" y="1659927"/>
                </a:lnTo>
                <a:lnTo>
                  <a:pt x="662865" y="1699198"/>
                </a:lnTo>
                <a:lnTo>
                  <a:pt x="689377" y="1737783"/>
                </a:lnTo>
                <a:lnTo>
                  <a:pt x="716280" y="1775670"/>
                </a:lnTo>
                <a:lnTo>
                  <a:pt x="743571" y="1812848"/>
                </a:lnTo>
                <a:lnTo>
                  <a:pt x="771248" y="1849306"/>
                </a:lnTo>
                <a:lnTo>
                  <a:pt x="799308" y="1885030"/>
                </a:lnTo>
                <a:lnTo>
                  <a:pt x="827750" y="1920011"/>
                </a:lnTo>
                <a:lnTo>
                  <a:pt x="856570" y="1954235"/>
                </a:lnTo>
                <a:lnTo>
                  <a:pt x="885766" y="1987692"/>
                </a:lnTo>
                <a:lnTo>
                  <a:pt x="915336" y="2020369"/>
                </a:lnTo>
                <a:lnTo>
                  <a:pt x="945277" y="2052256"/>
                </a:lnTo>
                <a:lnTo>
                  <a:pt x="975588" y="2083339"/>
                </a:lnTo>
                <a:lnTo>
                  <a:pt x="1006264" y="2113609"/>
                </a:lnTo>
                <a:lnTo>
                  <a:pt x="1037305" y="2143052"/>
                </a:lnTo>
                <a:lnTo>
                  <a:pt x="1068707" y="2171658"/>
                </a:lnTo>
                <a:lnTo>
                  <a:pt x="1100468" y="2199414"/>
                </a:lnTo>
                <a:lnTo>
                  <a:pt x="1132586" y="2226310"/>
                </a:lnTo>
                <a:lnTo>
                  <a:pt x="1168975" y="2255042"/>
                </a:lnTo>
                <a:lnTo>
                  <a:pt x="1206504" y="2282598"/>
                </a:lnTo>
                <a:lnTo>
                  <a:pt x="1245125" y="2309002"/>
                </a:lnTo>
                <a:lnTo>
                  <a:pt x="1284793" y="2334278"/>
                </a:lnTo>
                <a:lnTo>
                  <a:pt x="1325462" y="2358451"/>
                </a:lnTo>
                <a:lnTo>
                  <a:pt x="1367088" y="2381544"/>
                </a:lnTo>
                <a:lnTo>
                  <a:pt x="1409625" y="2403583"/>
                </a:lnTo>
                <a:lnTo>
                  <a:pt x="1453027" y="2424590"/>
                </a:lnTo>
                <a:lnTo>
                  <a:pt x="1497248" y="2444592"/>
                </a:lnTo>
                <a:lnTo>
                  <a:pt x="1542244" y="2463611"/>
                </a:lnTo>
                <a:lnTo>
                  <a:pt x="1587968" y="2481672"/>
                </a:lnTo>
                <a:lnTo>
                  <a:pt x="1634376" y="2498799"/>
                </a:lnTo>
                <a:lnTo>
                  <a:pt x="1681421" y="2515017"/>
                </a:lnTo>
                <a:lnTo>
                  <a:pt x="1729059" y="2530350"/>
                </a:lnTo>
                <a:lnTo>
                  <a:pt x="1777243" y="2544822"/>
                </a:lnTo>
                <a:lnTo>
                  <a:pt x="1825929" y="2558457"/>
                </a:lnTo>
                <a:lnTo>
                  <a:pt x="1875070" y="2571280"/>
                </a:lnTo>
                <a:lnTo>
                  <a:pt x="1924621" y="2583315"/>
                </a:lnTo>
                <a:lnTo>
                  <a:pt x="1974537" y="2594587"/>
                </a:lnTo>
                <a:lnTo>
                  <a:pt x="2024772" y="2605118"/>
                </a:lnTo>
                <a:lnTo>
                  <a:pt x="2075281" y="2614935"/>
                </a:lnTo>
                <a:lnTo>
                  <a:pt x="2126018" y="2624060"/>
                </a:lnTo>
                <a:lnTo>
                  <a:pt x="2176938" y="2632519"/>
                </a:lnTo>
                <a:lnTo>
                  <a:pt x="2227995" y="2640335"/>
                </a:lnTo>
                <a:lnTo>
                  <a:pt x="2279144" y="2647534"/>
                </a:lnTo>
                <a:lnTo>
                  <a:pt x="2330339" y="2654138"/>
                </a:lnTo>
                <a:lnTo>
                  <a:pt x="2381535" y="2660172"/>
                </a:lnTo>
                <a:lnTo>
                  <a:pt x="2432685" y="2665662"/>
                </a:lnTo>
                <a:lnTo>
                  <a:pt x="2483746" y="2670630"/>
                </a:lnTo>
                <a:lnTo>
                  <a:pt x="2534671" y="2675101"/>
                </a:lnTo>
                <a:lnTo>
                  <a:pt x="2585414" y="2679100"/>
                </a:lnTo>
                <a:lnTo>
                  <a:pt x="2635931" y="2682650"/>
                </a:lnTo>
                <a:lnTo>
                  <a:pt x="2686175" y="2685777"/>
                </a:lnTo>
                <a:lnTo>
                  <a:pt x="2736102" y="2688504"/>
                </a:lnTo>
                <a:lnTo>
                  <a:pt x="2785665" y="2690855"/>
                </a:lnTo>
                <a:lnTo>
                  <a:pt x="2834820" y="2692855"/>
                </a:lnTo>
                <a:lnTo>
                  <a:pt x="2883520" y="2694528"/>
                </a:lnTo>
                <a:lnTo>
                  <a:pt x="2931720" y="2695898"/>
                </a:lnTo>
                <a:lnTo>
                  <a:pt x="2979376" y="2696990"/>
                </a:lnTo>
                <a:lnTo>
                  <a:pt x="3026440" y="2697828"/>
                </a:lnTo>
                <a:lnTo>
                  <a:pt x="3072868" y="2698436"/>
                </a:lnTo>
                <a:lnTo>
                  <a:pt x="3118614" y="2698838"/>
                </a:lnTo>
                <a:lnTo>
                  <a:pt x="3163633" y="2699059"/>
                </a:lnTo>
                <a:lnTo>
                  <a:pt x="3207879" y="2699123"/>
                </a:lnTo>
                <a:lnTo>
                  <a:pt x="3251307" y="2699054"/>
                </a:lnTo>
                <a:lnTo>
                  <a:pt x="3293872" y="2698877"/>
                </a:lnTo>
                <a:lnTo>
                  <a:pt x="3342309" y="2700105"/>
                </a:lnTo>
                <a:lnTo>
                  <a:pt x="3390715" y="2704222"/>
                </a:lnTo>
                <a:lnTo>
                  <a:pt x="3439063" y="2711078"/>
                </a:lnTo>
                <a:lnTo>
                  <a:pt x="3487324" y="2720522"/>
                </a:lnTo>
                <a:lnTo>
                  <a:pt x="3535473" y="2732403"/>
                </a:lnTo>
                <a:lnTo>
                  <a:pt x="3583482" y="2746570"/>
                </a:lnTo>
                <a:lnTo>
                  <a:pt x="3631324" y="2762872"/>
                </a:lnTo>
                <a:lnTo>
                  <a:pt x="3678971" y="2781159"/>
                </a:lnTo>
                <a:lnTo>
                  <a:pt x="3726397" y="2801280"/>
                </a:lnTo>
                <a:lnTo>
                  <a:pt x="3773574" y="2823083"/>
                </a:lnTo>
                <a:lnTo>
                  <a:pt x="3820476" y="2846420"/>
                </a:lnTo>
                <a:lnTo>
                  <a:pt x="3867075" y="2871137"/>
                </a:lnTo>
                <a:lnTo>
                  <a:pt x="3913343" y="2897085"/>
                </a:lnTo>
                <a:lnTo>
                  <a:pt x="3959255" y="2924113"/>
                </a:lnTo>
                <a:lnTo>
                  <a:pt x="4004782" y="2952070"/>
                </a:lnTo>
                <a:lnTo>
                  <a:pt x="4049897" y="2980806"/>
                </a:lnTo>
                <a:lnTo>
                  <a:pt x="4094574" y="3010169"/>
                </a:lnTo>
                <a:lnTo>
                  <a:pt x="4138786" y="3040009"/>
                </a:lnTo>
                <a:lnTo>
                  <a:pt x="4182504" y="3070175"/>
                </a:lnTo>
                <a:lnTo>
                  <a:pt x="4225702" y="3100516"/>
                </a:lnTo>
                <a:lnTo>
                  <a:pt x="4268353" y="3130881"/>
                </a:lnTo>
                <a:lnTo>
                  <a:pt x="4310430" y="3161120"/>
                </a:lnTo>
                <a:lnTo>
                  <a:pt x="4351905" y="3191082"/>
                </a:lnTo>
                <a:lnTo>
                  <a:pt x="4392752" y="3220616"/>
                </a:lnTo>
                <a:lnTo>
                  <a:pt x="4432942" y="3249571"/>
                </a:lnTo>
                <a:lnTo>
                  <a:pt x="4472450" y="3277797"/>
                </a:lnTo>
                <a:lnTo>
                  <a:pt x="4511248" y="3305142"/>
                </a:lnTo>
                <a:lnTo>
                  <a:pt x="4549308" y="3331456"/>
                </a:lnTo>
                <a:lnTo>
                  <a:pt x="4586605" y="3356589"/>
                </a:lnTo>
                <a:lnTo>
                  <a:pt x="4623109" y="3380388"/>
                </a:lnTo>
                <a:lnTo>
                  <a:pt x="4658795" y="3402705"/>
                </a:lnTo>
                <a:lnTo>
                  <a:pt x="4693635" y="3423387"/>
                </a:lnTo>
                <a:lnTo>
                  <a:pt x="4727602" y="3442284"/>
                </a:lnTo>
                <a:lnTo>
                  <a:pt x="4792809" y="3474120"/>
                </a:lnTo>
                <a:lnTo>
                  <a:pt x="4854198" y="3497007"/>
                </a:lnTo>
                <a:lnTo>
                  <a:pt x="4911552" y="3509738"/>
                </a:lnTo>
                <a:lnTo>
                  <a:pt x="4938649" y="3511918"/>
                </a:lnTo>
                <a:lnTo>
                  <a:pt x="4982820" y="3509893"/>
                </a:lnTo>
                <a:lnTo>
                  <a:pt x="5023134" y="3501676"/>
                </a:lnTo>
                <a:lnTo>
                  <a:pt x="5059838" y="3487750"/>
                </a:lnTo>
                <a:lnTo>
                  <a:pt x="5093181" y="3468600"/>
                </a:lnTo>
                <a:lnTo>
                  <a:pt x="5123411" y="3444710"/>
                </a:lnTo>
                <a:lnTo>
                  <a:pt x="5150777" y="3416562"/>
                </a:lnTo>
                <a:lnTo>
                  <a:pt x="5175527" y="3384642"/>
                </a:lnTo>
                <a:lnTo>
                  <a:pt x="5197910" y="3349433"/>
                </a:lnTo>
                <a:lnTo>
                  <a:pt x="5218174" y="3311419"/>
                </a:lnTo>
                <a:lnTo>
                  <a:pt x="5236568" y="3271083"/>
                </a:lnTo>
                <a:lnTo>
                  <a:pt x="5253341" y="3228910"/>
                </a:lnTo>
                <a:lnTo>
                  <a:pt x="5268740" y="3185384"/>
                </a:lnTo>
                <a:lnTo>
                  <a:pt x="5283015" y="3140988"/>
                </a:lnTo>
                <a:lnTo>
                  <a:pt x="5296414" y="3096206"/>
                </a:lnTo>
                <a:lnTo>
                  <a:pt x="5309185" y="3051522"/>
                </a:lnTo>
                <a:lnTo>
                  <a:pt x="5321577" y="3007420"/>
                </a:lnTo>
                <a:lnTo>
                  <a:pt x="5333838" y="2964384"/>
                </a:lnTo>
                <a:lnTo>
                  <a:pt x="5346218" y="2922897"/>
                </a:lnTo>
                <a:lnTo>
                  <a:pt x="5358964" y="2883444"/>
                </a:lnTo>
                <a:lnTo>
                  <a:pt x="5372324" y="2846509"/>
                </a:lnTo>
                <a:lnTo>
                  <a:pt x="5401885" y="2782126"/>
                </a:lnTo>
                <a:lnTo>
                  <a:pt x="5440947" y="2720822"/>
                </a:lnTo>
                <a:lnTo>
                  <a:pt x="5461045" y="2682881"/>
                </a:lnTo>
                <a:lnTo>
                  <a:pt x="5479246" y="2642783"/>
                </a:lnTo>
                <a:lnTo>
                  <a:pt x="5495920" y="2601486"/>
                </a:lnTo>
                <a:lnTo>
                  <a:pt x="5511436" y="2559950"/>
                </a:lnTo>
                <a:lnTo>
                  <a:pt x="5526164" y="2519135"/>
                </a:lnTo>
                <a:lnTo>
                  <a:pt x="5540475" y="2479998"/>
                </a:lnTo>
                <a:lnTo>
                  <a:pt x="5554736" y="2443500"/>
                </a:lnTo>
                <a:lnTo>
                  <a:pt x="5584593" y="2382258"/>
                </a:lnTo>
                <a:lnTo>
                  <a:pt x="5618694" y="2343082"/>
                </a:lnTo>
                <a:lnTo>
                  <a:pt x="5659996" y="2333647"/>
                </a:lnTo>
                <a:lnTo>
                  <a:pt x="5684273" y="2342480"/>
                </a:lnTo>
                <a:lnTo>
                  <a:pt x="5741924" y="2392045"/>
                </a:lnTo>
                <a:lnTo>
                  <a:pt x="5775589" y="2435851"/>
                </a:lnTo>
                <a:lnTo>
                  <a:pt x="5813579" y="2495285"/>
                </a:lnTo>
                <a:lnTo>
                  <a:pt x="5834010" y="2530266"/>
                </a:lnTo>
                <a:lnTo>
                  <a:pt x="5855301" y="2568440"/>
                </a:lnTo>
                <a:lnTo>
                  <a:pt x="5877377" y="2609567"/>
                </a:lnTo>
                <a:lnTo>
                  <a:pt x="5900164" y="2653409"/>
                </a:lnTo>
                <a:lnTo>
                  <a:pt x="5923590" y="2699728"/>
                </a:lnTo>
                <a:lnTo>
                  <a:pt x="5947579" y="2748286"/>
                </a:lnTo>
                <a:lnTo>
                  <a:pt x="5972059" y="2798844"/>
                </a:lnTo>
                <a:lnTo>
                  <a:pt x="5996954" y="2851165"/>
                </a:lnTo>
                <a:lnTo>
                  <a:pt x="6022192" y="2905009"/>
                </a:lnTo>
                <a:lnTo>
                  <a:pt x="6047699" y="2960138"/>
                </a:lnTo>
                <a:lnTo>
                  <a:pt x="6073400" y="3016314"/>
                </a:lnTo>
                <a:lnTo>
                  <a:pt x="6099222" y="3073299"/>
                </a:lnTo>
                <a:lnTo>
                  <a:pt x="6125091" y="3130854"/>
                </a:lnTo>
                <a:lnTo>
                  <a:pt x="6150934" y="3188741"/>
                </a:lnTo>
                <a:lnTo>
                  <a:pt x="6176675" y="3246722"/>
                </a:lnTo>
                <a:lnTo>
                  <a:pt x="6202243" y="3304558"/>
                </a:lnTo>
                <a:lnTo>
                  <a:pt x="6227561" y="3362011"/>
                </a:lnTo>
                <a:lnTo>
                  <a:pt x="6252558" y="3418843"/>
                </a:lnTo>
                <a:lnTo>
                  <a:pt x="6277158" y="3474815"/>
                </a:lnTo>
                <a:lnTo>
                  <a:pt x="6301289" y="3529689"/>
                </a:lnTo>
                <a:lnTo>
                  <a:pt x="6324876" y="3583227"/>
                </a:lnTo>
                <a:lnTo>
                  <a:pt x="6347845" y="3635190"/>
                </a:lnTo>
                <a:lnTo>
                  <a:pt x="6370123" y="3685340"/>
                </a:lnTo>
                <a:lnTo>
                  <a:pt x="6391635" y="3733439"/>
                </a:lnTo>
                <a:lnTo>
                  <a:pt x="6412309" y="3779249"/>
                </a:lnTo>
                <a:lnTo>
                  <a:pt x="6432069" y="3822530"/>
                </a:lnTo>
                <a:lnTo>
                  <a:pt x="6450842" y="3863045"/>
                </a:lnTo>
                <a:lnTo>
                  <a:pt x="6468555" y="3900556"/>
                </a:lnTo>
                <a:lnTo>
                  <a:pt x="6500504" y="3965610"/>
                </a:lnTo>
                <a:lnTo>
                  <a:pt x="6561347" y="4077532"/>
                </a:lnTo>
                <a:lnTo>
                  <a:pt x="6598135" y="4138646"/>
                </a:lnTo>
                <a:lnTo>
                  <a:pt x="6626201" y="4178986"/>
                </a:lnTo>
                <a:lnTo>
                  <a:pt x="6661152" y="4209217"/>
                </a:lnTo>
                <a:lnTo>
                  <a:pt x="6670529" y="4205044"/>
                </a:lnTo>
                <a:lnTo>
                  <a:pt x="6676168" y="4191968"/>
                </a:lnTo>
                <a:lnTo>
                  <a:pt x="6679315" y="4172958"/>
                </a:lnTo>
                <a:lnTo>
                  <a:pt x="6681216" y="4150982"/>
                </a:lnTo>
              </a:path>
            </a:pathLst>
          </a:custGeom>
          <a:ln w="64008">
            <a:solidFill>
              <a:srgbClr val="7E5F00"/>
            </a:solidFill>
          </a:ln>
        </p:spPr>
        <p:txBody>
          <a:bodyPr wrap="square" lIns="0" tIns="0" rIns="0" bIns="0" rtlCol="0"/>
          <a:lstStyle/>
          <a:p>
            <a:endParaRPr/>
          </a:p>
        </p:txBody>
      </p:sp>
      <p:sp>
        <p:nvSpPr>
          <p:cNvPr id="9" name="object 10">
            <a:extLst>
              <a:ext uri="{FF2B5EF4-FFF2-40B4-BE49-F238E27FC236}">
                <a16:creationId xmlns:a16="http://schemas.microsoft.com/office/drawing/2014/main" id="{A142F0D3-F286-BCFF-625A-85FB76CDEEEF}"/>
              </a:ext>
            </a:extLst>
          </p:cNvPr>
          <p:cNvSpPr/>
          <p:nvPr/>
        </p:nvSpPr>
        <p:spPr>
          <a:xfrm>
            <a:off x="8941307" y="4364100"/>
            <a:ext cx="1483360" cy="1875155"/>
          </a:xfrm>
          <a:custGeom>
            <a:avLst/>
            <a:gdLst/>
            <a:ahLst/>
            <a:cxnLst/>
            <a:rect l="l" t="t" r="r" b="b"/>
            <a:pathLst>
              <a:path w="1483359" h="1875154">
                <a:moveTo>
                  <a:pt x="1482852" y="1014506"/>
                </a:moveTo>
                <a:lnTo>
                  <a:pt x="1463041" y="977358"/>
                </a:lnTo>
                <a:lnTo>
                  <a:pt x="1444647" y="937039"/>
                </a:lnTo>
                <a:lnTo>
                  <a:pt x="1427874" y="894883"/>
                </a:lnTo>
                <a:lnTo>
                  <a:pt x="1412475" y="851374"/>
                </a:lnTo>
                <a:lnTo>
                  <a:pt x="1398200" y="806994"/>
                </a:lnTo>
                <a:lnTo>
                  <a:pt x="1384801" y="762229"/>
                </a:lnTo>
                <a:lnTo>
                  <a:pt x="1372030" y="717560"/>
                </a:lnTo>
                <a:lnTo>
                  <a:pt x="1359638" y="673473"/>
                </a:lnTo>
                <a:lnTo>
                  <a:pt x="1347377" y="630451"/>
                </a:lnTo>
                <a:lnTo>
                  <a:pt x="1334997" y="588976"/>
                </a:lnTo>
                <a:lnTo>
                  <a:pt x="1322251" y="549534"/>
                </a:lnTo>
                <a:lnTo>
                  <a:pt x="1308891" y="512607"/>
                </a:lnTo>
                <a:lnTo>
                  <a:pt x="1279330" y="448234"/>
                </a:lnTo>
                <a:lnTo>
                  <a:pt x="1240268" y="386954"/>
                </a:lnTo>
                <a:lnTo>
                  <a:pt x="1220170" y="349036"/>
                </a:lnTo>
                <a:lnTo>
                  <a:pt x="1201969" y="308959"/>
                </a:lnTo>
                <a:lnTo>
                  <a:pt x="1185295" y="267684"/>
                </a:lnTo>
                <a:lnTo>
                  <a:pt x="1169779" y="226169"/>
                </a:lnTo>
                <a:lnTo>
                  <a:pt x="1155051" y="185373"/>
                </a:lnTo>
                <a:lnTo>
                  <a:pt x="1140740" y="146256"/>
                </a:lnTo>
                <a:lnTo>
                  <a:pt x="1126479" y="109776"/>
                </a:lnTo>
                <a:lnTo>
                  <a:pt x="1096622" y="48566"/>
                </a:lnTo>
                <a:lnTo>
                  <a:pt x="1062521" y="9416"/>
                </a:lnTo>
                <a:lnTo>
                  <a:pt x="1021219" y="0"/>
                </a:lnTo>
                <a:lnTo>
                  <a:pt x="996942" y="8839"/>
                </a:lnTo>
                <a:lnTo>
                  <a:pt x="939292" y="58408"/>
                </a:lnTo>
                <a:lnTo>
                  <a:pt x="905626" y="102170"/>
                </a:lnTo>
                <a:lnTo>
                  <a:pt x="867636" y="161559"/>
                </a:lnTo>
                <a:lnTo>
                  <a:pt x="847205" y="196518"/>
                </a:lnTo>
                <a:lnTo>
                  <a:pt x="825914" y="234669"/>
                </a:lnTo>
                <a:lnTo>
                  <a:pt x="803838" y="275773"/>
                </a:lnTo>
                <a:lnTo>
                  <a:pt x="781051" y="319592"/>
                </a:lnTo>
                <a:lnTo>
                  <a:pt x="757625" y="365888"/>
                </a:lnTo>
                <a:lnTo>
                  <a:pt x="733636" y="414423"/>
                </a:lnTo>
                <a:lnTo>
                  <a:pt x="709156" y="464958"/>
                </a:lnTo>
                <a:lnTo>
                  <a:pt x="684261" y="517256"/>
                </a:lnTo>
                <a:lnTo>
                  <a:pt x="659023" y="571077"/>
                </a:lnTo>
                <a:lnTo>
                  <a:pt x="633516" y="626183"/>
                </a:lnTo>
                <a:lnTo>
                  <a:pt x="607815" y="682337"/>
                </a:lnTo>
                <a:lnTo>
                  <a:pt x="581993" y="739300"/>
                </a:lnTo>
                <a:lnTo>
                  <a:pt x="556124" y="796833"/>
                </a:lnTo>
                <a:lnTo>
                  <a:pt x="530281" y="854699"/>
                </a:lnTo>
                <a:lnTo>
                  <a:pt x="504540" y="912658"/>
                </a:lnTo>
                <a:lnTo>
                  <a:pt x="478972" y="970474"/>
                </a:lnTo>
                <a:lnTo>
                  <a:pt x="453654" y="1027906"/>
                </a:lnTo>
                <a:lnTo>
                  <a:pt x="428657" y="1084718"/>
                </a:lnTo>
                <a:lnTo>
                  <a:pt x="404057" y="1140671"/>
                </a:lnTo>
                <a:lnTo>
                  <a:pt x="379926" y="1195527"/>
                </a:lnTo>
                <a:lnTo>
                  <a:pt x="356339" y="1249046"/>
                </a:lnTo>
                <a:lnTo>
                  <a:pt x="333370" y="1300992"/>
                </a:lnTo>
                <a:lnTo>
                  <a:pt x="311092" y="1351125"/>
                </a:lnTo>
                <a:lnTo>
                  <a:pt x="289580" y="1399208"/>
                </a:lnTo>
                <a:lnTo>
                  <a:pt x="268906" y="1445002"/>
                </a:lnTo>
                <a:lnTo>
                  <a:pt x="249146" y="1488269"/>
                </a:lnTo>
                <a:lnTo>
                  <a:pt x="230373" y="1528770"/>
                </a:lnTo>
                <a:lnTo>
                  <a:pt x="212660" y="1566267"/>
                </a:lnTo>
                <a:lnTo>
                  <a:pt x="180711" y="1631298"/>
                </a:lnTo>
                <a:lnTo>
                  <a:pt x="119868" y="1743180"/>
                </a:lnTo>
                <a:lnTo>
                  <a:pt x="83080" y="1804273"/>
                </a:lnTo>
                <a:lnTo>
                  <a:pt x="55014" y="1844599"/>
                </a:lnTo>
                <a:lnTo>
                  <a:pt x="20063" y="1874819"/>
                </a:lnTo>
                <a:lnTo>
                  <a:pt x="10686" y="1870647"/>
                </a:lnTo>
                <a:lnTo>
                  <a:pt x="5047" y="1857574"/>
                </a:lnTo>
                <a:lnTo>
                  <a:pt x="1900" y="1838568"/>
                </a:lnTo>
                <a:lnTo>
                  <a:pt x="0" y="1816596"/>
                </a:lnTo>
              </a:path>
            </a:pathLst>
          </a:custGeom>
          <a:ln w="64007">
            <a:solidFill>
              <a:srgbClr val="7E5F00"/>
            </a:solidFill>
          </a:ln>
        </p:spPr>
        <p:txBody>
          <a:bodyPr wrap="square" lIns="0" tIns="0" rIns="0" bIns="0" rtlCol="0"/>
          <a:lstStyle/>
          <a:p>
            <a:endParaRPr/>
          </a:p>
        </p:txBody>
      </p:sp>
      <p:sp>
        <p:nvSpPr>
          <p:cNvPr id="10" name="object 11">
            <a:extLst>
              <a:ext uri="{FF2B5EF4-FFF2-40B4-BE49-F238E27FC236}">
                <a16:creationId xmlns:a16="http://schemas.microsoft.com/office/drawing/2014/main" id="{94A95F61-7057-25E9-BCCA-04A497BF9607}"/>
              </a:ext>
            </a:extLst>
          </p:cNvPr>
          <p:cNvSpPr/>
          <p:nvPr/>
        </p:nvSpPr>
        <p:spPr>
          <a:xfrm>
            <a:off x="3174492" y="5510517"/>
            <a:ext cx="192024" cy="192024"/>
          </a:xfrm>
          <a:prstGeom prst="rect">
            <a:avLst/>
          </a:prstGeom>
          <a:blipFill>
            <a:blip r:embed="rId2" cstate="print"/>
            <a:stretch>
              <a:fillRect/>
            </a:stretch>
          </a:blipFill>
        </p:spPr>
        <p:txBody>
          <a:bodyPr wrap="square" lIns="0" tIns="0" rIns="0" bIns="0" rtlCol="0"/>
          <a:lstStyle/>
          <a:p>
            <a:endParaRPr/>
          </a:p>
        </p:txBody>
      </p:sp>
      <p:sp>
        <p:nvSpPr>
          <p:cNvPr id="11" name="object 12">
            <a:extLst>
              <a:ext uri="{FF2B5EF4-FFF2-40B4-BE49-F238E27FC236}">
                <a16:creationId xmlns:a16="http://schemas.microsoft.com/office/drawing/2014/main" id="{D16DE7A3-3ADD-BCA4-052E-8D401E648DC5}"/>
              </a:ext>
            </a:extLst>
          </p:cNvPr>
          <p:cNvSpPr/>
          <p:nvPr/>
        </p:nvSpPr>
        <p:spPr>
          <a:xfrm>
            <a:off x="3252215" y="4125202"/>
            <a:ext cx="0" cy="1471930"/>
          </a:xfrm>
          <a:custGeom>
            <a:avLst/>
            <a:gdLst/>
            <a:ahLst/>
            <a:cxnLst/>
            <a:rect l="l" t="t" r="r" b="b"/>
            <a:pathLst>
              <a:path h="1471929">
                <a:moveTo>
                  <a:pt x="0" y="0"/>
                </a:moveTo>
                <a:lnTo>
                  <a:pt x="0" y="1471879"/>
                </a:lnTo>
              </a:path>
            </a:pathLst>
          </a:custGeom>
          <a:ln w="57912">
            <a:solidFill>
              <a:srgbClr val="767070"/>
            </a:solidFill>
            <a:prstDash val="dash"/>
          </a:ln>
        </p:spPr>
        <p:txBody>
          <a:bodyPr wrap="square" lIns="0" tIns="0" rIns="0" bIns="0" rtlCol="0"/>
          <a:lstStyle/>
          <a:p>
            <a:endParaRPr/>
          </a:p>
        </p:txBody>
      </p:sp>
      <p:sp>
        <p:nvSpPr>
          <p:cNvPr id="12" name="object 13">
            <a:extLst>
              <a:ext uri="{FF2B5EF4-FFF2-40B4-BE49-F238E27FC236}">
                <a16:creationId xmlns:a16="http://schemas.microsoft.com/office/drawing/2014/main" id="{F40B10C4-7A86-A4C3-6579-23F2F09AEADD}"/>
              </a:ext>
            </a:extLst>
          </p:cNvPr>
          <p:cNvSpPr/>
          <p:nvPr/>
        </p:nvSpPr>
        <p:spPr>
          <a:xfrm>
            <a:off x="2552699" y="3495790"/>
            <a:ext cx="1591310" cy="1508125"/>
          </a:xfrm>
          <a:custGeom>
            <a:avLst/>
            <a:gdLst/>
            <a:ahLst/>
            <a:cxnLst/>
            <a:rect l="l" t="t" r="r" b="b"/>
            <a:pathLst>
              <a:path w="1591310" h="1508125">
                <a:moveTo>
                  <a:pt x="0" y="0"/>
                </a:moveTo>
                <a:lnTo>
                  <a:pt x="1591310" y="1507998"/>
                </a:lnTo>
              </a:path>
            </a:pathLst>
          </a:custGeom>
          <a:ln w="57912">
            <a:solidFill>
              <a:srgbClr val="0000FF"/>
            </a:solidFill>
            <a:prstDash val="dash"/>
          </a:ln>
        </p:spPr>
        <p:txBody>
          <a:bodyPr wrap="square" lIns="0" tIns="0" rIns="0" bIns="0" rtlCol="0"/>
          <a:lstStyle/>
          <a:p>
            <a:endParaRPr/>
          </a:p>
        </p:txBody>
      </p:sp>
      <p:sp>
        <p:nvSpPr>
          <p:cNvPr id="13" name="object 14">
            <a:extLst>
              <a:ext uri="{FF2B5EF4-FFF2-40B4-BE49-F238E27FC236}">
                <a16:creationId xmlns:a16="http://schemas.microsoft.com/office/drawing/2014/main" id="{D2B06FD8-5662-6E80-D4C6-23E11CB59E4F}"/>
              </a:ext>
            </a:extLst>
          </p:cNvPr>
          <p:cNvSpPr/>
          <p:nvPr/>
        </p:nvSpPr>
        <p:spPr>
          <a:xfrm>
            <a:off x="4815839" y="5562334"/>
            <a:ext cx="192024" cy="192023"/>
          </a:xfrm>
          <a:prstGeom prst="rect">
            <a:avLst/>
          </a:prstGeom>
          <a:blipFill>
            <a:blip r:embed="rId3" cstate="print"/>
            <a:stretch>
              <a:fillRect/>
            </a:stretch>
          </a:blipFill>
        </p:spPr>
        <p:txBody>
          <a:bodyPr wrap="square" lIns="0" tIns="0" rIns="0" bIns="0" rtlCol="0"/>
          <a:lstStyle/>
          <a:p>
            <a:endParaRPr/>
          </a:p>
        </p:txBody>
      </p:sp>
      <p:sp>
        <p:nvSpPr>
          <p:cNvPr id="14" name="object 15">
            <a:extLst>
              <a:ext uri="{FF2B5EF4-FFF2-40B4-BE49-F238E27FC236}">
                <a16:creationId xmlns:a16="http://schemas.microsoft.com/office/drawing/2014/main" id="{475EE878-B538-9899-734D-77CA9796717F}"/>
              </a:ext>
            </a:extLst>
          </p:cNvPr>
          <p:cNvSpPr txBox="1"/>
          <p:nvPr/>
        </p:nvSpPr>
        <p:spPr>
          <a:xfrm>
            <a:off x="3448558" y="5721236"/>
            <a:ext cx="13144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0000"/>
                </a:solidFill>
                <a:latin typeface="Cambria Math"/>
                <a:cs typeface="Cambria Math"/>
              </a:rPr>
              <a:t>−𝜂𝜕𝐿</a:t>
            </a:r>
            <a:r>
              <a:rPr lang="en-US" sz="3600" spc="247" baseline="2314" dirty="0">
                <a:solidFill>
                  <a:srgbClr val="FF0000"/>
                </a:solidFill>
                <a:latin typeface="Cambria Math"/>
                <a:cs typeface="Cambria Math"/>
              </a:rPr>
              <a:t>/</a:t>
            </a:r>
            <a:r>
              <a:rPr sz="2400" spc="-5" dirty="0">
                <a:solidFill>
                  <a:srgbClr val="FF0000"/>
                </a:solidFill>
                <a:latin typeface="Cambria Math"/>
                <a:cs typeface="Cambria Math"/>
              </a:rPr>
              <a:t>𝜕𝑤</a:t>
            </a:r>
            <a:endParaRPr sz="2400" dirty="0">
              <a:latin typeface="Cambria Math"/>
              <a:cs typeface="Cambria Math"/>
            </a:endParaRPr>
          </a:p>
        </p:txBody>
      </p:sp>
      <p:sp>
        <p:nvSpPr>
          <p:cNvPr id="15" name="object 16">
            <a:extLst>
              <a:ext uri="{FF2B5EF4-FFF2-40B4-BE49-F238E27FC236}">
                <a16:creationId xmlns:a16="http://schemas.microsoft.com/office/drawing/2014/main" id="{394F84E2-E46B-A50B-F8A9-EC62E5043FC6}"/>
              </a:ext>
            </a:extLst>
          </p:cNvPr>
          <p:cNvSpPr/>
          <p:nvPr/>
        </p:nvSpPr>
        <p:spPr>
          <a:xfrm>
            <a:off x="5285231" y="5080749"/>
            <a:ext cx="2497835" cy="1071372"/>
          </a:xfrm>
          <a:prstGeom prst="rect">
            <a:avLst/>
          </a:prstGeom>
          <a:blipFill>
            <a:blip r:embed="rId4" cstate="print"/>
            <a:stretch>
              <a:fillRect/>
            </a:stretch>
          </a:blipFill>
        </p:spPr>
        <p:txBody>
          <a:bodyPr wrap="square" lIns="0" tIns="0" rIns="0" bIns="0" rtlCol="0"/>
          <a:lstStyle/>
          <a:p>
            <a:endParaRPr/>
          </a:p>
        </p:txBody>
      </p:sp>
      <p:sp>
        <p:nvSpPr>
          <p:cNvPr id="16" name="object 17">
            <a:extLst>
              <a:ext uri="{FF2B5EF4-FFF2-40B4-BE49-F238E27FC236}">
                <a16:creationId xmlns:a16="http://schemas.microsoft.com/office/drawing/2014/main" id="{0554CAA4-BACD-517A-E34A-0394635DCC9F}"/>
              </a:ext>
            </a:extLst>
          </p:cNvPr>
          <p:cNvSpPr/>
          <p:nvPr/>
        </p:nvSpPr>
        <p:spPr>
          <a:xfrm>
            <a:off x="5163312" y="5019788"/>
            <a:ext cx="2756916" cy="1292352"/>
          </a:xfrm>
          <a:prstGeom prst="rect">
            <a:avLst/>
          </a:prstGeom>
          <a:blipFill>
            <a:blip r:embed="rId5" cstate="print"/>
            <a:stretch>
              <a:fillRect/>
            </a:stretch>
          </a:blipFill>
        </p:spPr>
        <p:txBody>
          <a:bodyPr wrap="square" lIns="0" tIns="0" rIns="0" bIns="0" rtlCol="0"/>
          <a:lstStyle/>
          <a:p>
            <a:endParaRPr/>
          </a:p>
        </p:txBody>
      </p:sp>
      <p:sp>
        <p:nvSpPr>
          <p:cNvPr id="17" name="object 18">
            <a:extLst>
              <a:ext uri="{FF2B5EF4-FFF2-40B4-BE49-F238E27FC236}">
                <a16:creationId xmlns:a16="http://schemas.microsoft.com/office/drawing/2014/main" id="{C66F00E9-89C7-DC7F-FB8C-ED3B8628FA59}"/>
              </a:ext>
            </a:extLst>
          </p:cNvPr>
          <p:cNvSpPr/>
          <p:nvPr/>
        </p:nvSpPr>
        <p:spPr>
          <a:xfrm>
            <a:off x="5344668" y="5120373"/>
            <a:ext cx="2378964" cy="954024"/>
          </a:xfrm>
          <a:prstGeom prst="rect">
            <a:avLst/>
          </a:prstGeom>
          <a:blipFill>
            <a:blip r:embed="rId6" cstate="print"/>
            <a:stretch>
              <a:fillRect/>
            </a:stretch>
          </a:blipFill>
        </p:spPr>
        <p:txBody>
          <a:bodyPr wrap="square" lIns="0" tIns="0" rIns="0" bIns="0" rtlCol="0"/>
          <a:lstStyle/>
          <a:p>
            <a:endParaRPr/>
          </a:p>
        </p:txBody>
      </p:sp>
      <p:sp>
        <p:nvSpPr>
          <p:cNvPr id="18" name="object 19">
            <a:extLst>
              <a:ext uri="{FF2B5EF4-FFF2-40B4-BE49-F238E27FC236}">
                <a16:creationId xmlns:a16="http://schemas.microsoft.com/office/drawing/2014/main" id="{BE938197-6670-7E05-7A4A-61ACEBC696BB}"/>
              </a:ext>
            </a:extLst>
          </p:cNvPr>
          <p:cNvSpPr txBox="1"/>
          <p:nvPr/>
        </p:nvSpPr>
        <p:spPr>
          <a:xfrm>
            <a:off x="5344668" y="5132362"/>
            <a:ext cx="2379345" cy="886781"/>
          </a:xfrm>
          <a:prstGeom prst="rect">
            <a:avLst/>
          </a:prstGeom>
        </p:spPr>
        <p:txBody>
          <a:bodyPr vert="horz" wrap="square" lIns="0" tIns="12065" rIns="0" bIns="0" rtlCol="0">
            <a:spAutoFit/>
          </a:bodyPr>
          <a:lstStyle/>
          <a:p>
            <a:pPr marL="92075" marR="68580">
              <a:lnSpc>
                <a:spcPct val="100000"/>
              </a:lnSpc>
              <a:spcBef>
                <a:spcPts val="95"/>
              </a:spcBef>
            </a:pPr>
            <a:r>
              <a:rPr sz="2800" spc="-5" dirty="0">
                <a:solidFill>
                  <a:srgbClr val="FFFFFF"/>
                </a:solidFill>
                <a:latin typeface="Calibri"/>
                <a:cs typeface="Calibri"/>
              </a:rPr>
              <a:t>η </a:t>
            </a:r>
            <a:r>
              <a:rPr lang="zh-CN" altLang="en-US" sz="2800" spc="-5" dirty="0">
                <a:solidFill>
                  <a:srgbClr val="FFFFFF"/>
                </a:solidFill>
                <a:latin typeface="Calibri"/>
                <a:cs typeface="Calibri"/>
              </a:rPr>
              <a:t>别称为</a:t>
            </a:r>
            <a:r>
              <a:rPr sz="2800" spc="-10" dirty="0">
                <a:solidFill>
                  <a:srgbClr val="FFFFFF"/>
                </a:solidFill>
                <a:latin typeface="Calibri"/>
                <a:cs typeface="Calibri"/>
              </a:rPr>
              <a:t> </a:t>
            </a:r>
            <a:endParaRPr lang="en-US" sz="2800" spc="-10" dirty="0">
              <a:solidFill>
                <a:srgbClr val="FFFFFF"/>
              </a:solidFill>
              <a:latin typeface="Calibri"/>
              <a:cs typeface="Calibri"/>
            </a:endParaRPr>
          </a:p>
          <a:p>
            <a:pPr marL="92075" marR="68580">
              <a:lnSpc>
                <a:spcPct val="100000"/>
              </a:lnSpc>
              <a:spcBef>
                <a:spcPts val="95"/>
              </a:spcBef>
            </a:pPr>
            <a:r>
              <a:rPr sz="2800" spc="-10" dirty="0">
                <a:solidFill>
                  <a:srgbClr val="FFFFFF"/>
                </a:solidFill>
                <a:latin typeface="Calibri"/>
                <a:cs typeface="Calibri"/>
              </a:rPr>
              <a:t> </a:t>
            </a:r>
            <a:r>
              <a:rPr sz="2800" spc="-5" dirty="0">
                <a:solidFill>
                  <a:srgbClr val="FFFFFF"/>
                </a:solidFill>
                <a:latin typeface="Calibri"/>
                <a:cs typeface="Calibri"/>
              </a:rPr>
              <a:t>“</a:t>
            </a:r>
            <a:r>
              <a:rPr lang="zh-CN" altLang="en-US" sz="2800" b="1" i="1" spc="-5" dirty="0">
                <a:solidFill>
                  <a:srgbClr val="FFFFFF"/>
                </a:solidFill>
                <a:latin typeface="Calibri"/>
                <a:cs typeface="Calibri"/>
              </a:rPr>
              <a:t>学习率 </a:t>
            </a:r>
            <a:r>
              <a:rPr sz="2800" spc="-15" dirty="0">
                <a:solidFill>
                  <a:srgbClr val="FFFFFF"/>
                </a:solidFill>
                <a:latin typeface="Calibri"/>
                <a:cs typeface="Calibri"/>
              </a:rPr>
              <a:t>”</a:t>
            </a:r>
            <a:endParaRPr sz="2800" dirty="0">
              <a:latin typeface="Calibri"/>
              <a:cs typeface="Calibri"/>
            </a:endParaRPr>
          </a:p>
        </p:txBody>
      </p:sp>
      <p:sp>
        <p:nvSpPr>
          <p:cNvPr id="19" name="object 20">
            <a:extLst>
              <a:ext uri="{FF2B5EF4-FFF2-40B4-BE49-F238E27FC236}">
                <a16:creationId xmlns:a16="http://schemas.microsoft.com/office/drawing/2014/main" id="{1C9C7787-5C3B-6DD6-7295-4600DD54E093}"/>
              </a:ext>
            </a:extLst>
          </p:cNvPr>
          <p:cNvSpPr/>
          <p:nvPr/>
        </p:nvSpPr>
        <p:spPr>
          <a:xfrm>
            <a:off x="3252977" y="5259820"/>
            <a:ext cx="1663064" cy="312420"/>
          </a:xfrm>
          <a:custGeom>
            <a:avLst/>
            <a:gdLst/>
            <a:ahLst/>
            <a:cxnLst/>
            <a:rect l="l" t="t" r="r" b="b"/>
            <a:pathLst>
              <a:path w="1663064" h="312420">
                <a:moveTo>
                  <a:pt x="0" y="312419"/>
                </a:moveTo>
                <a:lnTo>
                  <a:pt x="21118" y="257913"/>
                </a:lnTo>
                <a:lnTo>
                  <a:pt x="79390" y="211776"/>
                </a:lnTo>
                <a:lnTo>
                  <a:pt x="120075" y="192949"/>
                </a:lnTo>
                <a:lnTo>
                  <a:pt x="167188" y="177537"/>
                </a:lnTo>
                <a:lnTo>
                  <a:pt x="219776" y="165983"/>
                </a:lnTo>
                <a:lnTo>
                  <a:pt x="276887" y="158726"/>
                </a:lnTo>
                <a:lnTo>
                  <a:pt x="337565" y="156209"/>
                </a:lnTo>
                <a:lnTo>
                  <a:pt x="493775" y="156209"/>
                </a:lnTo>
                <a:lnTo>
                  <a:pt x="554454" y="153693"/>
                </a:lnTo>
                <a:lnTo>
                  <a:pt x="611565" y="146436"/>
                </a:lnTo>
                <a:lnTo>
                  <a:pt x="664153" y="134882"/>
                </a:lnTo>
                <a:lnTo>
                  <a:pt x="711266" y="119470"/>
                </a:lnTo>
                <a:lnTo>
                  <a:pt x="751951" y="100643"/>
                </a:lnTo>
                <a:lnTo>
                  <a:pt x="785255" y="78841"/>
                </a:lnTo>
                <a:lnTo>
                  <a:pt x="825903" y="28078"/>
                </a:lnTo>
                <a:lnTo>
                  <a:pt x="831342" y="0"/>
                </a:lnTo>
                <a:lnTo>
                  <a:pt x="836780" y="28078"/>
                </a:lnTo>
                <a:lnTo>
                  <a:pt x="877428" y="78841"/>
                </a:lnTo>
                <a:lnTo>
                  <a:pt x="910732" y="100643"/>
                </a:lnTo>
                <a:lnTo>
                  <a:pt x="951417" y="119470"/>
                </a:lnTo>
                <a:lnTo>
                  <a:pt x="998530" y="134882"/>
                </a:lnTo>
                <a:lnTo>
                  <a:pt x="1051118" y="146436"/>
                </a:lnTo>
                <a:lnTo>
                  <a:pt x="1108229" y="153693"/>
                </a:lnTo>
                <a:lnTo>
                  <a:pt x="1168908" y="156209"/>
                </a:lnTo>
                <a:lnTo>
                  <a:pt x="1325118" y="156209"/>
                </a:lnTo>
                <a:lnTo>
                  <a:pt x="1385796" y="158726"/>
                </a:lnTo>
                <a:lnTo>
                  <a:pt x="1442907" y="165983"/>
                </a:lnTo>
                <a:lnTo>
                  <a:pt x="1495495" y="177537"/>
                </a:lnTo>
                <a:lnTo>
                  <a:pt x="1542608" y="192949"/>
                </a:lnTo>
                <a:lnTo>
                  <a:pt x="1583293" y="211776"/>
                </a:lnTo>
                <a:lnTo>
                  <a:pt x="1616597" y="233578"/>
                </a:lnTo>
                <a:lnTo>
                  <a:pt x="1657245" y="284341"/>
                </a:lnTo>
                <a:lnTo>
                  <a:pt x="1662683" y="312419"/>
                </a:lnTo>
              </a:path>
            </a:pathLst>
          </a:custGeom>
          <a:ln w="28956">
            <a:solidFill>
              <a:srgbClr val="FF0000"/>
            </a:solidFill>
          </a:ln>
        </p:spPr>
        <p:txBody>
          <a:bodyPr wrap="square" lIns="0" tIns="0" rIns="0" bIns="0" rtlCol="0"/>
          <a:lstStyle/>
          <a:p>
            <a:endParaRPr/>
          </a:p>
        </p:txBody>
      </p:sp>
      <p:sp>
        <p:nvSpPr>
          <p:cNvPr id="20" name="object 21">
            <a:extLst>
              <a:ext uri="{FF2B5EF4-FFF2-40B4-BE49-F238E27FC236}">
                <a16:creationId xmlns:a16="http://schemas.microsoft.com/office/drawing/2014/main" id="{C7979EF5-080D-8F72-F430-6360F81E0BB1}"/>
              </a:ext>
            </a:extLst>
          </p:cNvPr>
          <p:cNvSpPr txBox="1"/>
          <p:nvPr/>
        </p:nvSpPr>
        <p:spPr>
          <a:xfrm>
            <a:off x="4090415" y="2595105"/>
            <a:ext cx="4151629" cy="843180"/>
          </a:xfrm>
          <a:prstGeom prst="rect">
            <a:avLst/>
          </a:prstGeom>
          <a:ln w="57911">
            <a:solidFill>
              <a:srgbClr val="0000FF"/>
            </a:solidFill>
          </a:ln>
        </p:spPr>
        <p:txBody>
          <a:bodyPr vert="horz" wrap="square" lIns="0" tIns="27305" rIns="0" bIns="0" rtlCol="0">
            <a:spAutoFit/>
          </a:bodyPr>
          <a:lstStyle/>
          <a:p>
            <a:pPr marL="548640" indent="-457200">
              <a:lnSpc>
                <a:spcPct val="100000"/>
              </a:lnSpc>
              <a:spcBef>
                <a:spcPts val="215"/>
              </a:spcBef>
              <a:buFont typeface="Wingdings"/>
              <a:buChar char=""/>
              <a:tabLst>
                <a:tab pos="548640" algn="l"/>
                <a:tab pos="549275" algn="l"/>
              </a:tabLst>
            </a:pPr>
            <a:r>
              <a:rPr lang="zh-CN" altLang="en-US" sz="2400" spc="-10" dirty="0">
                <a:latin typeface="Calibri"/>
                <a:cs typeface="Calibri"/>
              </a:rPr>
              <a:t>计算</a:t>
            </a:r>
            <a:r>
              <a:rPr sz="2400" spc="-10" dirty="0">
                <a:latin typeface="Calibri"/>
                <a:cs typeface="Calibri"/>
              </a:rPr>
              <a:t> </a:t>
            </a:r>
            <a:r>
              <a:rPr sz="2400" spc="15" dirty="0">
                <a:latin typeface="Cambria Math"/>
                <a:cs typeface="Cambria Math"/>
              </a:rPr>
              <a:t>𝜕𝐿</a:t>
            </a:r>
            <a:r>
              <a:rPr lang="en-US" altLang="zh-CN" sz="3600" spc="352" baseline="2314" dirty="0">
                <a:latin typeface="Cambria Math"/>
                <a:cs typeface="Cambria Math"/>
              </a:rPr>
              <a:t>/</a:t>
            </a:r>
            <a:r>
              <a:rPr sz="2400" spc="-5" dirty="0">
                <a:latin typeface="Cambria Math"/>
                <a:cs typeface="Cambria Math"/>
              </a:rPr>
              <a:t>𝜕𝑤</a:t>
            </a:r>
            <a:endParaRPr sz="2400" dirty="0">
              <a:latin typeface="Cambria Math"/>
              <a:cs typeface="Cambria Math"/>
            </a:endParaRPr>
          </a:p>
          <a:p>
            <a:pPr marL="1617345">
              <a:lnSpc>
                <a:spcPct val="100000"/>
              </a:lnSpc>
              <a:spcBef>
                <a:spcPts val="585"/>
              </a:spcBef>
            </a:pPr>
            <a:r>
              <a:rPr sz="2400" dirty="0">
                <a:latin typeface="Cambria Math"/>
                <a:cs typeface="Cambria Math"/>
              </a:rPr>
              <a:t>𝑤 ← 𝑤 − </a:t>
            </a:r>
            <a:r>
              <a:rPr sz="2400" spc="10" dirty="0">
                <a:latin typeface="Cambria Math"/>
                <a:cs typeface="Cambria Math"/>
              </a:rPr>
              <a:t>𝜂</a:t>
            </a:r>
            <a:r>
              <a:rPr lang="en-US" sz="2400" spc="10" dirty="0">
                <a:latin typeface="Cambria Math"/>
                <a:cs typeface="Cambria Math"/>
              </a:rPr>
              <a:t> </a:t>
            </a:r>
            <a:r>
              <a:rPr sz="2400" spc="10" dirty="0">
                <a:latin typeface="Cambria Math"/>
                <a:cs typeface="Cambria Math"/>
              </a:rPr>
              <a:t>𝜕𝐿</a:t>
            </a:r>
            <a:r>
              <a:rPr lang="en-US" altLang="zh-CN" sz="3600" spc="509" baseline="2314" dirty="0">
                <a:latin typeface="Cambria Math"/>
                <a:cs typeface="Cambria Math"/>
              </a:rPr>
              <a:t>/</a:t>
            </a:r>
            <a:r>
              <a:rPr sz="2400" spc="-5" dirty="0">
                <a:latin typeface="Cambria Math"/>
                <a:cs typeface="Cambria Math"/>
              </a:rPr>
              <a:t>𝜕𝑤</a:t>
            </a:r>
            <a:endParaRPr sz="2400" dirty="0">
              <a:latin typeface="Cambria Math"/>
              <a:cs typeface="Cambria Math"/>
            </a:endParaRPr>
          </a:p>
        </p:txBody>
      </p:sp>
      <p:sp>
        <p:nvSpPr>
          <p:cNvPr id="21" name="object 22">
            <a:extLst>
              <a:ext uri="{FF2B5EF4-FFF2-40B4-BE49-F238E27FC236}">
                <a16:creationId xmlns:a16="http://schemas.microsoft.com/office/drawing/2014/main" id="{2222D3D7-AAA2-3EFB-76CA-0BF6A63E5CB9}"/>
              </a:ext>
            </a:extLst>
          </p:cNvPr>
          <p:cNvSpPr txBox="1"/>
          <p:nvPr/>
        </p:nvSpPr>
        <p:spPr>
          <a:xfrm>
            <a:off x="4690363" y="3606787"/>
            <a:ext cx="897255"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spc="-35" dirty="0">
                <a:solidFill>
                  <a:srgbClr val="0000FF"/>
                </a:solidFill>
                <a:latin typeface="Calibri"/>
                <a:cs typeface="Calibri"/>
              </a:rPr>
              <a:t>重复</a:t>
            </a:r>
            <a:endParaRPr sz="2400" dirty="0">
              <a:latin typeface="Calibri"/>
              <a:cs typeface="Calibri"/>
            </a:endParaRPr>
          </a:p>
        </p:txBody>
      </p:sp>
      <p:sp>
        <p:nvSpPr>
          <p:cNvPr id="22" name="object 23">
            <a:extLst>
              <a:ext uri="{FF2B5EF4-FFF2-40B4-BE49-F238E27FC236}">
                <a16:creationId xmlns:a16="http://schemas.microsoft.com/office/drawing/2014/main" id="{F7CE3519-2AD3-CBC6-12AC-F392CBEDEB61}"/>
              </a:ext>
            </a:extLst>
          </p:cNvPr>
          <p:cNvSpPr/>
          <p:nvPr/>
        </p:nvSpPr>
        <p:spPr>
          <a:xfrm>
            <a:off x="3919727" y="6165837"/>
            <a:ext cx="895985" cy="0"/>
          </a:xfrm>
          <a:custGeom>
            <a:avLst/>
            <a:gdLst/>
            <a:ahLst/>
            <a:cxnLst/>
            <a:rect l="l" t="t" r="r" b="b"/>
            <a:pathLst>
              <a:path w="895985">
                <a:moveTo>
                  <a:pt x="0" y="0"/>
                </a:moveTo>
                <a:lnTo>
                  <a:pt x="895604" y="0"/>
                </a:lnTo>
              </a:path>
            </a:pathLst>
          </a:custGeom>
          <a:ln w="57912">
            <a:solidFill>
              <a:srgbClr val="00AF50"/>
            </a:solidFill>
          </a:ln>
        </p:spPr>
        <p:txBody>
          <a:bodyPr wrap="square" lIns="0" tIns="0" rIns="0" bIns="0" rtlCol="0"/>
          <a:lstStyle/>
          <a:p>
            <a:endParaRPr/>
          </a:p>
        </p:txBody>
      </p:sp>
      <p:sp>
        <p:nvSpPr>
          <p:cNvPr id="23" name="object 24">
            <a:extLst>
              <a:ext uri="{FF2B5EF4-FFF2-40B4-BE49-F238E27FC236}">
                <a16:creationId xmlns:a16="http://schemas.microsoft.com/office/drawing/2014/main" id="{9A3333A6-7B31-98FE-97CF-4F300CDD11FF}"/>
              </a:ext>
            </a:extLst>
          </p:cNvPr>
          <p:cNvSpPr/>
          <p:nvPr/>
        </p:nvSpPr>
        <p:spPr>
          <a:xfrm>
            <a:off x="3663695" y="6152121"/>
            <a:ext cx="205104" cy="0"/>
          </a:xfrm>
          <a:custGeom>
            <a:avLst/>
            <a:gdLst/>
            <a:ahLst/>
            <a:cxnLst/>
            <a:rect l="l" t="t" r="r" b="b"/>
            <a:pathLst>
              <a:path w="205105">
                <a:moveTo>
                  <a:pt x="0" y="0"/>
                </a:moveTo>
                <a:lnTo>
                  <a:pt x="205105" y="0"/>
                </a:lnTo>
              </a:path>
            </a:pathLst>
          </a:custGeom>
          <a:ln w="57912">
            <a:solidFill>
              <a:srgbClr val="00AF50"/>
            </a:solidFill>
          </a:ln>
        </p:spPr>
        <p:txBody>
          <a:bodyPr wrap="square" lIns="0" tIns="0" rIns="0" bIns="0" rtlCol="0"/>
          <a:lstStyle/>
          <a:p>
            <a:endParaRPr/>
          </a:p>
        </p:txBody>
      </p:sp>
      <p:sp>
        <p:nvSpPr>
          <p:cNvPr id="24" name="object 25">
            <a:extLst>
              <a:ext uri="{FF2B5EF4-FFF2-40B4-BE49-F238E27FC236}">
                <a16:creationId xmlns:a16="http://schemas.microsoft.com/office/drawing/2014/main" id="{BE8E8911-E465-3603-6B60-ABE0C2AFA19B}"/>
              </a:ext>
            </a:extLst>
          </p:cNvPr>
          <p:cNvSpPr/>
          <p:nvPr/>
        </p:nvSpPr>
        <p:spPr>
          <a:xfrm>
            <a:off x="1594103" y="1447533"/>
            <a:ext cx="8471916" cy="641603"/>
          </a:xfrm>
          <a:prstGeom prst="rect">
            <a:avLst/>
          </a:prstGeom>
          <a:blipFill>
            <a:blip r:embed="rId7" cstate="print"/>
            <a:stretch>
              <a:fillRect/>
            </a:stretch>
          </a:blipFill>
        </p:spPr>
        <p:txBody>
          <a:bodyPr wrap="square" lIns="0" tIns="0" rIns="0" bIns="0" rtlCol="0"/>
          <a:lstStyle/>
          <a:p>
            <a:endParaRPr/>
          </a:p>
        </p:txBody>
      </p:sp>
      <p:sp>
        <p:nvSpPr>
          <p:cNvPr id="25" name="object 26">
            <a:extLst>
              <a:ext uri="{FF2B5EF4-FFF2-40B4-BE49-F238E27FC236}">
                <a16:creationId xmlns:a16="http://schemas.microsoft.com/office/drawing/2014/main" id="{BCED42AE-E5E6-25E8-F568-A61B7CB1B8E8}"/>
              </a:ext>
            </a:extLst>
          </p:cNvPr>
          <p:cNvSpPr/>
          <p:nvPr/>
        </p:nvSpPr>
        <p:spPr>
          <a:xfrm>
            <a:off x="1472183" y="1388098"/>
            <a:ext cx="8377428" cy="865631"/>
          </a:xfrm>
          <a:prstGeom prst="rect">
            <a:avLst/>
          </a:prstGeom>
          <a:blipFill>
            <a:blip r:embed="rId8" cstate="print"/>
            <a:stretch>
              <a:fillRect/>
            </a:stretch>
          </a:blipFill>
        </p:spPr>
        <p:txBody>
          <a:bodyPr wrap="square" lIns="0" tIns="0" rIns="0" bIns="0" rtlCol="0"/>
          <a:lstStyle/>
          <a:p>
            <a:endParaRPr/>
          </a:p>
        </p:txBody>
      </p:sp>
      <p:sp>
        <p:nvSpPr>
          <p:cNvPr id="26" name="object 27">
            <a:extLst>
              <a:ext uri="{FF2B5EF4-FFF2-40B4-BE49-F238E27FC236}">
                <a16:creationId xmlns:a16="http://schemas.microsoft.com/office/drawing/2014/main" id="{FA730750-7E20-0D70-1F1B-068F37CD2818}"/>
              </a:ext>
            </a:extLst>
          </p:cNvPr>
          <p:cNvSpPr/>
          <p:nvPr/>
        </p:nvSpPr>
        <p:spPr>
          <a:xfrm>
            <a:off x="1653539" y="1487158"/>
            <a:ext cx="8353044" cy="524256"/>
          </a:xfrm>
          <a:prstGeom prst="rect">
            <a:avLst/>
          </a:prstGeom>
          <a:blipFill>
            <a:blip r:embed="rId9" cstate="print"/>
            <a:stretch>
              <a:fillRect/>
            </a:stretch>
          </a:blipFill>
        </p:spPr>
        <p:txBody>
          <a:bodyPr wrap="square" lIns="0" tIns="0" rIns="0" bIns="0" rtlCol="0"/>
          <a:lstStyle/>
          <a:p>
            <a:endParaRPr/>
          </a:p>
        </p:txBody>
      </p:sp>
      <p:sp>
        <p:nvSpPr>
          <p:cNvPr id="27" name="object 28">
            <a:extLst>
              <a:ext uri="{FF2B5EF4-FFF2-40B4-BE49-F238E27FC236}">
                <a16:creationId xmlns:a16="http://schemas.microsoft.com/office/drawing/2014/main" id="{14F45829-1095-630F-8A78-10069608086E}"/>
              </a:ext>
            </a:extLst>
          </p:cNvPr>
          <p:cNvSpPr/>
          <p:nvPr/>
        </p:nvSpPr>
        <p:spPr>
          <a:xfrm>
            <a:off x="2444064" y="1954899"/>
            <a:ext cx="3464560" cy="0"/>
          </a:xfrm>
          <a:custGeom>
            <a:avLst/>
            <a:gdLst/>
            <a:ahLst/>
            <a:cxnLst/>
            <a:rect l="l" t="t" r="r" b="b"/>
            <a:pathLst>
              <a:path w="3464560">
                <a:moveTo>
                  <a:pt x="0" y="0"/>
                </a:moveTo>
                <a:lnTo>
                  <a:pt x="3464102" y="0"/>
                </a:lnTo>
              </a:path>
            </a:pathLst>
          </a:custGeom>
          <a:ln w="10668">
            <a:solidFill>
              <a:srgbClr val="FFFFFF"/>
            </a:solidFill>
          </a:ln>
        </p:spPr>
        <p:txBody>
          <a:bodyPr wrap="square" lIns="0" tIns="0" rIns="0" bIns="0" rtlCol="0"/>
          <a:lstStyle/>
          <a:p>
            <a:endParaRPr/>
          </a:p>
        </p:txBody>
      </p:sp>
      <p:sp>
        <p:nvSpPr>
          <p:cNvPr id="28" name="object 29">
            <a:extLst>
              <a:ext uri="{FF2B5EF4-FFF2-40B4-BE49-F238E27FC236}">
                <a16:creationId xmlns:a16="http://schemas.microsoft.com/office/drawing/2014/main" id="{E5CACE53-364B-DDC4-FCCD-3FE98AD3C489}"/>
              </a:ext>
            </a:extLst>
          </p:cNvPr>
          <p:cNvSpPr txBox="1"/>
          <p:nvPr/>
        </p:nvSpPr>
        <p:spPr>
          <a:xfrm>
            <a:off x="1653539" y="1262230"/>
            <a:ext cx="8353425" cy="1300356"/>
          </a:xfrm>
          <a:prstGeom prst="rect">
            <a:avLst/>
          </a:prstGeom>
        </p:spPr>
        <p:txBody>
          <a:bodyPr vert="horz" wrap="square" lIns="0" tIns="250190" rIns="0" bIns="0" rtlCol="0">
            <a:spAutoFit/>
          </a:bodyPr>
          <a:lstStyle/>
          <a:p>
            <a:pPr marL="90805">
              <a:lnSpc>
                <a:spcPct val="100000"/>
              </a:lnSpc>
              <a:spcBef>
                <a:spcPts val="1970"/>
              </a:spcBef>
            </a:pPr>
            <a:r>
              <a:rPr sz="2800" b="1" i="1" spc="-10" dirty="0">
                <a:solidFill>
                  <a:srgbClr val="FFFFFF"/>
                </a:solidFill>
                <a:latin typeface="Calibri"/>
                <a:cs typeface="Calibri"/>
              </a:rPr>
              <a:t> </a:t>
            </a:r>
            <a:r>
              <a:rPr sz="2800" spc="-5" dirty="0">
                <a:solidFill>
                  <a:srgbClr val="FFFFFF"/>
                </a:solidFill>
                <a:latin typeface="Cambria Math"/>
                <a:cs typeface="Cambria Math"/>
              </a:rPr>
              <a:t>𝜽</a:t>
            </a:r>
            <a:r>
              <a:rPr sz="3075" spc="-7" baseline="27100" dirty="0">
                <a:solidFill>
                  <a:srgbClr val="FFFFFF"/>
                </a:solidFill>
                <a:latin typeface="Cambria Math"/>
                <a:cs typeface="Cambria Math"/>
              </a:rPr>
              <a:t>∗ </a:t>
            </a:r>
            <a:endParaRPr sz="2800" dirty="0">
              <a:latin typeface="Calibri"/>
              <a:cs typeface="Calibri"/>
            </a:endParaRPr>
          </a:p>
          <a:p>
            <a:pPr marL="2995930" indent="-457200">
              <a:lnSpc>
                <a:spcPct val="100000"/>
              </a:lnSpc>
              <a:spcBef>
                <a:spcPts val="1605"/>
              </a:spcBef>
              <a:buFont typeface="Wingdings"/>
              <a:buChar char=""/>
              <a:tabLst>
                <a:tab pos="2995295" algn="l"/>
                <a:tab pos="2995930" algn="l"/>
              </a:tabLst>
            </a:pPr>
            <a:r>
              <a:rPr lang="zh-CN" altLang="en-US" sz="2400" dirty="0">
                <a:latin typeface="Calibri"/>
                <a:cs typeface="Calibri"/>
              </a:rPr>
              <a:t>选择</a:t>
            </a:r>
            <a:r>
              <a:rPr sz="2400" spc="-30" dirty="0">
                <a:latin typeface="Calibri"/>
                <a:cs typeface="Calibri"/>
              </a:rPr>
              <a:t> </a:t>
            </a:r>
            <a:r>
              <a:rPr sz="2400" dirty="0">
                <a:latin typeface="Calibri"/>
                <a:cs typeface="Calibri"/>
              </a:rPr>
              <a:t>w</a:t>
            </a:r>
            <a:r>
              <a:rPr lang="en-US" sz="2400" dirty="0">
                <a:latin typeface="Calibri"/>
                <a:cs typeface="Calibri"/>
              </a:rPr>
              <a:t> </a:t>
            </a:r>
            <a:r>
              <a:rPr lang="zh-CN" altLang="en-US" sz="2400" dirty="0">
                <a:latin typeface="Calibri"/>
                <a:cs typeface="Calibri"/>
              </a:rPr>
              <a:t>的初始值</a:t>
            </a:r>
            <a:endParaRPr sz="2400" dirty="0">
              <a:latin typeface="Calibri"/>
              <a:cs typeface="Calibri"/>
            </a:endParaRPr>
          </a:p>
        </p:txBody>
      </p:sp>
      <p:sp>
        <p:nvSpPr>
          <p:cNvPr id="29" name="object 42">
            <a:extLst>
              <a:ext uri="{FF2B5EF4-FFF2-40B4-BE49-F238E27FC236}">
                <a16:creationId xmlns:a16="http://schemas.microsoft.com/office/drawing/2014/main" id="{0A35D038-00C7-6068-9913-1D3EC5A07F5F}"/>
              </a:ext>
            </a:extLst>
          </p:cNvPr>
          <p:cNvSpPr/>
          <p:nvPr/>
        </p:nvSpPr>
        <p:spPr>
          <a:xfrm>
            <a:off x="1653539" y="1487158"/>
            <a:ext cx="8353044" cy="524256"/>
          </a:xfrm>
          <a:prstGeom prst="rect">
            <a:avLst/>
          </a:prstGeom>
          <a:blipFill>
            <a:blip r:embed="rId10" cstate="print"/>
            <a:stretch>
              <a:fillRect/>
            </a:stretch>
          </a:blipFill>
        </p:spPr>
        <p:txBody>
          <a:bodyPr wrap="square" lIns="0" tIns="0" rIns="0" bIns="0" rtlCol="0"/>
          <a:lstStyle/>
          <a:p>
            <a:endParaRPr/>
          </a:p>
        </p:txBody>
      </p:sp>
      <p:sp>
        <p:nvSpPr>
          <p:cNvPr id="30" name="object 44">
            <a:extLst>
              <a:ext uri="{FF2B5EF4-FFF2-40B4-BE49-F238E27FC236}">
                <a16:creationId xmlns:a16="http://schemas.microsoft.com/office/drawing/2014/main" id="{DF16482A-D9CB-96C7-00B4-F24CCB32552B}"/>
              </a:ext>
            </a:extLst>
          </p:cNvPr>
          <p:cNvSpPr txBox="1"/>
          <p:nvPr/>
        </p:nvSpPr>
        <p:spPr>
          <a:xfrm>
            <a:off x="1653539" y="1500112"/>
            <a:ext cx="8353425" cy="485389"/>
          </a:xfrm>
          <a:prstGeom prst="rect">
            <a:avLst/>
          </a:prstGeom>
        </p:spPr>
        <p:txBody>
          <a:bodyPr vert="horz" wrap="square" lIns="0" tIns="12065" rIns="0" bIns="0" rtlCol="0">
            <a:spAutoFit/>
          </a:bodyPr>
          <a:lstStyle/>
          <a:p>
            <a:pPr marL="90805">
              <a:lnSpc>
                <a:spcPct val="100000"/>
              </a:lnSpc>
              <a:spcBef>
                <a:spcPts val="95"/>
              </a:spcBef>
            </a:pPr>
            <a:r>
              <a:rPr lang="zh-CN" altLang="en-US" sz="2800" spc="-10" dirty="0">
                <a:solidFill>
                  <a:srgbClr val="FFFFFF"/>
                </a:solidFill>
                <a:latin typeface="Calibri"/>
                <a:cs typeface="Cambria Math"/>
              </a:rPr>
              <a:t>                         找到使总损失最小的参数</a:t>
            </a:r>
            <a:r>
              <a:rPr sz="2800" spc="-5" dirty="0">
                <a:solidFill>
                  <a:srgbClr val="FFFFFF"/>
                </a:solidFill>
                <a:latin typeface="Cambria Math"/>
                <a:cs typeface="Cambria Math"/>
              </a:rPr>
              <a:t>𝜽</a:t>
            </a:r>
            <a:r>
              <a:rPr sz="3075" spc="-7" baseline="27100" dirty="0">
                <a:solidFill>
                  <a:srgbClr val="FFFFFF"/>
                </a:solidFill>
                <a:latin typeface="Cambria Math"/>
                <a:cs typeface="Cambria Math"/>
              </a:rPr>
              <a:t>∗</a:t>
            </a:r>
            <a:endParaRPr sz="2800" dirty="0">
              <a:latin typeface="Calibri"/>
              <a:cs typeface="Calibri"/>
            </a:endParaRPr>
          </a:p>
        </p:txBody>
      </p:sp>
      <p:sp>
        <p:nvSpPr>
          <p:cNvPr id="32" name="object 9">
            <a:extLst>
              <a:ext uri="{FF2B5EF4-FFF2-40B4-BE49-F238E27FC236}">
                <a16:creationId xmlns:a16="http://schemas.microsoft.com/office/drawing/2014/main" id="{798D0DFA-6D81-A26E-E30E-A742256EDAD3}"/>
              </a:ext>
            </a:extLst>
          </p:cNvPr>
          <p:cNvSpPr txBox="1">
            <a:spLocks noGrp="1"/>
          </p:cNvSpPr>
          <p:nvPr>
            <p:ph type="title"/>
          </p:nvPr>
        </p:nvSpPr>
        <p:spPr>
          <a:xfrm>
            <a:off x="4807027" y="990567"/>
            <a:ext cx="4933321" cy="443070"/>
          </a:xfrm>
          <a:prstGeom prst="rect">
            <a:avLst/>
          </a:prstGeom>
        </p:spPr>
        <p:txBody>
          <a:bodyPr vert="horz" wrap="square" lIns="0" tIns="12065" rIns="0" bIns="0" rtlCol="0">
            <a:spAutoFit/>
          </a:bodyPr>
          <a:lstStyle/>
          <a:p>
            <a:pPr marL="12700">
              <a:lnSpc>
                <a:spcPct val="100000"/>
              </a:lnSpc>
              <a:spcBef>
                <a:spcPts val="95"/>
              </a:spcBef>
            </a:pPr>
            <a:r>
              <a:rPr lang="zh-CN" altLang="en-US" sz="2800" spc="-10" dirty="0">
                <a:latin typeface="Calibri"/>
                <a:cs typeface="Calibri"/>
              </a:rPr>
              <a:t> 参数</a:t>
            </a:r>
            <a:r>
              <a:rPr sz="2800" b="0" spc="-20" dirty="0">
                <a:latin typeface="Calibri"/>
                <a:cs typeface="Calibri"/>
              </a:rPr>
              <a:t> </a:t>
            </a:r>
            <a:r>
              <a:rPr sz="2800" b="0" spc="-5" dirty="0">
                <a:latin typeface="Cambria Math"/>
                <a:cs typeface="Cambria Math"/>
              </a:rPr>
              <a:t>𝜃</a:t>
            </a:r>
            <a:r>
              <a:rPr sz="2800" b="0" spc="210" dirty="0">
                <a:latin typeface="Cambria Math"/>
                <a:cs typeface="Cambria Math"/>
              </a:rPr>
              <a:t> </a:t>
            </a:r>
            <a:r>
              <a:rPr sz="2800" b="0" spc="-5" dirty="0">
                <a:latin typeface="Cambria Math"/>
                <a:cs typeface="Cambria Math"/>
              </a:rPr>
              <a:t>=</a:t>
            </a:r>
            <a:r>
              <a:rPr lang="en-US" sz="2800" b="0" spc="-5" dirty="0">
                <a:latin typeface="Cambria Math"/>
                <a:cs typeface="Cambria Math"/>
              </a:rPr>
              <a:t>   </a:t>
            </a:r>
            <a:r>
              <a:rPr sz="2800" b="0" dirty="0">
                <a:latin typeface="Cambria Math"/>
                <a:cs typeface="Cambria Math"/>
              </a:rPr>
              <a:t>𝑤</a:t>
            </a:r>
            <a:r>
              <a:rPr sz="3075" b="0" baseline="-16260" dirty="0">
                <a:latin typeface="Cambria Math"/>
                <a:cs typeface="Cambria Math"/>
              </a:rPr>
              <a:t>1</a:t>
            </a:r>
            <a:r>
              <a:rPr sz="2800" b="0" dirty="0">
                <a:latin typeface="Cambria Math"/>
                <a:cs typeface="Cambria Math"/>
              </a:rPr>
              <a:t>,</a:t>
            </a:r>
            <a:r>
              <a:rPr sz="2800" b="0" spc="-150" dirty="0">
                <a:latin typeface="Cambria Math"/>
                <a:cs typeface="Cambria Math"/>
              </a:rPr>
              <a:t> </a:t>
            </a:r>
            <a:r>
              <a:rPr sz="2800" b="0" spc="10" dirty="0">
                <a:latin typeface="Cambria Math"/>
                <a:cs typeface="Cambria Math"/>
              </a:rPr>
              <a:t>𝑤</a:t>
            </a:r>
            <a:r>
              <a:rPr sz="3075" b="0" spc="15" baseline="-16260" dirty="0">
                <a:latin typeface="Cambria Math"/>
                <a:cs typeface="Cambria Math"/>
              </a:rPr>
              <a:t>2</a:t>
            </a:r>
            <a:r>
              <a:rPr sz="2800" b="0" spc="10" dirty="0">
                <a:latin typeface="Cambria Math"/>
                <a:cs typeface="Cambria Math"/>
              </a:rPr>
              <a:t>,</a:t>
            </a:r>
            <a:r>
              <a:rPr sz="2800" b="0" spc="-155" dirty="0">
                <a:latin typeface="Cambria Math"/>
                <a:cs typeface="Cambria Math"/>
              </a:rPr>
              <a:t> </a:t>
            </a:r>
            <a:r>
              <a:rPr sz="2800" b="0" spc="-5" dirty="0">
                <a:latin typeface="Cambria Math"/>
                <a:cs typeface="Cambria Math"/>
              </a:rPr>
              <a:t>⋯</a:t>
            </a:r>
            <a:r>
              <a:rPr sz="2800" b="0" spc="-150" dirty="0">
                <a:latin typeface="Cambria Math"/>
                <a:cs typeface="Cambria Math"/>
              </a:rPr>
              <a:t> </a:t>
            </a:r>
            <a:r>
              <a:rPr sz="2800" b="0" spc="-5" dirty="0">
                <a:latin typeface="Cambria Math"/>
                <a:cs typeface="Cambria Math"/>
              </a:rPr>
              <a:t>,</a:t>
            </a:r>
            <a:r>
              <a:rPr sz="2800" b="0" spc="-155" dirty="0">
                <a:latin typeface="Cambria Math"/>
                <a:cs typeface="Cambria Math"/>
              </a:rPr>
              <a:t> </a:t>
            </a:r>
            <a:r>
              <a:rPr sz="2800" b="0" dirty="0">
                <a:latin typeface="Cambria Math"/>
                <a:cs typeface="Cambria Math"/>
              </a:rPr>
              <a:t>𝑏</a:t>
            </a:r>
            <a:r>
              <a:rPr sz="3075" b="0" baseline="-16260" dirty="0">
                <a:latin typeface="Cambria Math"/>
                <a:cs typeface="Cambria Math"/>
              </a:rPr>
              <a:t>1</a:t>
            </a:r>
            <a:r>
              <a:rPr sz="2800" b="0" dirty="0">
                <a:latin typeface="Cambria Math"/>
                <a:cs typeface="Cambria Math"/>
              </a:rPr>
              <a:t>,</a:t>
            </a:r>
            <a:r>
              <a:rPr sz="2800" b="0" spc="-165" dirty="0">
                <a:latin typeface="Cambria Math"/>
                <a:cs typeface="Cambria Math"/>
              </a:rPr>
              <a:t> </a:t>
            </a:r>
            <a:r>
              <a:rPr sz="2800" b="0" spc="25" dirty="0">
                <a:latin typeface="Cambria Math"/>
                <a:cs typeface="Cambria Math"/>
              </a:rPr>
              <a:t>𝑏</a:t>
            </a:r>
            <a:r>
              <a:rPr sz="3075" b="0" spc="37" baseline="-16260" dirty="0">
                <a:latin typeface="Cambria Math"/>
                <a:cs typeface="Cambria Math"/>
              </a:rPr>
              <a:t>2</a:t>
            </a:r>
            <a:r>
              <a:rPr sz="2800" b="0" spc="25" dirty="0">
                <a:latin typeface="Cambria Math"/>
                <a:cs typeface="Cambria Math"/>
              </a:rPr>
              <a:t>,</a:t>
            </a:r>
            <a:r>
              <a:rPr sz="2800" b="0" spc="-165" dirty="0">
                <a:latin typeface="Cambria Math"/>
                <a:cs typeface="Cambria Math"/>
              </a:rPr>
              <a:t> </a:t>
            </a:r>
            <a:r>
              <a:rPr sz="2800" b="0" spc="-5" dirty="0">
                <a:latin typeface="Cambria Math"/>
                <a:cs typeface="Cambria Math"/>
              </a:rPr>
              <a:t>⋯</a:t>
            </a:r>
            <a:endParaRPr sz="2800" dirty="0">
              <a:latin typeface="Cambria Math"/>
              <a:cs typeface="Cambria Math"/>
            </a:endParaRPr>
          </a:p>
        </p:txBody>
      </p:sp>
      <p:grpSp>
        <p:nvGrpSpPr>
          <p:cNvPr id="2" name="组合 1">
            <a:extLst>
              <a:ext uri="{FF2B5EF4-FFF2-40B4-BE49-F238E27FC236}">
                <a16:creationId xmlns:a16="http://schemas.microsoft.com/office/drawing/2014/main" id="{88961075-267E-2F3C-57D5-FEE11E44E477}"/>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914B55F1-0B14-9DBC-C557-68E6ABA1248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3" name="组合 32">
              <a:extLst>
                <a:ext uri="{FF2B5EF4-FFF2-40B4-BE49-F238E27FC236}">
                  <a16:creationId xmlns:a16="http://schemas.microsoft.com/office/drawing/2014/main" id="{5E782B9C-B9DA-908A-A7BA-05DA852F1C4A}"/>
                </a:ext>
              </a:extLst>
            </p:cNvPr>
            <p:cNvGrpSpPr/>
            <p:nvPr/>
          </p:nvGrpSpPr>
          <p:grpSpPr>
            <a:xfrm>
              <a:off x="695400" y="260648"/>
              <a:ext cx="3672271" cy="1058822"/>
              <a:chOff x="623392" y="310880"/>
              <a:chExt cx="3672271" cy="1058822"/>
            </a:xfrm>
          </p:grpSpPr>
          <p:sp>
            <p:nvSpPr>
              <p:cNvPr id="34" name="文本框 33">
                <a:extLst>
                  <a:ext uri="{FF2B5EF4-FFF2-40B4-BE49-F238E27FC236}">
                    <a16:creationId xmlns:a16="http://schemas.microsoft.com/office/drawing/2014/main" id="{E2B1AB30-ABEF-CEBC-CB80-FDC59CBE4392}"/>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梯度下降</a:t>
                </a:r>
              </a:p>
            </p:txBody>
          </p:sp>
          <p:cxnSp>
            <p:nvCxnSpPr>
              <p:cNvPr id="35" name="直接连接符 34">
                <a:extLst>
                  <a:ext uri="{FF2B5EF4-FFF2-40B4-BE49-F238E27FC236}">
                    <a16:creationId xmlns:a16="http://schemas.microsoft.com/office/drawing/2014/main" id="{59F36021-BEA7-161A-A673-EDD5FD58771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6" name="文本框 35">
                <a:extLst>
                  <a:ext uri="{FF2B5EF4-FFF2-40B4-BE49-F238E27FC236}">
                    <a16:creationId xmlns:a16="http://schemas.microsoft.com/office/drawing/2014/main" id="{DCEA7F45-E712-546F-5101-ECE04A761F21}"/>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8887145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A6624E35-B82E-604E-36FB-FCBA08D3338B}"/>
              </a:ext>
            </a:extLst>
          </p:cNvPr>
          <p:cNvSpPr txBox="1"/>
          <p:nvPr/>
        </p:nvSpPr>
        <p:spPr>
          <a:xfrm>
            <a:off x="1667211" y="2965394"/>
            <a:ext cx="784225" cy="762388"/>
          </a:xfrm>
          <a:prstGeom prst="rect">
            <a:avLst/>
          </a:prstGeom>
        </p:spPr>
        <p:txBody>
          <a:bodyPr vert="horz" wrap="square" lIns="0" tIns="10795" rIns="0" bIns="0" rtlCol="0">
            <a:spAutoFit/>
          </a:bodyPr>
          <a:lstStyle/>
          <a:p>
            <a:pPr marL="12700" marR="5080" indent="83820">
              <a:lnSpc>
                <a:spcPct val="100400"/>
              </a:lnSpc>
              <a:spcBef>
                <a:spcPts val="85"/>
              </a:spcBef>
            </a:pPr>
            <a:r>
              <a:rPr lang="zh-CN" altLang="en-US" sz="2400" dirty="0">
                <a:latin typeface="Cambria Math"/>
                <a:cs typeface="Cambria Math"/>
              </a:rPr>
              <a:t>总</a:t>
            </a:r>
            <a:endParaRPr lang="en-US" altLang="zh-CN" sz="2400" dirty="0">
              <a:latin typeface="Cambria Math"/>
              <a:cs typeface="Cambria Math"/>
            </a:endParaRPr>
          </a:p>
          <a:p>
            <a:pPr marL="12700" marR="5080" indent="83820">
              <a:lnSpc>
                <a:spcPct val="100400"/>
              </a:lnSpc>
              <a:spcBef>
                <a:spcPts val="85"/>
              </a:spcBef>
            </a:pPr>
            <a:r>
              <a:rPr lang="zh-CN" altLang="en-US" sz="2400" dirty="0">
                <a:latin typeface="Cambria Math"/>
                <a:cs typeface="Cambria Math"/>
              </a:rPr>
              <a:t>损失</a:t>
            </a:r>
            <a:endParaRPr sz="2400" dirty="0">
              <a:latin typeface="Cambria Math"/>
              <a:cs typeface="Cambria Math"/>
            </a:endParaRPr>
          </a:p>
        </p:txBody>
      </p:sp>
      <p:sp>
        <p:nvSpPr>
          <p:cNvPr id="5" name="object 6">
            <a:extLst>
              <a:ext uri="{FF2B5EF4-FFF2-40B4-BE49-F238E27FC236}">
                <a16:creationId xmlns:a16="http://schemas.microsoft.com/office/drawing/2014/main" id="{DE3C3676-865F-19ED-652C-40F205FC1AFE}"/>
              </a:ext>
            </a:extLst>
          </p:cNvPr>
          <p:cNvSpPr/>
          <p:nvPr/>
        </p:nvSpPr>
        <p:spPr>
          <a:xfrm>
            <a:off x="1855934" y="5844738"/>
            <a:ext cx="8281670" cy="114300"/>
          </a:xfrm>
          <a:custGeom>
            <a:avLst/>
            <a:gdLst/>
            <a:ahLst/>
            <a:cxnLst/>
            <a:rect l="l" t="t" r="r" b="b"/>
            <a:pathLst>
              <a:path w="8281670" h="114300">
                <a:moveTo>
                  <a:pt x="8166861" y="0"/>
                </a:moveTo>
                <a:lnTo>
                  <a:pt x="8166861" y="114299"/>
                </a:lnTo>
                <a:lnTo>
                  <a:pt x="8243061" y="76199"/>
                </a:lnTo>
                <a:lnTo>
                  <a:pt x="8185911" y="76199"/>
                </a:lnTo>
                <a:lnTo>
                  <a:pt x="8185911" y="38099"/>
                </a:lnTo>
                <a:lnTo>
                  <a:pt x="8243061" y="38099"/>
                </a:lnTo>
                <a:lnTo>
                  <a:pt x="8166861" y="0"/>
                </a:lnTo>
                <a:close/>
              </a:path>
              <a:path w="8281670" h="114300">
                <a:moveTo>
                  <a:pt x="8166861" y="38099"/>
                </a:moveTo>
                <a:lnTo>
                  <a:pt x="0" y="38099"/>
                </a:lnTo>
                <a:lnTo>
                  <a:pt x="0" y="76199"/>
                </a:lnTo>
                <a:lnTo>
                  <a:pt x="8166861" y="76199"/>
                </a:lnTo>
                <a:lnTo>
                  <a:pt x="8166861" y="38099"/>
                </a:lnTo>
                <a:close/>
              </a:path>
              <a:path w="8281670" h="114300">
                <a:moveTo>
                  <a:pt x="8243061" y="38099"/>
                </a:moveTo>
                <a:lnTo>
                  <a:pt x="8185911" y="38099"/>
                </a:lnTo>
                <a:lnTo>
                  <a:pt x="8185911" y="76199"/>
                </a:lnTo>
                <a:lnTo>
                  <a:pt x="8243061" y="76199"/>
                </a:lnTo>
                <a:lnTo>
                  <a:pt x="8281161" y="57149"/>
                </a:lnTo>
                <a:lnTo>
                  <a:pt x="8243061" y="38099"/>
                </a:lnTo>
                <a:close/>
              </a:path>
            </a:pathLst>
          </a:custGeom>
          <a:solidFill>
            <a:srgbClr val="000000"/>
          </a:solidFill>
        </p:spPr>
        <p:txBody>
          <a:bodyPr wrap="square" lIns="0" tIns="0" rIns="0" bIns="0" rtlCol="0"/>
          <a:lstStyle/>
          <a:p>
            <a:endParaRPr/>
          </a:p>
        </p:txBody>
      </p:sp>
      <p:sp>
        <p:nvSpPr>
          <p:cNvPr id="6" name="object 7">
            <a:extLst>
              <a:ext uri="{FF2B5EF4-FFF2-40B4-BE49-F238E27FC236}">
                <a16:creationId xmlns:a16="http://schemas.microsoft.com/office/drawing/2014/main" id="{FD7B414B-3300-0A60-9E6D-EF08FBD1387D}"/>
              </a:ext>
            </a:extLst>
          </p:cNvPr>
          <p:cNvSpPr txBox="1"/>
          <p:nvPr/>
        </p:nvSpPr>
        <p:spPr>
          <a:xfrm>
            <a:off x="9660088" y="5812226"/>
            <a:ext cx="242570" cy="415925"/>
          </a:xfrm>
          <a:prstGeom prst="rect">
            <a:avLst/>
          </a:prstGeom>
        </p:spPr>
        <p:txBody>
          <a:bodyPr vert="horz" wrap="square" lIns="0" tIns="13970" rIns="0" bIns="0" rtlCol="0">
            <a:spAutoFit/>
          </a:bodyPr>
          <a:lstStyle/>
          <a:p>
            <a:pPr marL="12700">
              <a:lnSpc>
                <a:spcPct val="100000"/>
              </a:lnSpc>
              <a:spcBef>
                <a:spcPts val="110"/>
              </a:spcBef>
            </a:pPr>
            <a:r>
              <a:rPr sz="2550" i="1" spc="0" dirty="0">
                <a:latin typeface="Times New Roman"/>
                <a:cs typeface="Times New Roman"/>
              </a:rPr>
              <a:t>w</a:t>
            </a:r>
            <a:endParaRPr sz="2550">
              <a:latin typeface="Times New Roman"/>
              <a:cs typeface="Times New Roman"/>
            </a:endParaRPr>
          </a:p>
        </p:txBody>
      </p:sp>
      <p:sp>
        <p:nvSpPr>
          <p:cNvPr id="7" name="object 8">
            <a:extLst>
              <a:ext uri="{FF2B5EF4-FFF2-40B4-BE49-F238E27FC236}">
                <a16:creationId xmlns:a16="http://schemas.microsoft.com/office/drawing/2014/main" id="{BAD2B19B-9C4D-9291-2C68-6A9925569117}"/>
              </a:ext>
            </a:extLst>
          </p:cNvPr>
          <p:cNvSpPr/>
          <p:nvPr/>
        </p:nvSpPr>
        <p:spPr>
          <a:xfrm>
            <a:off x="2580595" y="2347159"/>
            <a:ext cx="173990" cy="3877310"/>
          </a:xfrm>
          <a:custGeom>
            <a:avLst/>
            <a:gdLst/>
            <a:ahLst/>
            <a:cxnLst/>
            <a:rect l="l" t="t" r="r" b="b"/>
            <a:pathLst>
              <a:path w="173990" h="3877310">
                <a:moveTo>
                  <a:pt x="115824" y="144779"/>
                </a:moveTo>
                <a:lnTo>
                  <a:pt x="57912" y="144779"/>
                </a:lnTo>
                <a:lnTo>
                  <a:pt x="57912" y="3877170"/>
                </a:lnTo>
                <a:lnTo>
                  <a:pt x="115824" y="3877170"/>
                </a:lnTo>
                <a:lnTo>
                  <a:pt x="115824" y="144779"/>
                </a:lnTo>
                <a:close/>
              </a:path>
              <a:path w="173990" h="3877310">
                <a:moveTo>
                  <a:pt x="86868" y="0"/>
                </a:moveTo>
                <a:lnTo>
                  <a:pt x="0" y="173735"/>
                </a:lnTo>
                <a:lnTo>
                  <a:pt x="57912" y="173735"/>
                </a:lnTo>
                <a:lnTo>
                  <a:pt x="57912" y="144779"/>
                </a:lnTo>
                <a:lnTo>
                  <a:pt x="159258" y="144779"/>
                </a:lnTo>
                <a:lnTo>
                  <a:pt x="86868" y="0"/>
                </a:lnTo>
                <a:close/>
              </a:path>
              <a:path w="173990" h="3877310">
                <a:moveTo>
                  <a:pt x="159258" y="144779"/>
                </a:moveTo>
                <a:lnTo>
                  <a:pt x="115824" y="144779"/>
                </a:lnTo>
                <a:lnTo>
                  <a:pt x="115824" y="173735"/>
                </a:lnTo>
                <a:lnTo>
                  <a:pt x="173735" y="173735"/>
                </a:lnTo>
                <a:lnTo>
                  <a:pt x="159258" y="144779"/>
                </a:lnTo>
                <a:close/>
              </a:path>
            </a:pathLst>
          </a:custGeom>
          <a:solidFill>
            <a:srgbClr val="000000"/>
          </a:solidFill>
        </p:spPr>
        <p:txBody>
          <a:bodyPr wrap="square" lIns="0" tIns="0" rIns="0" bIns="0" rtlCol="0"/>
          <a:lstStyle/>
          <a:p>
            <a:endParaRPr/>
          </a:p>
        </p:txBody>
      </p:sp>
      <p:sp>
        <p:nvSpPr>
          <p:cNvPr id="8" name="object 9">
            <a:extLst>
              <a:ext uri="{FF2B5EF4-FFF2-40B4-BE49-F238E27FC236}">
                <a16:creationId xmlns:a16="http://schemas.microsoft.com/office/drawing/2014/main" id="{BF8D6AA0-C582-FFAC-A558-41B248D5D5DF}"/>
              </a:ext>
            </a:extLst>
          </p:cNvPr>
          <p:cNvSpPr/>
          <p:nvPr/>
        </p:nvSpPr>
        <p:spPr>
          <a:xfrm>
            <a:off x="2323040" y="2257242"/>
            <a:ext cx="6681470" cy="4209415"/>
          </a:xfrm>
          <a:custGeom>
            <a:avLst/>
            <a:gdLst/>
            <a:ahLst/>
            <a:cxnLst/>
            <a:rect l="l" t="t" r="r" b="b"/>
            <a:pathLst>
              <a:path w="6681470" h="4209415">
                <a:moveTo>
                  <a:pt x="0" y="0"/>
                </a:moveTo>
                <a:lnTo>
                  <a:pt x="11304" y="55642"/>
                </a:lnTo>
                <a:lnTo>
                  <a:pt x="23084" y="110995"/>
                </a:lnTo>
                <a:lnTo>
                  <a:pt x="35337" y="166048"/>
                </a:lnTo>
                <a:lnTo>
                  <a:pt x="48062" y="220789"/>
                </a:lnTo>
                <a:lnTo>
                  <a:pt x="61255" y="275206"/>
                </a:lnTo>
                <a:lnTo>
                  <a:pt x="74914" y="329288"/>
                </a:lnTo>
                <a:lnTo>
                  <a:pt x="89037" y="383022"/>
                </a:lnTo>
                <a:lnTo>
                  <a:pt x="103621" y="436397"/>
                </a:lnTo>
                <a:lnTo>
                  <a:pt x="118664" y="489402"/>
                </a:lnTo>
                <a:lnTo>
                  <a:pt x="134163" y="542025"/>
                </a:lnTo>
                <a:lnTo>
                  <a:pt x="150117" y="594253"/>
                </a:lnTo>
                <a:lnTo>
                  <a:pt x="166521" y="646076"/>
                </a:lnTo>
                <a:lnTo>
                  <a:pt x="183375" y="697482"/>
                </a:lnTo>
                <a:lnTo>
                  <a:pt x="200676" y="748459"/>
                </a:lnTo>
                <a:lnTo>
                  <a:pt x="218421" y="798995"/>
                </a:lnTo>
                <a:lnTo>
                  <a:pt x="236608" y="849079"/>
                </a:lnTo>
                <a:lnTo>
                  <a:pt x="255234" y="898699"/>
                </a:lnTo>
                <a:lnTo>
                  <a:pt x="274297" y="947843"/>
                </a:lnTo>
                <a:lnTo>
                  <a:pt x="293794" y="996499"/>
                </a:lnTo>
                <a:lnTo>
                  <a:pt x="313724" y="1044657"/>
                </a:lnTo>
                <a:lnTo>
                  <a:pt x="334083" y="1092304"/>
                </a:lnTo>
                <a:lnTo>
                  <a:pt x="354870" y="1139429"/>
                </a:lnTo>
                <a:lnTo>
                  <a:pt x="376081" y="1186019"/>
                </a:lnTo>
                <a:lnTo>
                  <a:pt x="397715" y="1232064"/>
                </a:lnTo>
                <a:lnTo>
                  <a:pt x="419768" y="1277552"/>
                </a:lnTo>
                <a:lnTo>
                  <a:pt x="442239" y="1322470"/>
                </a:lnTo>
                <a:lnTo>
                  <a:pt x="465125" y="1366807"/>
                </a:lnTo>
                <a:lnTo>
                  <a:pt x="488424" y="1410552"/>
                </a:lnTo>
                <a:lnTo>
                  <a:pt x="512133" y="1453693"/>
                </a:lnTo>
                <a:lnTo>
                  <a:pt x="536250" y="1496218"/>
                </a:lnTo>
                <a:lnTo>
                  <a:pt x="560772" y="1538116"/>
                </a:lnTo>
                <a:lnTo>
                  <a:pt x="585697" y="1579375"/>
                </a:lnTo>
                <a:lnTo>
                  <a:pt x="611022" y="1619982"/>
                </a:lnTo>
                <a:lnTo>
                  <a:pt x="636746" y="1659927"/>
                </a:lnTo>
                <a:lnTo>
                  <a:pt x="662865" y="1699198"/>
                </a:lnTo>
                <a:lnTo>
                  <a:pt x="689377" y="1737783"/>
                </a:lnTo>
                <a:lnTo>
                  <a:pt x="716280" y="1775670"/>
                </a:lnTo>
                <a:lnTo>
                  <a:pt x="743571" y="1812848"/>
                </a:lnTo>
                <a:lnTo>
                  <a:pt x="771248" y="1849306"/>
                </a:lnTo>
                <a:lnTo>
                  <a:pt x="799308" y="1885030"/>
                </a:lnTo>
                <a:lnTo>
                  <a:pt x="827750" y="1920011"/>
                </a:lnTo>
                <a:lnTo>
                  <a:pt x="856570" y="1954235"/>
                </a:lnTo>
                <a:lnTo>
                  <a:pt x="885766" y="1987692"/>
                </a:lnTo>
                <a:lnTo>
                  <a:pt x="915336" y="2020369"/>
                </a:lnTo>
                <a:lnTo>
                  <a:pt x="945277" y="2052256"/>
                </a:lnTo>
                <a:lnTo>
                  <a:pt x="975588" y="2083339"/>
                </a:lnTo>
                <a:lnTo>
                  <a:pt x="1006264" y="2113609"/>
                </a:lnTo>
                <a:lnTo>
                  <a:pt x="1037305" y="2143052"/>
                </a:lnTo>
                <a:lnTo>
                  <a:pt x="1068707" y="2171658"/>
                </a:lnTo>
                <a:lnTo>
                  <a:pt x="1100468" y="2199414"/>
                </a:lnTo>
                <a:lnTo>
                  <a:pt x="1132586" y="2226310"/>
                </a:lnTo>
                <a:lnTo>
                  <a:pt x="1168975" y="2255042"/>
                </a:lnTo>
                <a:lnTo>
                  <a:pt x="1206504" y="2282598"/>
                </a:lnTo>
                <a:lnTo>
                  <a:pt x="1245125" y="2309002"/>
                </a:lnTo>
                <a:lnTo>
                  <a:pt x="1284793" y="2334278"/>
                </a:lnTo>
                <a:lnTo>
                  <a:pt x="1325462" y="2358451"/>
                </a:lnTo>
                <a:lnTo>
                  <a:pt x="1367088" y="2381544"/>
                </a:lnTo>
                <a:lnTo>
                  <a:pt x="1409625" y="2403583"/>
                </a:lnTo>
                <a:lnTo>
                  <a:pt x="1453027" y="2424590"/>
                </a:lnTo>
                <a:lnTo>
                  <a:pt x="1497248" y="2444592"/>
                </a:lnTo>
                <a:lnTo>
                  <a:pt x="1542244" y="2463611"/>
                </a:lnTo>
                <a:lnTo>
                  <a:pt x="1587968" y="2481672"/>
                </a:lnTo>
                <a:lnTo>
                  <a:pt x="1634376" y="2498799"/>
                </a:lnTo>
                <a:lnTo>
                  <a:pt x="1681421" y="2515017"/>
                </a:lnTo>
                <a:lnTo>
                  <a:pt x="1729059" y="2530350"/>
                </a:lnTo>
                <a:lnTo>
                  <a:pt x="1777243" y="2544822"/>
                </a:lnTo>
                <a:lnTo>
                  <a:pt x="1825929" y="2558457"/>
                </a:lnTo>
                <a:lnTo>
                  <a:pt x="1875070" y="2571280"/>
                </a:lnTo>
                <a:lnTo>
                  <a:pt x="1924621" y="2583315"/>
                </a:lnTo>
                <a:lnTo>
                  <a:pt x="1974537" y="2594587"/>
                </a:lnTo>
                <a:lnTo>
                  <a:pt x="2024772" y="2605118"/>
                </a:lnTo>
                <a:lnTo>
                  <a:pt x="2075281" y="2614935"/>
                </a:lnTo>
                <a:lnTo>
                  <a:pt x="2126018" y="2624060"/>
                </a:lnTo>
                <a:lnTo>
                  <a:pt x="2176938" y="2632519"/>
                </a:lnTo>
                <a:lnTo>
                  <a:pt x="2227995" y="2640335"/>
                </a:lnTo>
                <a:lnTo>
                  <a:pt x="2279144" y="2647534"/>
                </a:lnTo>
                <a:lnTo>
                  <a:pt x="2330339" y="2654138"/>
                </a:lnTo>
                <a:lnTo>
                  <a:pt x="2381535" y="2660172"/>
                </a:lnTo>
                <a:lnTo>
                  <a:pt x="2432685" y="2665662"/>
                </a:lnTo>
                <a:lnTo>
                  <a:pt x="2483746" y="2670630"/>
                </a:lnTo>
                <a:lnTo>
                  <a:pt x="2534671" y="2675101"/>
                </a:lnTo>
                <a:lnTo>
                  <a:pt x="2585414" y="2679100"/>
                </a:lnTo>
                <a:lnTo>
                  <a:pt x="2635931" y="2682650"/>
                </a:lnTo>
                <a:lnTo>
                  <a:pt x="2686175" y="2685777"/>
                </a:lnTo>
                <a:lnTo>
                  <a:pt x="2736102" y="2688504"/>
                </a:lnTo>
                <a:lnTo>
                  <a:pt x="2785665" y="2690855"/>
                </a:lnTo>
                <a:lnTo>
                  <a:pt x="2834820" y="2692855"/>
                </a:lnTo>
                <a:lnTo>
                  <a:pt x="2883520" y="2694528"/>
                </a:lnTo>
                <a:lnTo>
                  <a:pt x="2931720" y="2695898"/>
                </a:lnTo>
                <a:lnTo>
                  <a:pt x="2979376" y="2696990"/>
                </a:lnTo>
                <a:lnTo>
                  <a:pt x="3026440" y="2697828"/>
                </a:lnTo>
                <a:lnTo>
                  <a:pt x="3072868" y="2698436"/>
                </a:lnTo>
                <a:lnTo>
                  <a:pt x="3118614" y="2698838"/>
                </a:lnTo>
                <a:lnTo>
                  <a:pt x="3163633" y="2699059"/>
                </a:lnTo>
                <a:lnTo>
                  <a:pt x="3207879" y="2699123"/>
                </a:lnTo>
                <a:lnTo>
                  <a:pt x="3251307" y="2699054"/>
                </a:lnTo>
                <a:lnTo>
                  <a:pt x="3293872" y="2698877"/>
                </a:lnTo>
                <a:lnTo>
                  <a:pt x="3342309" y="2700105"/>
                </a:lnTo>
                <a:lnTo>
                  <a:pt x="3390715" y="2704222"/>
                </a:lnTo>
                <a:lnTo>
                  <a:pt x="3439063" y="2711078"/>
                </a:lnTo>
                <a:lnTo>
                  <a:pt x="3487324" y="2720522"/>
                </a:lnTo>
                <a:lnTo>
                  <a:pt x="3535473" y="2732403"/>
                </a:lnTo>
                <a:lnTo>
                  <a:pt x="3583482" y="2746570"/>
                </a:lnTo>
                <a:lnTo>
                  <a:pt x="3631324" y="2762872"/>
                </a:lnTo>
                <a:lnTo>
                  <a:pt x="3678971" y="2781159"/>
                </a:lnTo>
                <a:lnTo>
                  <a:pt x="3726397" y="2801280"/>
                </a:lnTo>
                <a:lnTo>
                  <a:pt x="3773574" y="2823083"/>
                </a:lnTo>
                <a:lnTo>
                  <a:pt x="3820476" y="2846420"/>
                </a:lnTo>
                <a:lnTo>
                  <a:pt x="3867075" y="2871137"/>
                </a:lnTo>
                <a:lnTo>
                  <a:pt x="3913343" y="2897085"/>
                </a:lnTo>
                <a:lnTo>
                  <a:pt x="3959255" y="2924113"/>
                </a:lnTo>
                <a:lnTo>
                  <a:pt x="4004782" y="2952070"/>
                </a:lnTo>
                <a:lnTo>
                  <a:pt x="4049897" y="2980806"/>
                </a:lnTo>
                <a:lnTo>
                  <a:pt x="4094574" y="3010169"/>
                </a:lnTo>
                <a:lnTo>
                  <a:pt x="4138786" y="3040009"/>
                </a:lnTo>
                <a:lnTo>
                  <a:pt x="4182504" y="3070175"/>
                </a:lnTo>
                <a:lnTo>
                  <a:pt x="4225702" y="3100516"/>
                </a:lnTo>
                <a:lnTo>
                  <a:pt x="4268353" y="3130881"/>
                </a:lnTo>
                <a:lnTo>
                  <a:pt x="4310430" y="3161120"/>
                </a:lnTo>
                <a:lnTo>
                  <a:pt x="4351905" y="3191082"/>
                </a:lnTo>
                <a:lnTo>
                  <a:pt x="4392752" y="3220616"/>
                </a:lnTo>
                <a:lnTo>
                  <a:pt x="4432942" y="3249571"/>
                </a:lnTo>
                <a:lnTo>
                  <a:pt x="4472450" y="3277797"/>
                </a:lnTo>
                <a:lnTo>
                  <a:pt x="4511248" y="3305142"/>
                </a:lnTo>
                <a:lnTo>
                  <a:pt x="4549308" y="3331456"/>
                </a:lnTo>
                <a:lnTo>
                  <a:pt x="4586605" y="3356589"/>
                </a:lnTo>
                <a:lnTo>
                  <a:pt x="4623109" y="3380388"/>
                </a:lnTo>
                <a:lnTo>
                  <a:pt x="4658795" y="3402705"/>
                </a:lnTo>
                <a:lnTo>
                  <a:pt x="4693635" y="3423387"/>
                </a:lnTo>
                <a:lnTo>
                  <a:pt x="4727602" y="3442284"/>
                </a:lnTo>
                <a:lnTo>
                  <a:pt x="4792809" y="3474120"/>
                </a:lnTo>
                <a:lnTo>
                  <a:pt x="4854198" y="3497007"/>
                </a:lnTo>
                <a:lnTo>
                  <a:pt x="4911552" y="3509738"/>
                </a:lnTo>
                <a:lnTo>
                  <a:pt x="4938649" y="3511918"/>
                </a:lnTo>
                <a:lnTo>
                  <a:pt x="4982820" y="3509893"/>
                </a:lnTo>
                <a:lnTo>
                  <a:pt x="5023134" y="3501676"/>
                </a:lnTo>
                <a:lnTo>
                  <a:pt x="5059838" y="3487750"/>
                </a:lnTo>
                <a:lnTo>
                  <a:pt x="5093181" y="3468600"/>
                </a:lnTo>
                <a:lnTo>
                  <a:pt x="5123411" y="3444710"/>
                </a:lnTo>
                <a:lnTo>
                  <a:pt x="5150777" y="3416562"/>
                </a:lnTo>
                <a:lnTo>
                  <a:pt x="5175527" y="3384642"/>
                </a:lnTo>
                <a:lnTo>
                  <a:pt x="5197910" y="3349433"/>
                </a:lnTo>
                <a:lnTo>
                  <a:pt x="5218174" y="3311419"/>
                </a:lnTo>
                <a:lnTo>
                  <a:pt x="5236568" y="3271083"/>
                </a:lnTo>
                <a:lnTo>
                  <a:pt x="5253341" y="3228910"/>
                </a:lnTo>
                <a:lnTo>
                  <a:pt x="5268740" y="3185384"/>
                </a:lnTo>
                <a:lnTo>
                  <a:pt x="5283015" y="3140988"/>
                </a:lnTo>
                <a:lnTo>
                  <a:pt x="5296414" y="3096206"/>
                </a:lnTo>
                <a:lnTo>
                  <a:pt x="5309185" y="3051522"/>
                </a:lnTo>
                <a:lnTo>
                  <a:pt x="5321577" y="3007420"/>
                </a:lnTo>
                <a:lnTo>
                  <a:pt x="5333838" y="2964384"/>
                </a:lnTo>
                <a:lnTo>
                  <a:pt x="5346218" y="2922897"/>
                </a:lnTo>
                <a:lnTo>
                  <a:pt x="5358964" y="2883444"/>
                </a:lnTo>
                <a:lnTo>
                  <a:pt x="5372324" y="2846509"/>
                </a:lnTo>
                <a:lnTo>
                  <a:pt x="5401885" y="2782126"/>
                </a:lnTo>
                <a:lnTo>
                  <a:pt x="5440947" y="2720822"/>
                </a:lnTo>
                <a:lnTo>
                  <a:pt x="5461045" y="2682881"/>
                </a:lnTo>
                <a:lnTo>
                  <a:pt x="5479246" y="2642783"/>
                </a:lnTo>
                <a:lnTo>
                  <a:pt x="5495920" y="2601486"/>
                </a:lnTo>
                <a:lnTo>
                  <a:pt x="5511436" y="2559950"/>
                </a:lnTo>
                <a:lnTo>
                  <a:pt x="5526164" y="2519135"/>
                </a:lnTo>
                <a:lnTo>
                  <a:pt x="5540475" y="2479998"/>
                </a:lnTo>
                <a:lnTo>
                  <a:pt x="5554736" y="2443500"/>
                </a:lnTo>
                <a:lnTo>
                  <a:pt x="5584593" y="2382258"/>
                </a:lnTo>
                <a:lnTo>
                  <a:pt x="5618694" y="2343082"/>
                </a:lnTo>
                <a:lnTo>
                  <a:pt x="5659996" y="2333647"/>
                </a:lnTo>
                <a:lnTo>
                  <a:pt x="5684273" y="2342480"/>
                </a:lnTo>
                <a:lnTo>
                  <a:pt x="5741924" y="2392045"/>
                </a:lnTo>
                <a:lnTo>
                  <a:pt x="5775589" y="2435851"/>
                </a:lnTo>
                <a:lnTo>
                  <a:pt x="5813579" y="2495285"/>
                </a:lnTo>
                <a:lnTo>
                  <a:pt x="5834010" y="2530266"/>
                </a:lnTo>
                <a:lnTo>
                  <a:pt x="5855301" y="2568440"/>
                </a:lnTo>
                <a:lnTo>
                  <a:pt x="5877377" y="2609567"/>
                </a:lnTo>
                <a:lnTo>
                  <a:pt x="5900164" y="2653409"/>
                </a:lnTo>
                <a:lnTo>
                  <a:pt x="5923590" y="2699728"/>
                </a:lnTo>
                <a:lnTo>
                  <a:pt x="5947579" y="2748286"/>
                </a:lnTo>
                <a:lnTo>
                  <a:pt x="5972059" y="2798844"/>
                </a:lnTo>
                <a:lnTo>
                  <a:pt x="5996954" y="2851165"/>
                </a:lnTo>
                <a:lnTo>
                  <a:pt x="6022192" y="2905009"/>
                </a:lnTo>
                <a:lnTo>
                  <a:pt x="6047699" y="2960138"/>
                </a:lnTo>
                <a:lnTo>
                  <a:pt x="6073400" y="3016314"/>
                </a:lnTo>
                <a:lnTo>
                  <a:pt x="6099222" y="3073299"/>
                </a:lnTo>
                <a:lnTo>
                  <a:pt x="6125091" y="3130854"/>
                </a:lnTo>
                <a:lnTo>
                  <a:pt x="6150934" y="3188741"/>
                </a:lnTo>
                <a:lnTo>
                  <a:pt x="6176675" y="3246722"/>
                </a:lnTo>
                <a:lnTo>
                  <a:pt x="6202243" y="3304558"/>
                </a:lnTo>
                <a:lnTo>
                  <a:pt x="6227561" y="3362011"/>
                </a:lnTo>
                <a:lnTo>
                  <a:pt x="6252558" y="3418843"/>
                </a:lnTo>
                <a:lnTo>
                  <a:pt x="6277158" y="3474815"/>
                </a:lnTo>
                <a:lnTo>
                  <a:pt x="6301289" y="3529689"/>
                </a:lnTo>
                <a:lnTo>
                  <a:pt x="6324876" y="3583227"/>
                </a:lnTo>
                <a:lnTo>
                  <a:pt x="6347845" y="3635190"/>
                </a:lnTo>
                <a:lnTo>
                  <a:pt x="6370123" y="3685340"/>
                </a:lnTo>
                <a:lnTo>
                  <a:pt x="6391635" y="3733439"/>
                </a:lnTo>
                <a:lnTo>
                  <a:pt x="6412309" y="3779249"/>
                </a:lnTo>
                <a:lnTo>
                  <a:pt x="6432069" y="3822530"/>
                </a:lnTo>
                <a:lnTo>
                  <a:pt x="6450842" y="3863045"/>
                </a:lnTo>
                <a:lnTo>
                  <a:pt x="6468555" y="3900556"/>
                </a:lnTo>
                <a:lnTo>
                  <a:pt x="6500504" y="3965610"/>
                </a:lnTo>
                <a:lnTo>
                  <a:pt x="6561347" y="4077532"/>
                </a:lnTo>
                <a:lnTo>
                  <a:pt x="6598135" y="4138646"/>
                </a:lnTo>
                <a:lnTo>
                  <a:pt x="6626201" y="4178986"/>
                </a:lnTo>
                <a:lnTo>
                  <a:pt x="6661152" y="4209217"/>
                </a:lnTo>
                <a:lnTo>
                  <a:pt x="6670529" y="4205044"/>
                </a:lnTo>
                <a:lnTo>
                  <a:pt x="6676168" y="4191968"/>
                </a:lnTo>
                <a:lnTo>
                  <a:pt x="6679315" y="4172958"/>
                </a:lnTo>
                <a:lnTo>
                  <a:pt x="6681216" y="4150982"/>
                </a:lnTo>
              </a:path>
            </a:pathLst>
          </a:custGeom>
          <a:ln w="64008">
            <a:solidFill>
              <a:srgbClr val="7E5F00"/>
            </a:solidFill>
          </a:ln>
        </p:spPr>
        <p:txBody>
          <a:bodyPr wrap="square" lIns="0" tIns="0" rIns="0" bIns="0" rtlCol="0"/>
          <a:lstStyle/>
          <a:p>
            <a:endParaRPr/>
          </a:p>
        </p:txBody>
      </p:sp>
      <p:sp>
        <p:nvSpPr>
          <p:cNvPr id="9" name="object 10">
            <a:extLst>
              <a:ext uri="{FF2B5EF4-FFF2-40B4-BE49-F238E27FC236}">
                <a16:creationId xmlns:a16="http://schemas.microsoft.com/office/drawing/2014/main" id="{90086B32-66E0-3A40-283D-3F26D8E60D5A}"/>
              </a:ext>
            </a:extLst>
          </p:cNvPr>
          <p:cNvSpPr/>
          <p:nvPr/>
        </p:nvSpPr>
        <p:spPr>
          <a:xfrm>
            <a:off x="8989015" y="4594689"/>
            <a:ext cx="1483360" cy="1875155"/>
          </a:xfrm>
          <a:custGeom>
            <a:avLst/>
            <a:gdLst/>
            <a:ahLst/>
            <a:cxnLst/>
            <a:rect l="l" t="t" r="r" b="b"/>
            <a:pathLst>
              <a:path w="1483359" h="1875154">
                <a:moveTo>
                  <a:pt x="1482852" y="1014506"/>
                </a:moveTo>
                <a:lnTo>
                  <a:pt x="1463041" y="977358"/>
                </a:lnTo>
                <a:lnTo>
                  <a:pt x="1444647" y="937039"/>
                </a:lnTo>
                <a:lnTo>
                  <a:pt x="1427874" y="894883"/>
                </a:lnTo>
                <a:lnTo>
                  <a:pt x="1412475" y="851374"/>
                </a:lnTo>
                <a:lnTo>
                  <a:pt x="1398200" y="806994"/>
                </a:lnTo>
                <a:lnTo>
                  <a:pt x="1384801" y="762229"/>
                </a:lnTo>
                <a:lnTo>
                  <a:pt x="1372030" y="717560"/>
                </a:lnTo>
                <a:lnTo>
                  <a:pt x="1359638" y="673473"/>
                </a:lnTo>
                <a:lnTo>
                  <a:pt x="1347377" y="630451"/>
                </a:lnTo>
                <a:lnTo>
                  <a:pt x="1334997" y="588976"/>
                </a:lnTo>
                <a:lnTo>
                  <a:pt x="1322251" y="549534"/>
                </a:lnTo>
                <a:lnTo>
                  <a:pt x="1308891" y="512607"/>
                </a:lnTo>
                <a:lnTo>
                  <a:pt x="1279330" y="448234"/>
                </a:lnTo>
                <a:lnTo>
                  <a:pt x="1240268" y="386954"/>
                </a:lnTo>
                <a:lnTo>
                  <a:pt x="1220170" y="349036"/>
                </a:lnTo>
                <a:lnTo>
                  <a:pt x="1201969" y="308959"/>
                </a:lnTo>
                <a:lnTo>
                  <a:pt x="1185295" y="267684"/>
                </a:lnTo>
                <a:lnTo>
                  <a:pt x="1169779" y="226169"/>
                </a:lnTo>
                <a:lnTo>
                  <a:pt x="1155051" y="185373"/>
                </a:lnTo>
                <a:lnTo>
                  <a:pt x="1140740" y="146256"/>
                </a:lnTo>
                <a:lnTo>
                  <a:pt x="1126479" y="109776"/>
                </a:lnTo>
                <a:lnTo>
                  <a:pt x="1096622" y="48566"/>
                </a:lnTo>
                <a:lnTo>
                  <a:pt x="1062521" y="9416"/>
                </a:lnTo>
                <a:lnTo>
                  <a:pt x="1021219" y="0"/>
                </a:lnTo>
                <a:lnTo>
                  <a:pt x="996942" y="8839"/>
                </a:lnTo>
                <a:lnTo>
                  <a:pt x="939292" y="58408"/>
                </a:lnTo>
                <a:lnTo>
                  <a:pt x="905626" y="102170"/>
                </a:lnTo>
                <a:lnTo>
                  <a:pt x="867636" y="161559"/>
                </a:lnTo>
                <a:lnTo>
                  <a:pt x="847205" y="196518"/>
                </a:lnTo>
                <a:lnTo>
                  <a:pt x="825914" y="234669"/>
                </a:lnTo>
                <a:lnTo>
                  <a:pt x="803838" y="275773"/>
                </a:lnTo>
                <a:lnTo>
                  <a:pt x="781051" y="319592"/>
                </a:lnTo>
                <a:lnTo>
                  <a:pt x="757625" y="365888"/>
                </a:lnTo>
                <a:lnTo>
                  <a:pt x="733636" y="414423"/>
                </a:lnTo>
                <a:lnTo>
                  <a:pt x="709156" y="464958"/>
                </a:lnTo>
                <a:lnTo>
                  <a:pt x="684261" y="517256"/>
                </a:lnTo>
                <a:lnTo>
                  <a:pt x="659023" y="571077"/>
                </a:lnTo>
                <a:lnTo>
                  <a:pt x="633516" y="626183"/>
                </a:lnTo>
                <a:lnTo>
                  <a:pt x="607815" y="682337"/>
                </a:lnTo>
                <a:lnTo>
                  <a:pt x="581993" y="739300"/>
                </a:lnTo>
                <a:lnTo>
                  <a:pt x="556124" y="796833"/>
                </a:lnTo>
                <a:lnTo>
                  <a:pt x="530281" y="854699"/>
                </a:lnTo>
                <a:lnTo>
                  <a:pt x="504540" y="912658"/>
                </a:lnTo>
                <a:lnTo>
                  <a:pt x="478972" y="970474"/>
                </a:lnTo>
                <a:lnTo>
                  <a:pt x="453654" y="1027906"/>
                </a:lnTo>
                <a:lnTo>
                  <a:pt x="428657" y="1084718"/>
                </a:lnTo>
                <a:lnTo>
                  <a:pt x="404057" y="1140671"/>
                </a:lnTo>
                <a:lnTo>
                  <a:pt x="379926" y="1195527"/>
                </a:lnTo>
                <a:lnTo>
                  <a:pt x="356339" y="1249046"/>
                </a:lnTo>
                <a:lnTo>
                  <a:pt x="333370" y="1300992"/>
                </a:lnTo>
                <a:lnTo>
                  <a:pt x="311092" y="1351125"/>
                </a:lnTo>
                <a:lnTo>
                  <a:pt x="289580" y="1399208"/>
                </a:lnTo>
                <a:lnTo>
                  <a:pt x="268906" y="1445002"/>
                </a:lnTo>
                <a:lnTo>
                  <a:pt x="249146" y="1488269"/>
                </a:lnTo>
                <a:lnTo>
                  <a:pt x="230373" y="1528770"/>
                </a:lnTo>
                <a:lnTo>
                  <a:pt x="212660" y="1566267"/>
                </a:lnTo>
                <a:lnTo>
                  <a:pt x="180711" y="1631298"/>
                </a:lnTo>
                <a:lnTo>
                  <a:pt x="119868" y="1743180"/>
                </a:lnTo>
                <a:lnTo>
                  <a:pt x="83080" y="1804273"/>
                </a:lnTo>
                <a:lnTo>
                  <a:pt x="55014" y="1844599"/>
                </a:lnTo>
                <a:lnTo>
                  <a:pt x="20063" y="1874819"/>
                </a:lnTo>
                <a:lnTo>
                  <a:pt x="10686" y="1870647"/>
                </a:lnTo>
                <a:lnTo>
                  <a:pt x="5047" y="1857574"/>
                </a:lnTo>
                <a:lnTo>
                  <a:pt x="1900" y="1838568"/>
                </a:lnTo>
                <a:lnTo>
                  <a:pt x="0" y="1816596"/>
                </a:lnTo>
              </a:path>
            </a:pathLst>
          </a:custGeom>
          <a:ln w="64007">
            <a:solidFill>
              <a:srgbClr val="7E5F00"/>
            </a:solidFill>
          </a:ln>
        </p:spPr>
        <p:txBody>
          <a:bodyPr wrap="square" lIns="0" tIns="0" rIns="0" bIns="0" rtlCol="0"/>
          <a:lstStyle/>
          <a:p>
            <a:endParaRPr/>
          </a:p>
        </p:txBody>
      </p:sp>
      <p:sp>
        <p:nvSpPr>
          <p:cNvPr id="10" name="object 11">
            <a:extLst>
              <a:ext uri="{FF2B5EF4-FFF2-40B4-BE49-F238E27FC236}">
                <a16:creationId xmlns:a16="http://schemas.microsoft.com/office/drawing/2014/main" id="{75F029EB-64E8-B771-96ED-E7D956556E17}"/>
              </a:ext>
            </a:extLst>
          </p:cNvPr>
          <p:cNvSpPr/>
          <p:nvPr/>
        </p:nvSpPr>
        <p:spPr>
          <a:xfrm>
            <a:off x="3222200" y="5741106"/>
            <a:ext cx="192024" cy="192024"/>
          </a:xfrm>
          <a:prstGeom prst="rect">
            <a:avLst/>
          </a:prstGeom>
          <a:blipFill>
            <a:blip r:embed="rId2" cstate="print"/>
            <a:stretch>
              <a:fillRect/>
            </a:stretch>
          </a:blipFill>
        </p:spPr>
        <p:txBody>
          <a:bodyPr wrap="square" lIns="0" tIns="0" rIns="0" bIns="0" rtlCol="0"/>
          <a:lstStyle/>
          <a:p>
            <a:endParaRPr/>
          </a:p>
        </p:txBody>
      </p:sp>
      <p:sp>
        <p:nvSpPr>
          <p:cNvPr id="11" name="object 12">
            <a:extLst>
              <a:ext uri="{FF2B5EF4-FFF2-40B4-BE49-F238E27FC236}">
                <a16:creationId xmlns:a16="http://schemas.microsoft.com/office/drawing/2014/main" id="{97732B06-FA48-6F81-C988-0BAFC4164664}"/>
              </a:ext>
            </a:extLst>
          </p:cNvPr>
          <p:cNvSpPr/>
          <p:nvPr/>
        </p:nvSpPr>
        <p:spPr>
          <a:xfrm>
            <a:off x="3299923" y="4355791"/>
            <a:ext cx="0" cy="1471930"/>
          </a:xfrm>
          <a:custGeom>
            <a:avLst/>
            <a:gdLst/>
            <a:ahLst/>
            <a:cxnLst/>
            <a:rect l="l" t="t" r="r" b="b"/>
            <a:pathLst>
              <a:path h="1471929">
                <a:moveTo>
                  <a:pt x="0" y="0"/>
                </a:moveTo>
                <a:lnTo>
                  <a:pt x="0" y="1471879"/>
                </a:lnTo>
              </a:path>
            </a:pathLst>
          </a:custGeom>
          <a:ln w="57912">
            <a:solidFill>
              <a:srgbClr val="767070"/>
            </a:solidFill>
            <a:prstDash val="dash"/>
          </a:ln>
        </p:spPr>
        <p:txBody>
          <a:bodyPr wrap="square" lIns="0" tIns="0" rIns="0" bIns="0" rtlCol="0"/>
          <a:lstStyle/>
          <a:p>
            <a:endParaRPr/>
          </a:p>
        </p:txBody>
      </p:sp>
      <p:sp>
        <p:nvSpPr>
          <p:cNvPr id="12" name="object 13">
            <a:extLst>
              <a:ext uri="{FF2B5EF4-FFF2-40B4-BE49-F238E27FC236}">
                <a16:creationId xmlns:a16="http://schemas.microsoft.com/office/drawing/2014/main" id="{CF8713C6-6FB9-FF68-7F96-A2C00719DE32}"/>
              </a:ext>
            </a:extLst>
          </p:cNvPr>
          <p:cNvSpPr/>
          <p:nvPr/>
        </p:nvSpPr>
        <p:spPr>
          <a:xfrm>
            <a:off x="2600407" y="3726379"/>
            <a:ext cx="1591310" cy="1508125"/>
          </a:xfrm>
          <a:custGeom>
            <a:avLst/>
            <a:gdLst/>
            <a:ahLst/>
            <a:cxnLst/>
            <a:rect l="l" t="t" r="r" b="b"/>
            <a:pathLst>
              <a:path w="1591310" h="1508125">
                <a:moveTo>
                  <a:pt x="0" y="0"/>
                </a:moveTo>
                <a:lnTo>
                  <a:pt x="1591310" y="1507998"/>
                </a:lnTo>
              </a:path>
            </a:pathLst>
          </a:custGeom>
          <a:ln w="57912">
            <a:solidFill>
              <a:srgbClr val="0000FF"/>
            </a:solidFill>
            <a:prstDash val="dash"/>
          </a:ln>
        </p:spPr>
        <p:txBody>
          <a:bodyPr wrap="square" lIns="0" tIns="0" rIns="0" bIns="0" rtlCol="0"/>
          <a:lstStyle/>
          <a:p>
            <a:endParaRPr/>
          </a:p>
        </p:txBody>
      </p:sp>
      <p:sp>
        <p:nvSpPr>
          <p:cNvPr id="13" name="object 14">
            <a:extLst>
              <a:ext uri="{FF2B5EF4-FFF2-40B4-BE49-F238E27FC236}">
                <a16:creationId xmlns:a16="http://schemas.microsoft.com/office/drawing/2014/main" id="{337B49B8-32D2-84E5-2F9C-2CD4A74E42CC}"/>
              </a:ext>
            </a:extLst>
          </p:cNvPr>
          <p:cNvSpPr/>
          <p:nvPr/>
        </p:nvSpPr>
        <p:spPr>
          <a:xfrm>
            <a:off x="4863547" y="5792923"/>
            <a:ext cx="192024" cy="192023"/>
          </a:xfrm>
          <a:prstGeom prst="rect">
            <a:avLst/>
          </a:prstGeom>
          <a:blipFill>
            <a:blip r:embed="rId3" cstate="print"/>
            <a:stretch>
              <a:fillRect/>
            </a:stretch>
          </a:blipFill>
        </p:spPr>
        <p:txBody>
          <a:bodyPr wrap="square" lIns="0" tIns="0" rIns="0" bIns="0" rtlCol="0"/>
          <a:lstStyle/>
          <a:p>
            <a:endParaRPr/>
          </a:p>
        </p:txBody>
      </p:sp>
      <p:sp>
        <p:nvSpPr>
          <p:cNvPr id="14" name="object 15">
            <a:extLst>
              <a:ext uri="{FF2B5EF4-FFF2-40B4-BE49-F238E27FC236}">
                <a16:creationId xmlns:a16="http://schemas.microsoft.com/office/drawing/2014/main" id="{78A90DD6-9259-F9BB-3474-773E2ED73013}"/>
              </a:ext>
            </a:extLst>
          </p:cNvPr>
          <p:cNvSpPr/>
          <p:nvPr/>
        </p:nvSpPr>
        <p:spPr>
          <a:xfrm>
            <a:off x="3300685" y="5490409"/>
            <a:ext cx="1663064" cy="312420"/>
          </a:xfrm>
          <a:custGeom>
            <a:avLst/>
            <a:gdLst/>
            <a:ahLst/>
            <a:cxnLst/>
            <a:rect l="l" t="t" r="r" b="b"/>
            <a:pathLst>
              <a:path w="1663064" h="312420">
                <a:moveTo>
                  <a:pt x="0" y="312419"/>
                </a:moveTo>
                <a:lnTo>
                  <a:pt x="21118" y="257913"/>
                </a:lnTo>
                <a:lnTo>
                  <a:pt x="79390" y="211776"/>
                </a:lnTo>
                <a:lnTo>
                  <a:pt x="120075" y="192949"/>
                </a:lnTo>
                <a:lnTo>
                  <a:pt x="167188" y="177537"/>
                </a:lnTo>
                <a:lnTo>
                  <a:pt x="219776" y="165983"/>
                </a:lnTo>
                <a:lnTo>
                  <a:pt x="276887" y="158726"/>
                </a:lnTo>
                <a:lnTo>
                  <a:pt x="337565" y="156209"/>
                </a:lnTo>
                <a:lnTo>
                  <a:pt x="493775" y="156209"/>
                </a:lnTo>
                <a:lnTo>
                  <a:pt x="554454" y="153693"/>
                </a:lnTo>
                <a:lnTo>
                  <a:pt x="611565" y="146436"/>
                </a:lnTo>
                <a:lnTo>
                  <a:pt x="664153" y="134882"/>
                </a:lnTo>
                <a:lnTo>
                  <a:pt x="711266" y="119470"/>
                </a:lnTo>
                <a:lnTo>
                  <a:pt x="751951" y="100643"/>
                </a:lnTo>
                <a:lnTo>
                  <a:pt x="785255" y="78841"/>
                </a:lnTo>
                <a:lnTo>
                  <a:pt x="825903" y="28078"/>
                </a:lnTo>
                <a:lnTo>
                  <a:pt x="831342" y="0"/>
                </a:lnTo>
                <a:lnTo>
                  <a:pt x="836780" y="28078"/>
                </a:lnTo>
                <a:lnTo>
                  <a:pt x="877428" y="78841"/>
                </a:lnTo>
                <a:lnTo>
                  <a:pt x="910732" y="100643"/>
                </a:lnTo>
                <a:lnTo>
                  <a:pt x="951417" y="119470"/>
                </a:lnTo>
                <a:lnTo>
                  <a:pt x="998530" y="134882"/>
                </a:lnTo>
                <a:lnTo>
                  <a:pt x="1051118" y="146436"/>
                </a:lnTo>
                <a:lnTo>
                  <a:pt x="1108229" y="153693"/>
                </a:lnTo>
                <a:lnTo>
                  <a:pt x="1168908" y="156209"/>
                </a:lnTo>
                <a:lnTo>
                  <a:pt x="1325118" y="156209"/>
                </a:lnTo>
                <a:lnTo>
                  <a:pt x="1385796" y="158726"/>
                </a:lnTo>
                <a:lnTo>
                  <a:pt x="1442907" y="165983"/>
                </a:lnTo>
                <a:lnTo>
                  <a:pt x="1495495" y="177537"/>
                </a:lnTo>
                <a:lnTo>
                  <a:pt x="1542608" y="192949"/>
                </a:lnTo>
                <a:lnTo>
                  <a:pt x="1583293" y="211776"/>
                </a:lnTo>
                <a:lnTo>
                  <a:pt x="1616597" y="233578"/>
                </a:lnTo>
                <a:lnTo>
                  <a:pt x="1657245" y="284341"/>
                </a:lnTo>
                <a:lnTo>
                  <a:pt x="1662683" y="312419"/>
                </a:lnTo>
              </a:path>
            </a:pathLst>
          </a:custGeom>
          <a:ln w="28956">
            <a:solidFill>
              <a:srgbClr val="FF0000"/>
            </a:solidFill>
          </a:ln>
        </p:spPr>
        <p:txBody>
          <a:bodyPr wrap="square" lIns="0" tIns="0" rIns="0" bIns="0" rtlCol="0"/>
          <a:lstStyle/>
          <a:p>
            <a:endParaRPr/>
          </a:p>
        </p:txBody>
      </p:sp>
      <p:sp>
        <p:nvSpPr>
          <p:cNvPr id="15" name="object 16">
            <a:extLst>
              <a:ext uri="{FF2B5EF4-FFF2-40B4-BE49-F238E27FC236}">
                <a16:creationId xmlns:a16="http://schemas.microsoft.com/office/drawing/2014/main" id="{DCDCA5D6-4D7B-61CF-1970-33F1ACDD599B}"/>
              </a:ext>
            </a:extLst>
          </p:cNvPr>
          <p:cNvSpPr/>
          <p:nvPr/>
        </p:nvSpPr>
        <p:spPr>
          <a:xfrm>
            <a:off x="4962608" y="4893762"/>
            <a:ext cx="0" cy="977265"/>
          </a:xfrm>
          <a:custGeom>
            <a:avLst/>
            <a:gdLst/>
            <a:ahLst/>
            <a:cxnLst/>
            <a:rect l="l" t="t" r="r" b="b"/>
            <a:pathLst>
              <a:path h="977264">
                <a:moveTo>
                  <a:pt x="0" y="0"/>
                </a:moveTo>
                <a:lnTo>
                  <a:pt x="0" y="976668"/>
                </a:lnTo>
              </a:path>
            </a:pathLst>
          </a:custGeom>
          <a:ln w="57912">
            <a:solidFill>
              <a:srgbClr val="767070"/>
            </a:solidFill>
            <a:prstDash val="dash"/>
          </a:ln>
        </p:spPr>
        <p:txBody>
          <a:bodyPr wrap="square" lIns="0" tIns="0" rIns="0" bIns="0" rtlCol="0"/>
          <a:lstStyle/>
          <a:p>
            <a:endParaRPr/>
          </a:p>
        </p:txBody>
      </p:sp>
      <p:sp>
        <p:nvSpPr>
          <p:cNvPr id="16" name="object 17">
            <a:extLst>
              <a:ext uri="{FF2B5EF4-FFF2-40B4-BE49-F238E27FC236}">
                <a16:creationId xmlns:a16="http://schemas.microsoft.com/office/drawing/2014/main" id="{4FB3E08E-4D8A-3181-755A-DA793473FF26}"/>
              </a:ext>
            </a:extLst>
          </p:cNvPr>
          <p:cNvSpPr txBox="1"/>
          <p:nvPr/>
        </p:nvSpPr>
        <p:spPr>
          <a:xfrm>
            <a:off x="4138123" y="2825694"/>
            <a:ext cx="4151629" cy="843180"/>
          </a:xfrm>
          <a:prstGeom prst="rect">
            <a:avLst/>
          </a:prstGeom>
          <a:ln w="57911">
            <a:solidFill>
              <a:srgbClr val="0000FF"/>
            </a:solidFill>
          </a:ln>
        </p:spPr>
        <p:txBody>
          <a:bodyPr vert="horz" wrap="square" lIns="0" tIns="27305" rIns="0" bIns="0" rtlCol="0">
            <a:spAutoFit/>
          </a:bodyPr>
          <a:lstStyle/>
          <a:p>
            <a:pPr marL="548640" indent="-457200">
              <a:lnSpc>
                <a:spcPct val="100000"/>
              </a:lnSpc>
              <a:spcBef>
                <a:spcPts val="215"/>
              </a:spcBef>
              <a:buFont typeface="Wingdings"/>
              <a:buChar char=""/>
              <a:tabLst>
                <a:tab pos="548640" algn="l"/>
                <a:tab pos="549275" algn="l"/>
              </a:tabLst>
            </a:pPr>
            <a:r>
              <a:rPr lang="zh-CN" altLang="en-US" sz="2400" spc="-10" dirty="0">
                <a:latin typeface="Calibri"/>
                <a:cs typeface="Calibri"/>
              </a:rPr>
              <a:t>计算</a:t>
            </a:r>
            <a:r>
              <a:rPr sz="2400" spc="-10" dirty="0">
                <a:latin typeface="Calibri"/>
                <a:cs typeface="Calibri"/>
              </a:rPr>
              <a:t> </a:t>
            </a:r>
            <a:r>
              <a:rPr sz="2400" spc="15" dirty="0">
                <a:latin typeface="Cambria Math"/>
                <a:cs typeface="Cambria Math"/>
              </a:rPr>
              <a:t>𝜕𝐿</a:t>
            </a:r>
            <a:r>
              <a:rPr lang="en-US" altLang="zh-CN" sz="3600" spc="352" baseline="2314" dirty="0">
                <a:latin typeface="Cambria Math"/>
                <a:cs typeface="Cambria Math"/>
              </a:rPr>
              <a:t>/</a:t>
            </a:r>
            <a:r>
              <a:rPr sz="2400" spc="-5" dirty="0">
                <a:latin typeface="Cambria Math"/>
                <a:cs typeface="Cambria Math"/>
              </a:rPr>
              <a:t>𝜕𝑤</a:t>
            </a:r>
            <a:endParaRPr sz="2400" dirty="0">
              <a:latin typeface="Cambria Math"/>
              <a:cs typeface="Cambria Math"/>
            </a:endParaRPr>
          </a:p>
          <a:p>
            <a:pPr marL="1617345">
              <a:lnSpc>
                <a:spcPct val="100000"/>
              </a:lnSpc>
              <a:spcBef>
                <a:spcPts val="585"/>
              </a:spcBef>
            </a:pPr>
            <a:r>
              <a:rPr sz="2400" dirty="0">
                <a:latin typeface="Cambria Math"/>
                <a:cs typeface="Cambria Math"/>
              </a:rPr>
              <a:t>𝑤 ← 𝑤 − </a:t>
            </a:r>
            <a:r>
              <a:rPr sz="2400" spc="10" dirty="0">
                <a:latin typeface="Cambria Math"/>
                <a:cs typeface="Cambria Math"/>
              </a:rPr>
              <a:t>𝜂𝜕𝐿</a:t>
            </a:r>
            <a:r>
              <a:rPr lang="en-US" sz="3600" spc="509" baseline="2314" dirty="0">
                <a:latin typeface="Cambria Math"/>
                <a:cs typeface="Cambria Math"/>
              </a:rPr>
              <a:t>/</a:t>
            </a:r>
            <a:r>
              <a:rPr sz="2400" spc="-5" dirty="0">
                <a:latin typeface="Cambria Math"/>
                <a:cs typeface="Cambria Math"/>
              </a:rPr>
              <a:t>𝜕𝑤</a:t>
            </a:r>
            <a:endParaRPr sz="2400" dirty="0">
              <a:latin typeface="Cambria Math"/>
              <a:cs typeface="Cambria Math"/>
            </a:endParaRPr>
          </a:p>
        </p:txBody>
      </p:sp>
      <p:sp>
        <p:nvSpPr>
          <p:cNvPr id="17" name="object 18">
            <a:extLst>
              <a:ext uri="{FF2B5EF4-FFF2-40B4-BE49-F238E27FC236}">
                <a16:creationId xmlns:a16="http://schemas.microsoft.com/office/drawing/2014/main" id="{3FC1F1D8-058B-28CD-D445-0DAD64F6610D}"/>
              </a:ext>
            </a:extLst>
          </p:cNvPr>
          <p:cNvSpPr/>
          <p:nvPr/>
        </p:nvSpPr>
        <p:spPr>
          <a:xfrm>
            <a:off x="4267663" y="4889191"/>
            <a:ext cx="1298575" cy="203200"/>
          </a:xfrm>
          <a:custGeom>
            <a:avLst/>
            <a:gdLst/>
            <a:ahLst/>
            <a:cxnLst/>
            <a:rect l="l" t="t" r="r" b="b"/>
            <a:pathLst>
              <a:path w="1298575" h="203200">
                <a:moveTo>
                  <a:pt x="0" y="0"/>
                </a:moveTo>
                <a:lnTo>
                  <a:pt x="1298194" y="202819"/>
                </a:lnTo>
              </a:path>
            </a:pathLst>
          </a:custGeom>
          <a:ln w="57912">
            <a:solidFill>
              <a:srgbClr val="0000FF"/>
            </a:solidFill>
            <a:prstDash val="dash"/>
          </a:ln>
        </p:spPr>
        <p:txBody>
          <a:bodyPr wrap="square" lIns="0" tIns="0" rIns="0" bIns="0" rtlCol="0"/>
          <a:lstStyle/>
          <a:p>
            <a:endParaRPr/>
          </a:p>
        </p:txBody>
      </p:sp>
      <p:sp>
        <p:nvSpPr>
          <p:cNvPr id="18" name="object 19">
            <a:extLst>
              <a:ext uri="{FF2B5EF4-FFF2-40B4-BE49-F238E27FC236}">
                <a16:creationId xmlns:a16="http://schemas.microsoft.com/office/drawing/2014/main" id="{B878D512-3711-FCDC-E136-7F77353FA34D}"/>
              </a:ext>
            </a:extLst>
          </p:cNvPr>
          <p:cNvSpPr/>
          <p:nvPr/>
        </p:nvSpPr>
        <p:spPr>
          <a:xfrm>
            <a:off x="5677364" y="5774635"/>
            <a:ext cx="192024" cy="192024"/>
          </a:xfrm>
          <a:prstGeom prst="rect">
            <a:avLst/>
          </a:prstGeom>
          <a:blipFill>
            <a:blip r:embed="rId4" cstate="print"/>
            <a:stretch>
              <a:fillRect/>
            </a:stretch>
          </a:blipFill>
        </p:spPr>
        <p:txBody>
          <a:bodyPr wrap="square" lIns="0" tIns="0" rIns="0" bIns="0" rtlCol="0"/>
          <a:lstStyle/>
          <a:p>
            <a:endParaRPr/>
          </a:p>
        </p:txBody>
      </p:sp>
      <p:sp>
        <p:nvSpPr>
          <p:cNvPr id="19" name="object 20">
            <a:extLst>
              <a:ext uri="{FF2B5EF4-FFF2-40B4-BE49-F238E27FC236}">
                <a16:creationId xmlns:a16="http://schemas.microsoft.com/office/drawing/2014/main" id="{FB13CFDF-B4BD-C7CA-132C-1596696028A3}"/>
              </a:ext>
            </a:extLst>
          </p:cNvPr>
          <p:cNvSpPr/>
          <p:nvPr/>
        </p:nvSpPr>
        <p:spPr>
          <a:xfrm>
            <a:off x="5776423" y="4950150"/>
            <a:ext cx="0" cy="977265"/>
          </a:xfrm>
          <a:custGeom>
            <a:avLst/>
            <a:gdLst/>
            <a:ahLst/>
            <a:cxnLst/>
            <a:rect l="l" t="t" r="r" b="b"/>
            <a:pathLst>
              <a:path h="977264">
                <a:moveTo>
                  <a:pt x="0" y="0"/>
                </a:moveTo>
                <a:lnTo>
                  <a:pt x="0" y="976668"/>
                </a:lnTo>
              </a:path>
            </a:pathLst>
          </a:custGeom>
          <a:ln w="57912">
            <a:solidFill>
              <a:srgbClr val="767070"/>
            </a:solidFill>
            <a:prstDash val="dash"/>
          </a:ln>
        </p:spPr>
        <p:txBody>
          <a:bodyPr wrap="square" lIns="0" tIns="0" rIns="0" bIns="0" rtlCol="0"/>
          <a:lstStyle/>
          <a:p>
            <a:endParaRPr/>
          </a:p>
        </p:txBody>
      </p:sp>
      <p:sp>
        <p:nvSpPr>
          <p:cNvPr id="20" name="object 21">
            <a:extLst>
              <a:ext uri="{FF2B5EF4-FFF2-40B4-BE49-F238E27FC236}">
                <a16:creationId xmlns:a16="http://schemas.microsoft.com/office/drawing/2014/main" id="{0C742BE7-2A9D-AF1C-8231-7E3E2533BF7D}"/>
              </a:ext>
            </a:extLst>
          </p:cNvPr>
          <p:cNvSpPr/>
          <p:nvPr/>
        </p:nvSpPr>
        <p:spPr>
          <a:xfrm>
            <a:off x="4957273" y="5504124"/>
            <a:ext cx="820419" cy="312420"/>
          </a:xfrm>
          <a:custGeom>
            <a:avLst/>
            <a:gdLst/>
            <a:ahLst/>
            <a:cxnLst/>
            <a:rect l="l" t="t" r="r" b="b"/>
            <a:pathLst>
              <a:path w="820420" h="312420">
                <a:moveTo>
                  <a:pt x="0" y="312419"/>
                </a:moveTo>
                <a:lnTo>
                  <a:pt x="7325" y="270893"/>
                </a:lnTo>
                <a:lnTo>
                  <a:pt x="27996" y="233578"/>
                </a:lnTo>
                <a:lnTo>
                  <a:pt x="60055" y="201963"/>
                </a:lnTo>
                <a:lnTo>
                  <a:pt x="101543" y="177537"/>
                </a:lnTo>
                <a:lnTo>
                  <a:pt x="150503" y="161790"/>
                </a:lnTo>
                <a:lnTo>
                  <a:pt x="204978" y="156209"/>
                </a:lnTo>
                <a:lnTo>
                  <a:pt x="259452" y="150629"/>
                </a:lnTo>
                <a:lnTo>
                  <a:pt x="308412" y="134882"/>
                </a:lnTo>
                <a:lnTo>
                  <a:pt x="349900" y="110456"/>
                </a:lnTo>
                <a:lnTo>
                  <a:pt x="381959" y="78841"/>
                </a:lnTo>
                <a:lnTo>
                  <a:pt x="402630" y="41526"/>
                </a:lnTo>
                <a:lnTo>
                  <a:pt x="409956" y="0"/>
                </a:lnTo>
                <a:lnTo>
                  <a:pt x="417281" y="41526"/>
                </a:lnTo>
                <a:lnTo>
                  <a:pt x="437952" y="78841"/>
                </a:lnTo>
                <a:lnTo>
                  <a:pt x="470011" y="110456"/>
                </a:lnTo>
                <a:lnTo>
                  <a:pt x="511499" y="134882"/>
                </a:lnTo>
                <a:lnTo>
                  <a:pt x="560459" y="150629"/>
                </a:lnTo>
                <a:lnTo>
                  <a:pt x="614934" y="156209"/>
                </a:lnTo>
                <a:lnTo>
                  <a:pt x="669408" y="161790"/>
                </a:lnTo>
                <a:lnTo>
                  <a:pt x="718368" y="177537"/>
                </a:lnTo>
                <a:lnTo>
                  <a:pt x="759856" y="201963"/>
                </a:lnTo>
                <a:lnTo>
                  <a:pt x="791915" y="233578"/>
                </a:lnTo>
                <a:lnTo>
                  <a:pt x="812586" y="270893"/>
                </a:lnTo>
                <a:lnTo>
                  <a:pt x="819912" y="312419"/>
                </a:lnTo>
              </a:path>
            </a:pathLst>
          </a:custGeom>
          <a:ln w="28956">
            <a:solidFill>
              <a:srgbClr val="FF0000"/>
            </a:solidFill>
          </a:ln>
        </p:spPr>
        <p:txBody>
          <a:bodyPr wrap="square" lIns="0" tIns="0" rIns="0" bIns="0" rtlCol="0"/>
          <a:lstStyle/>
          <a:p>
            <a:endParaRPr/>
          </a:p>
        </p:txBody>
      </p:sp>
      <p:sp>
        <p:nvSpPr>
          <p:cNvPr id="21" name="object 22">
            <a:extLst>
              <a:ext uri="{FF2B5EF4-FFF2-40B4-BE49-F238E27FC236}">
                <a16:creationId xmlns:a16="http://schemas.microsoft.com/office/drawing/2014/main" id="{B7900D5B-9AB6-CF5A-770B-8C557DF7FAD2}"/>
              </a:ext>
            </a:extLst>
          </p:cNvPr>
          <p:cNvSpPr txBox="1"/>
          <p:nvPr/>
        </p:nvSpPr>
        <p:spPr>
          <a:xfrm>
            <a:off x="4738071" y="3837376"/>
            <a:ext cx="5555615" cy="744855"/>
          </a:xfrm>
          <a:prstGeom prst="rect">
            <a:avLst/>
          </a:prstGeom>
        </p:spPr>
        <p:txBody>
          <a:bodyPr vert="horz" wrap="square" lIns="0" tIns="12700" rIns="0" bIns="0" rtlCol="0">
            <a:spAutoFit/>
          </a:bodyPr>
          <a:lstStyle/>
          <a:p>
            <a:pPr marL="12700">
              <a:lnSpc>
                <a:spcPts val="2830"/>
              </a:lnSpc>
              <a:spcBef>
                <a:spcPts val="100"/>
              </a:spcBef>
              <a:tabLst>
                <a:tab pos="1092835" algn="l"/>
              </a:tabLst>
            </a:pPr>
            <a:r>
              <a:rPr lang="zh-CN" altLang="en-US" sz="2400" spc="-10" dirty="0">
                <a:solidFill>
                  <a:srgbClr val="0000FF"/>
                </a:solidFill>
                <a:latin typeface="Calibri"/>
                <a:cs typeface="Calibri"/>
              </a:rPr>
              <a:t>重复</a:t>
            </a:r>
            <a:r>
              <a:rPr sz="2400" spc="-10" dirty="0">
                <a:solidFill>
                  <a:srgbClr val="0000FF"/>
                </a:solidFill>
                <a:latin typeface="Calibri"/>
                <a:cs typeface="Calibri"/>
              </a:rPr>
              <a:t>	</a:t>
            </a:r>
            <a:r>
              <a:rPr lang="zh-CN" altLang="en-US" sz="2400" spc="-10" dirty="0">
                <a:latin typeface="Calibri"/>
                <a:cs typeface="Calibri"/>
              </a:rPr>
              <a:t>直到</a:t>
            </a:r>
            <a:r>
              <a:rPr sz="2400" spc="-10" dirty="0">
                <a:latin typeface="Calibri"/>
                <a:cs typeface="Calibri"/>
              </a:rPr>
              <a:t> </a:t>
            </a:r>
            <a:r>
              <a:rPr sz="2400" spc="15" dirty="0">
                <a:latin typeface="Cambria Math"/>
                <a:cs typeface="Cambria Math"/>
              </a:rPr>
              <a:t>𝜕𝐿</a:t>
            </a:r>
            <a:r>
              <a:rPr lang="en-US" sz="3600" spc="22" baseline="2314" dirty="0">
                <a:latin typeface="Cambria Math"/>
                <a:cs typeface="Cambria Math"/>
              </a:rPr>
              <a:t>/</a:t>
            </a:r>
            <a:r>
              <a:rPr sz="2400" spc="-5" dirty="0">
                <a:latin typeface="Cambria Math"/>
                <a:cs typeface="Cambria Math"/>
              </a:rPr>
              <a:t>𝜕𝑤</a:t>
            </a:r>
            <a:r>
              <a:rPr lang="en-US" sz="2400" spc="-5" dirty="0">
                <a:latin typeface="Cambria Math"/>
                <a:cs typeface="Cambria Math"/>
              </a:rPr>
              <a:t> </a:t>
            </a:r>
            <a:r>
              <a:rPr lang="zh-CN" altLang="en-US" sz="2400" spc="-5" dirty="0">
                <a:latin typeface="Cambria Math"/>
                <a:cs typeface="Cambria Math"/>
              </a:rPr>
              <a:t>足够的小</a:t>
            </a:r>
            <a:endParaRPr sz="2400" dirty="0">
              <a:latin typeface="Calibri"/>
              <a:cs typeface="Calibri"/>
            </a:endParaRPr>
          </a:p>
          <a:p>
            <a:pPr marL="2836545">
              <a:lnSpc>
                <a:spcPts val="2830"/>
              </a:lnSpc>
            </a:pPr>
            <a:r>
              <a:rPr sz="2400" spc="-5" dirty="0">
                <a:latin typeface="Calibri"/>
                <a:cs typeface="Calibri"/>
              </a:rPr>
              <a:t>(</a:t>
            </a:r>
            <a:r>
              <a:rPr lang="zh-CN" altLang="en-US" sz="2400" spc="-5" dirty="0">
                <a:latin typeface="Calibri"/>
                <a:cs typeface="Calibri"/>
              </a:rPr>
              <a:t>当更新很小的时候</a:t>
            </a:r>
            <a:r>
              <a:rPr sz="2400" spc="-10" dirty="0">
                <a:latin typeface="Calibri"/>
                <a:cs typeface="Calibri"/>
              </a:rPr>
              <a:t>)</a:t>
            </a:r>
            <a:endParaRPr sz="2400" dirty="0">
              <a:latin typeface="Calibri"/>
              <a:cs typeface="Calibri"/>
            </a:endParaRPr>
          </a:p>
        </p:txBody>
      </p:sp>
      <p:sp>
        <p:nvSpPr>
          <p:cNvPr id="22" name="object 23">
            <a:extLst>
              <a:ext uri="{FF2B5EF4-FFF2-40B4-BE49-F238E27FC236}">
                <a16:creationId xmlns:a16="http://schemas.microsoft.com/office/drawing/2014/main" id="{BA3E112D-B4C0-1A77-4F0E-B5E4DB34AB6D}"/>
              </a:ext>
            </a:extLst>
          </p:cNvPr>
          <p:cNvSpPr/>
          <p:nvPr/>
        </p:nvSpPr>
        <p:spPr>
          <a:xfrm>
            <a:off x="1641811" y="1678122"/>
            <a:ext cx="8471916" cy="641603"/>
          </a:xfrm>
          <a:prstGeom prst="rect">
            <a:avLst/>
          </a:prstGeom>
          <a:blipFill>
            <a:blip r:embed="rId5" cstate="print"/>
            <a:stretch>
              <a:fillRect/>
            </a:stretch>
          </a:blipFill>
        </p:spPr>
        <p:txBody>
          <a:bodyPr wrap="square" lIns="0" tIns="0" rIns="0" bIns="0" rtlCol="0"/>
          <a:lstStyle/>
          <a:p>
            <a:endParaRPr/>
          </a:p>
        </p:txBody>
      </p:sp>
      <p:sp>
        <p:nvSpPr>
          <p:cNvPr id="23" name="object 24">
            <a:extLst>
              <a:ext uri="{FF2B5EF4-FFF2-40B4-BE49-F238E27FC236}">
                <a16:creationId xmlns:a16="http://schemas.microsoft.com/office/drawing/2014/main" id="{30235565-CA51-C465-C1BB-968A1A3C95FA}"/>
              </a:ext>
            </a:extLst>
          </p:cNvPr>
          <p:cNvSpPr/>
          <p:nvPr/>
        </p:nvSpPr>
        <p:spPr>
          <a:xfrm>
            <a:off x="1519891" y="1618687"/>
            <a:ext cx="8377428" cy="865631"/>
          </a:xfrm>
          <a:prstGeom prst="rect">
            <a:avLst/>
          </a:prstGeom>
          <a:blipFill>
            <a:blip r:embed="rId6" cstate="print"/>
            <a:stretch>
              <a:fillRect/>
            </a:stretch>
          </a:blipFill>
        </p:spPr>
        <p:txBody>
          <a:bodyPr wrap="square" lIns="0" tIns="0" rIns="0" bIns="0" rtlCol="0"/>
          <a:lstStyle/>
          <a:p>
            <a:endParaRPr/>
          </a:p>
        </p:txBody>
      </p:sp>
      <p:sp>
        <p:nvSpPr>
          <p:cNvPr id="24" name="object 25">
            <a:extLst>
              <a:ext uri="{FF2B5EF4-FFF2-40B4-BE49-F238E27FC236}">
                <a16:creationId xmlns:a16="http://schemas.microsoft.com/office/drawing/2014/main" id="{9AFAE798-0E6A-67C7-AEB2-FECECF089BCE}"/>
              </a:ext>
            </a:extLst>
          </p:cNvPr>
          <p:cNvSpPr/>
          <p:nvPr/>
        </p:nvSpPr>
        <p:spPr>
          <a:xfrm>
            <a:off x="1701247" y="1717747"/>
            <a:ext cx="8353044" cy="524256"/>
          </a:xfrm>
          <a:prstGeom prst="rect">
            <a:avLst/>
          </a:prstGeom>
          <a:blipFill>
            <a:blip r:embed="rId7" cstate="print"/>
            <a:stretch>
              <a:fillRect/>
            </a:stretch>
          </a:blipFill>
        </p:spPr>
        <p:txBody>
          <a:bodyPr wrap="square" lIns="0" tIns="0" rIns="0" bIns="0" rtlCol="0"/>
          <a:lstStyle/>
          <a:p>
            <a:endParaRPr/>
          </a:p>
        </p:txBody>
      </p:sp>
      <p:sp>
        <p:nvSpPr>
          <p:cNvPr id="25" name="object 26">
            <a:extLst>
              <a:ext uri="{FF2B5EF4-FFF2-40B4-BE49-F238E27FC236}">
                <a16:creationId xmlns:a16="http://schemas.microsoft.com/office/drawing/2014/main" id="{32CFACA4-5438-C2D4-690D-FC979B5D28FB}"/>
              </a:ext>
            </a:extLst>
          </p:cNvPr>
          <p:cNvSpPr/>
          <p:nvPr/>
        </p:nvSpPr>
        <p:spPr>
          <a:xfrm>
            <a:off x="2491772" y="2185488"/>
            <a:ext cx="3464560" cy="0"/>
          </a:xfrm>
          <a:custGeom>
            <a:avLst/>
            <a:gdLst/>
            <a:ahLst/>
            <a:cxnLst/>
            <a:rect l="l" t="t" r="r" b="b"/>
            <a:pathLst>
              <a:path w="3464560">
                <a:moveTo>
                  <a:pt x="0" y="0"/>
                </a:moveTo>
                <a:lnTo>
                  <a:pt x="3464102" y="0"/>
                </a:lnTo>
              </a:path>
            </a:pathLst>
          </a:custGeom>
          <a:ln w="10668">
            <a:solidFill>
              <a:srgbClr val="FFFFFF"/>
            </a:solidFill>
          </a:ln>
        </p:spPr>
        <p:txBody>
          <a:bodyPr wrap="square" lIns="0" tIns="0" rIns="0" bIns="0" rtlCol="0"/>
          <a:lstStyle/>
          <a:p>
            <a:endParaRPr/>
          </a:p>
        </p:txBody>
      </p:sp>
      <p:sp>
        <p:nvSpPr>
          <p:cNvPr id="26" name="object 27">
            <a:extLst>
              <a:ext uri="{FF2B5EF4-FFF2-40B4-BE49-F238E27FC236}">
                <a16:creationId xmlns:a16="http://schemas.microsoft.com/office/drawing/2014/main" id="{318D500D-BFB1-CCF2-BAE9-CB90AB91F270}"/>
              </a:ext>
            </a:extLst>
          </p:cNvPr>
          <p:cNvSpPr txBox="1"/>
          <p:nvPr/>
        </p:nvSpPr>
        <p:spPr>
          <a:xfrm>
            <a:off x="1701247" y="1492819"/>
            <a:ext cx="8353425" cy="1259840"/>
          </a:xfrm>
          <a:prstGeom prst="rect">
            <a:avLst/>
          </a:prstGeom>
        </p:spPr>
        <p:txBody>
          <a:bodyPr vert="horz" wrap="square" lIns="0" tIns="250190" rIns="0" bIns="0" rtlCol="0">
            <a:spAutoFit/>
          </a:bodyPr>
          <a:lstStyle/>
          <a:p>
            <a:pPr marL="90805">
              <a:lnSpc>
                <a:spcPct val="100000"/>
              </a:lnSpc>
              <a:spcBef>
                <a:spcPts val="1970"/>
              </a:spcBef>
            </a:pPr>
            <a:r>
              <a:rPr sz="2800" spc="-10" dirty="0">
                <a:solidFill>
                  <a:srgbClr val="FFFFFF"/>
                </a:solidFill>
                <a:latin typeface="Calibri"/>
                <a:cs typeface="Calibri"/>
              </a:rPr>
              <a:t>Find </a:t>
            </a:r>
            <a:r>
              <a:rPr sz="2800" b="1" i="1" spc="-10" dirty="0">
                <a:solidFill>
                  <a:srgbClr val="FFFFFF"/>
                </a:solidFill>
                <a:latin typeface="Calibri"/>
                <a:cs typeface="Calibri"/>
              </a:rPr>
              <a:t>network parameters </a:t>
            </a:r>
            <a:r>
              <a:rPr sz="2800" spc="-5" dirty="0">
                <a:solidFill>
                  <a:srgbClr val="FFFFFF"/>
                </a:solidFill>
                <a:latin typeface="Cambria Math"/>
                <a:cs typeface="Cambria Math"/>
              </a:rPr>
              <a:t>𝜽</a:t>
            </a:r>
            <a:r>
              <a:rPr sz="3075" spc="-7" baseline="27100" dirty="0">
                <a:solidFill>
                  <a:srgbClr val="FFFFFF"/>
                </a:solidFill>
                <a:latin typeface="Cambria Math"/>
                <a:cs typeface="Cambria Math"/>
              </a:rPr>
              <a:t>∗ </a:t>
            </a:r>
            <a:r>
              <a:rPr sz="2800" spc="-10" dirty="0">
                <a:solidFill>
                  <a:srgbClr val="FFFFFF"/>
                </a:solidFill>
                <a:latin typeface="Calibri"/>
                <a:cs typeface="Calibri"/>
              </a:rPr>
              <a:t>that </a:t>
            </a:r>
            <a:r>
              <a:rPr sz="2800" spc="-15" dirty="0">
                <a:solidFill>
                  <a:srgbClr val="FFFFFF"/>
                </a:solidFill>
                <a:latin typeface="Calibri"/>
                <a:cs typeface="Calibri"/>
              </a:rPr>
              <a:t>minimize </a:t>
            </a:r>
            <a:r>
              <a:rPr sz="2800" spc="-20" dirty="0">
                <a:solidFill>
                  <a:srgbClr val="FFFFFF"/>
                </a:solidFill>
                <a:latin typeface="Calibri"/>
                <a:cs typeface="Calibri"/>
              </a:rPr>
              <a:t>total </a:t>
            </a:r>
            <a:r>
              <a:rPr sz="2800" spc="-5" dirty="0">
                <a:solidFill>
                  <a:srgbClr val="FFFFFF"/>
                </a:solidFill>
                <a:latin typeface="Calibri"/>
                <a:cs typeface="Calibri"/>
              </a:rPr>
              <a:t>loss</a:t>
            </a:r>
            <a:r>
              <a:rPr sz="2800" spc="50" dirty="0">
                <a:solidFill>
                  <a:srgbClr val="FFFFFF"/>
                </a:solidFill>
                <a:latin typeface="Calibri"/>
                <a:cs typeface="Calibri"/>
              </a:rPr>
              <a:t> </a:t>
            </a:r>
            <a:r>
              <a:rPr sz="2800" spc="-5" dirty="0">
                <a:solidFill>
                  <a:srgbClr val="FFFFFF"/>
                </a:solidFill>
                <a:latin typeface="Calibri"/>
                <a:cs typeface="Calibri"/>
              </a:rPr>
              <a:t>L</a:t>
            </a:r>
            <a:endParaRPr sz="2800" dirty="0">
              <a:latin typeface="Calibri"/>
              <a:cs typeface="Calibri"/>
            </a:endParaRPr>
          </a:p>
          <a:p>
            <a:pPr marL="2995930" indent="-457200">
              <a:lnSpc>
                <a:spcPct val="100000"/>
              </a:lnSpc>
              <a:spcBef>
                <a:spcPts val="1605"/>
              </a:spcBef>
              <a:buFont typeface="Wingdings"/>
              <a:buChar char=""/>
              <a:tabLst>
                <a:tab pos="2995295" algn="l"/>
                <a:tab pos="2995930" algn="l"/>
              </a:tabLst>
            </a:pPr>
            <a:r>
              <a:rPr lang="zh-CN" altLang="en-US" sz="2400" dirty="0">
                <a:latin typeface="Calibri"/>
                <a:cs typeface="Calibri"/>
              </a:rPr>
              <a:t>选取</a:t>
            </a:r>
            <a:r>
              <a:rPr sz="2400" dirty="0">
                <a:latin typeface="Calibri"/>
                <a:cs typeface="Calibri"/>
              </a:rPr>
              <a:t>w</a:t>
            </a:r>
            <a:r>
              <a:rPr lang="zh-CN" altLang="en-US" sz="2400" dirty="0">
                <a:latin typeface="Calibri"/>
                <a:cs typeface="Calibri"/>
              </a:rPr>
              <a:t>的初始值</a:t>
            </a:r>
            <a:endParaRPr sz="2400" dirty="0">
              <a:latin typeface="Calibri"/>
              <a:cs typeface="Calibri"/>
            </a:endParaRPr>
          </a:p>
        </p:txBody>
      </p:sp>
      <p:sp>
        <p:nvSpPr>
          <p:cNvPr id="27" name="object 42">
            <a:extLst>
              <a:ext uri="{FF2B5EF4-FFF2-40B4-BE49-F238E27FC236}">
                <a16:creationId xmlns:a16="http://schemas.microsoft.com/office/drawing/2014/main" id="{125EEBC8-7DB5-5F2D-84CA-A406E944E312}"/>
              </a:ext>
            </a:extLst>
          </p:cNvPr>
          <p:cNvSpPr/>
          <p:nvPr/>
        </p:nvSpPr>
        <p:spPr>
          <a:xfrm>
            <a:off x="1701247" y="1717747"/>
            <a:ext cx="8353044" cy="524256"/>
          </a:xfrm>
          <a:prstGeom prst="rect">
            <a:avLst/>
          </a:prstGeom>
          <a:blipFill>
            <a:blip r:embed="rId8" cstate="print"/>
            <a:stretch>
              <a:fillRect/>
            </a:stretch>
          </a:blipFill>
        </p:spPr>
        <p:txBody>
          <a:bodyPr wrap="square" lIns="0" tIns="0" rIns="0" bIns="0" rtlCol="0"/>
          <a:lstStyle/>
          <a:p>
            <a:endParaRPr/>
          </a:p>
        </p:txBody>
      </p:sp>
      <p:sp>
        <p:nvSpPr>
          <p:cNvPr id="28" name="object 44">
            <a:extLst>
              <a:ext uri="{FF2B5EF4-FFF2-40B4-BE49-F238E27FC236}">
                <a16:creationId xmlns:a16="http://schemas.microsoft.com/office/drawing/2014/main" id="{73C5CFD3-3D06-86BA-8689-CC8B81AA30ED}"/>
              </a:ext>
            </a:extLst>
          </p:cNvPr>
          <p:cNvSpPr txBox="1"/>
          <p:nvPr/>
        </p:nvSpPr>
        <p:spPr>
          <a:xfrm>
            <a:off x="1701247" y="1730701"/>
            <a:ext cx="8353425" cy="485389"/>
          </a:xfrm>
          <a:prstGeom prst="rect">
            <a:avLst/>
          </a:prstGeom>
        </p:spPr>
        <p:txBody>
          <a:bodyPr vert="horz" wrap="square" lIns="0" tIns="12065" rIns="0" bIns="0" rtlCol="0">
            <a:spAutoFit/>
          </a:bodyPr>
          <a:lstStyle/>
          <a:p>
            <a:pPr marL="90805">
              <a:lnSpc>
                <a:spcPct val="100000"/>
              </a:lnSpc>
              <a:spcBef>
                <a:spcPts val="95"/>
              </a:spcBef>
            </a:pPr>
            <a:r>
              <a:rPr lang="zh-CN" altLang="en-US" sz="2800" spc="-10" dirty="0">
                <a:solidFill>
                  <a:srgbClr val="FFFFFF"/>
                </a:solidFill>
                <a:latin typeface="Calibri"/>
                <a:cs typeface="Cambria Math"/>
              </a:rPr>
              <a:t>                         找到使总损失最小的参数</a:t>
            </a:r>
            <a:r>
              <a:rPr sz="2800" spc="-5" dirty="0">
                <a:solidFill>
                  <a:srgbClr val="FFFFFF"/>
                </a:solidFill>
                <a:latin typeface="Cambria Math"/>
                <a:cs typeface="Cambria Math"/>
              </a:rPr>
              <a:t>𝜽</a:t>
            </a:r>
            <a:r>
              <a:rPr sz="3075" spc="-7" baseline="27100" dirty="0">
                <a:solidFill>
                  <a:srgbClr val="FFFFFF"/>
                </a:solidFill>
                <a:latin typeface="Cambria Math"/>
                <a:cs typeface="Cambria Math"/>
              </a:rPr>
              <a:t>∗</a:t>
            </a:r>
            <a:endParaRPr sz="2800" dirty="0">
              <a:latin typeface="Calibri"/>
              <a:cs typeface="Calibri"/>
            </a:endParaRPr>
          </a:p>
        </p:txBody>
      </p:sp>
      <p:sp>
        <p:nvSpPr>
          <p:cNvPr id="30" name="object 8">
            <a:extLst>
              <a:ext uri="{FF2B5EF4-FFF2-40B4-BE49-F238E27FC236}">
                <a16:creationId xmlns:a16="http://schemas.microsoft.com/office/drawing/2014/main" id="{F93BBF6D-A8B3-653E-A6F9-EA3232EAD442}"/>
              </a:ext>
            </a:extLst>
          </p:cNvPr>
          <p:cNvSpPr/>
          <p:nvPr/>
        </p:nvSpPr>
        <p:spPr>
          <a:xfrm>
            <a:off x="6357061" y="1077224"/>
            <a:ext cx="3138805" cy="330835"/>
          </a:xfrm>
          <a:custGeom>
            <a:avLst/>
            <a:gdLst/>
            <a:ahLst/>
            <a:cxnLst/>
            <a:rect l="l" t="t" r="r" b="b"/>
            <a:pathLst>
              <a:path w="3138804" h="330834">
                <a:moveTo>
                  <a:pt x="3032633" y="0"/>
                </a:moveTo>
                <a:lnTo>
                  <a:pt x="3028188" y="0"/>
                </a:lnTo>
                <a:lnTo>
                  <a:pt x="3028188" y="13208"/>
                </a:lnTo>
                <a:lnTo>
                  <a:pt x="3030728" y="13208"/>
                </a:lnTo>
                <a:lnTo>
                  <a:pt x="3042630" y="14019"/>
                </a:lnTo>
                <a:lnTo>
                  <a:pt x="3076338" y="33912"/>
                </a:lnTo>
                <a:lnTo>
                  <a:pt x="3084322" y="69596"/>
                </a:lnTo>
                <a:lnTo>
                  <a:pt x="3084107" y="75975"/>
                </a:lnTo>
                <a:lnTo>
                  <a:pt x="3083464" y="83105"/>
                </a:lnTo>
                <a:lnTo>
                  <a:pt x="3082393" y="90973"/>
                </a:lnTo>
                <a:lnTo>
                  <a:pt x="3080893" y="99567"/>
                </a:lnTo>
                <a:lnTo>
                  <a:pt x="3079392" y="107805"/>
                </a:lnTo>
                <a:lnTo>
                  <a:pt x="3078321" y="114792"/>
                </a:lnTo>
                <a:lnTo>
                  <a:pt x="3077678" y="120517"/>
                </a:lnTo>
                <a:lnTo>
                  <a:pt x="3077464" y="124967"/>
                </a:lnTo>
                <a:lnTo>
                  <a:pt x="3077991" y="132044"/>
                </a:lnTo>
                <a:lnTo>
                  <a:pt x="3106674" y="163195"/>
                </a:lnTo>
                <a:lnTo>
                  <a:pt x="3106674" y="166242"/>
                </a:lnTo>
                <a:lnTo>
                  <a:pt x="3077991" y="197393"/>
                </a:lnTo>
                <a:lnTo>
                  <a:pt x="3077464" y="204470"/>
                </a:lnTo>
                <a:lnTo>
                  <a:pt x="3077678" y="208920"/>
                </a:lnTo>
                <a:lnTo>
                  <a:pt x="3078321" y="214645"/>
                </a:lnTo>
                <a:lnTo>
                  <a:pt x="3079392" y="221632"/>
                </a:lnTo>
                <a:lnTo>
                  <a:pt x="3080893" y="229870"/>
                </a:lnTo>
                <a:lnTo>
                  <a:pt x="3082393" y="238466"/>
                </a:lnTo>
                <a:lnTo>
                  <a:pt x="3083464" y="246348"/>
                </a:lnTo>
                <a:lnTo>
                  <a:pt x="3084107" y="253515"/>
                </a:lnTo>
                <a:lnTo>
                  <a:pt x="3084322" y="259968"/>
                </a:lnTo>
                <a:lnTo>
                  <a:pt x="3083438" y="274468"/>
                </a:lnTo>
                <a:lnTo>
                  <a:pt x="3062339" y="310106"/>
                </a:lnTo>
                <a:lnTo>
                  <a:pt x="3030728" y="317500"/>
                </a:lnTo>
                <a:lnTo>
                  <a:pt x="3028188" y="317500"/>
                </a:lnTo>
                <a:lnTo>
                  <a:pt x="3028188" y="330708"/>
                </a:lnTo>
                <a:lnTo>
                  <a:pt x="3032633" y="330708"/>
                </a:lnTo>
                <a:lnTo>
                  <a:pt x="3051730" y="329255"/>
                </a:lnTo>
                <a:lnTo>
                  <a:pt x="3093593" y="312038"/>
                </a:lnTo>
                <a:lnTo>
                  <a:pt x="3112523" y="274248"/>
                </a:lnTo>
                <a:lnTo>
                  <a:pt x="3113786" y="256793"/>
                </a:lnTo>
                <a:lnTo>
                  <a:pt x="3113543" y="249316"/>
                </a:lnTo>
                <a:lnTo>
                  <a:pt x="3112801" y="241363"/>
                </a:lnTo>
                <a:lnTo>
                  <a:pt x="3111535" y="232933"/>
                </a:lnTo>
                <a:lnTo>
                  <a:pt x="3109722" y="224027"/>
                </a:lnTo>
                <a:lnTo>
                  <a:pt x="3107054" y="211709"/>
                </a:lnTo>
                <a:lnTo>
                  <a:pt x="3105658" y="203580"/>
                </a:lnTo>
                <a:lnTo>
                  <a:pt x="3105658" y="191388"/>
                </a:lnTo>
                <a:lnTo>
                  <a:pt x="3108452" y="184912"/>
                </a:lnTo>
                <a:lnTo>
                  <a:pt x="3138804" y="171830"/>
                </a:lnTo>
                <a:lnTo>
                  <a:pt x="3138804" y="157607"/>
                </a:lnTo>
                <a:lnTo>
                  <a:pt x="3105658" y="138049"/>
                </a:lnTo>
                <a:lnTo>
                  <a:pt x="3105658" y="125857"/>
                </a:lnTo>
                <a:lnTo>
                  <a:pt x="3107054" y="117728"/>
                </a:lnTo>
                <a:lnTo>
                  <a:pt x="3109722" y="105410"/>
                </a:lnTo>
                <a:lnTo>
                  <a:pt x="3111535" y="96504"/>
                </a:lnTo>
                <a:lnTo>
                  <a:pt x="3112801" y="88074"/>
                </a:lnTo>
                <a:lnTo>
                  <a:pt x="3113543" y="80121"/>
                </a:lnTo>
                <a:lnTo>
                  <a:pt x="3113786" y="72643"/>
                </a:lnTo>
                <a:lnTo>
                  <a:pt x="3112523" y="55762"/>
                </a:lnTo>
                <a:lnTo>
                  <a:pt x="3093593" y="18668"/>
                </a:lnTo>
                <a:lnTo>
                  <a:pt x="3051730" y="1452"/>
                </a:lnTo>
                <a:lnTo>
                  <a:pt x="3032633" y="0"/>
                </a:lnTo>
                <a:close/>
              </a:path>
              <a:path w="3138804" h="330834">
                <a:moveTo>
                  <a:pt x="110617" y="0"/>
                </a:moveTo>
                <a:lnTo>
                  <a:pt x="106045" y="0"/>
                </a:lnTo>
                <a:lnTo>
                  <a:pt x="86947" y="1452"/>
                </a:lnTo>
                <a:lnTo>
                  <a:pt x="45085" y="18668"/>
                </a:lnTo>
                <a:lnTo>
                  <a:pt x="26154" y="55655"/>
                </a:lnTo>
                <a:lnTo>
                  <a:pt x="25007" y="75793"/>
                </a:lnTo>
                <a:lnTo>
                  <a:pt x="25151" y="79922"/>
                </a:lnTo>
                <a:lnTo>
                  <a:pt x="25923" y="87852"/>
                </a:lnTo>
                <a:lnTo>
                  <a:pt x="27195" y="96305"/>
                </a:lnTo>
                <a:lnTo>
                  <a:pt x="28956" y="105283"/>
                </a:lnTo>
                <a:lnTo>
                  <a:pt x="31750" y="117475"/>
                </a:lnTo>
                <a:lnTo>
                  <a:pt x="33020" y="125729"/>
                </a:lnTo>
                <a:lnTo>
                  <a:pt x="33020" y="137795"/>
                </a:lnTo>
                <a:lnTo>
                  <a:pt x="30353" y="144399"/>
                </a:lnTo>
                <a:lnTo>
                  <a:pt x="0" y="157479"/>
                </a:lnTo>
                <a:lnTo>
                  <a:pt x="0" y="171703"/>
                </a:lnTo>
                <a:lnTo>
                  <a:pt x="32900" y="204215"/>
                </a:lnTo>
                <a:lnTo>
                  <a:pt x="31750" y="211582"/>
                </a:lnTo>
                <a:lnTo>
                  <a:pt x="28956" y="223900"/>
                </a:lnTo>
                <a:lnTo>
                  <a:pt x="27195" y="232806"/>
                </a:lnTo>
                <a:lnTo>
                  <a:pt x="25923" y="241236"/>
                </a:lnTo>
                <a:lnTo>
                  <a:pt x="25151" y="249189"/>
                </a:lnTo>
                <a:lnTo>
                  <a:pt x="24892" y="256666"/>
                </a:lnTo>
                <a:lnTo>
                  <a:pt x="26154" y="274141"/>
                </a:lnTo>
                <a:lnTo>
                  <a:pt x="45085" y="312038"/>
                </a:lnTo>
                <a:lnTo>
                  <a:pt x="86947" y="329255"/>
                </a:lnTo>
                <a:lnTo>
                  <a:pt x="106045" y="330708"/>
                </a:lnTo>
                <a:lnTo>
                  <a:pt x="110617" y="330708"/>
                </a:lnTo>
                <a:lnTo>
                  <a:pt x="110617" y="317500"/>
                </a:lnTo>
                <a:lnTo>
                  <a:pt x="107950" y="317500"/>
                </a:lnTo>
                <a:lnTo>
                  <a:pt x="96065" y="316670"/>
                </a:lnTo>
                <a:lnTo>
                  <a:pt x="62392" y="296701"/>
                </a:lnTo>
                <a:lnTo>
                  <a:pt x="54356" y="259714"/>
                </a:lnTo>
                <a:lnTo>
                  <a:pt x="54572" y="253281"/>
                </a:lnTo>
                <a:lnTo>
                  <a:pt x="55229" y="246157"/>
                </a:lnTo>
                <a:lnTo>
                  <a:pt x="56338" y="238319"/>
                </a:lnTo>
                <a:lnTo>
                  <a:pt x="59412" y="221432"/>
                </a:lnTo>
                <a:lnTo>
                  <a:pt x="60483" y="214407"/>
                </a:lnTo>
                <a:lnTo>
                  <a:pt x="61126" y="208668"/>
                </a:lnTo>
                <a:lnTo>
                  <a:pt x="61341" y="204215"/>
                </a:lnTo>
                <a:lnTo>
                  <a:pt x="60795" y="197195"/>
                </a:lnTo>
                <a:lnTo>
                  <a:pt x="32004" y="166115"/>
                </a:lnTo>
                <a:lnTo>
                  <a:pt x="32004" y="162940"/>
                </a:lnTo>
                <a:lnTo>
                  <a:pt x="60795" y="131863"/>
                </a:lnTo>
                <a:lnTo>
                  <a:pt x="61341" y="124840"/>
                </a:lnTo>
                <a:lnTo>
                  <a:pt x="61126" y="120388"/>
                </a:lnTo>
                <a:lnTo>
                  <a:pt x="60483" y="114649"/>
                </a:lnTo>
                <a:lnTo>
                  <a:pt x="59412" y="107624"/>
                </a:lnTo>
                <a:lnTo>
                  <a:pt x="57912" y="99313"/>
                </a:lnTo>
                <a:lnTo>
                  <a:pt x="56338" y="90791"/>
                </a:lnTo>
                <a:lnTo>
                  <a:pt x="55229" y="82946"/>
                </a:lnTo>
                <a:lnTo>
                  <a:pt x="54572" y="75793"/>
                </a:lnTo>
                <a:lnTo>
                  <a:pt x="54356" y="69341"/>
                </a:lnTo>
                <a:lnTo>
                  <a:pt x="55256" y="55435"/>
                </a:lnTo>
                <a:lnTo>
                  <a:pt x="76392" y="20548"/>
                </a:lnTo>
                <a:lnTo>
                  <a:pt x="107950" y="13208"/>
                </a:lnTo>
                <a:lnTo>
                  <a:pt x="110617" y="13208"/>
                </a:lnTo>
                <a:lnTo>
                  <a:pt x="110617" y="0"/>
                </a:lnTo>
                <a:close/>
              </a:path>
            </a:pathLst>
          </a:custGeom>
          <a:solidFill>
            <a:srgbClr val="000000"/>
          </a:solidFill>
        </p:spPr>
        <p:txBody>
          <a:bodyPr wrap="square" lIns="0" tIns="0" rIns="0" bIns="0" rtlCol="0"/>
          <a:lstStyle/>
          <a:p>
            <a:endParaRPr/>
          </a:p>
        </p:txBody>
      </p:sp>
      <p:sp>
        <p:nvSpPr>
          <p:cNvPr id="31" name="object 9">
            <a:extLst>
              <a:ext uri="{FF2B5EF4-FFF2-40B4-BE49-F238E27FC236}">
                <a16:creationId xmlns:a16="http://schemas.microsoft.com/office/drawing/2014/main" id="{3B08B8EA-F2D8-4A86-F183-7E5E056626C7}"/>
              </a:ext>
            </a:extLst>
          </p:cNvPr>
          <p:cNvSpPr txBox="1">
            <a:spLocks noGrp="1"/>
          </p:cNvSpPr>
          <p:nvPr>
            <p:ph type="title"/>
          </p:nvPr>
        </p:nvSpPr>
        <p:spPr>
          <a:xfrm>
            <a:off x="4807027" y="990567"/>
            <a:ext cx="4933321" cy="443070"/>
          </a:xfrm>
          <a:prstGeom prst="rect">
            <a:avLst/>
          </a:prstGeom>
        </p:spPr>
        <p:txBody>
          <a:bodyPr vert="horz" wrap="square" lIns="0" tIns="12065" rIns="0" bIns="0" rtlCol="0">
            <a:spAutoFit/>
          </a:bodyPr>
          <a:lstStyle/>
          <a:p>
            <a:pPr marL="12700">
              <a:lnSpc>
                <a:spcPct val="100000"/>
              </a:lnSpc>
              <a:spcBef>
                <a:spcPts val="95"/>
              </a:spcBef>
            </a:pPr>
            <a:r>
              <a:rPr lang="zh-CN" altLang="en-US" sz="2800" spc="-10" dirty="0">
                <a:latin typeface="Calibri"/>
                <a:cs typeface="Calibri"/>
              </a:rPr>
              <a:t> 参数</a:t>
            </a:r>
            <a:r>
              <a:rPr sz="2800" b="0" spc="-20" dirty="0">
                <a:latin typeface="Calibri"/>
                <a:cs typeface="Calibri"/>
              </a:rPr>
              <a:t> </a:t>
            </a:r>
            <a:r>
              <a:rPr sz="2800" b="0" spc="-5" dirty="0">
                <a:latin typeface="Cambria Math"/>
                <a:cs typeface="Cambria Math"/>
              </a:rPr>
              <a:t>𝜃</a:t>
            </a:r>
            <a:r>
              <a:rPr sz="2800" b="0" spc="210" dirty="0">
                <a:latin typeface="Cambria Math"/>
                <a:cs typeface="Cambria Math"/>
              </a:rPr>
              <a:t> </a:t>
            </a:r>
            <a:r>
              <a:rPr sz="2800" b="0" spc="-5" dirty="0">
                <a:latin typeface="Cambria Math"/>
                <a:cs typeface="Cambria Math"/>
              </a:rPr>
              <a:t>=</a:t>
            </a:r>
            <a:r>
              <a:rPr lang="en-US" sz="2800" b="0" spc="-5" dirty="0">
                <a:latin typeface="Cambria Math"/>
                <a:cs typeface="Cambria Math"/>
              </a:rPr>
              <a:t>   </a:t>
            </a:r>
            <a:r>
              <a:rPr sz="2800" b="0" dirty="0">
                <a:latin typeface="Cambria Math"/>
                <a:cs typeface="Cambria Math"/>
              </a:rPr>
              <a:t>𝑤</a:t>
            </a:r>
            <a:r>
              <a:rPr sz="3075" b="0" baseline="-16260" dirty="0">
                <a:latin typeface="Cambria Math"/>
                <a:cs typeface="Cambria Math"/>
              </a:rPr>
              <a:t>1</a:t>
            </a:r>
            <a:r>
              <a:rPr sz="2800" b="0" dirty="0">
                <a:latin typeface="Cambria Math"/>
                <a:cs typeface="Cambria Math"/>
              </a:rPr>
              <a:t>,</a:t>
            </a:r>
            <a:r>
              <a:rPr sz="2800" b="0" spc="-150" dirty="0">
                <a:latin typeface="Cambria Math"/>
                <a:cs typeface="Cambria Math"/>
              </a:rPr>
              <a:t> </a:t>
            </a:r>
            <a:r>
              <a:rPr sz="2800" b="0" spc="10" dirty="0">
                <a:latin typeface="Cambria Math"/>
                <a:cs typeface="Cambria Math"/>
              </a:rPr>
              <a:t>𝑤</a:t>
            </a:r>
            <a:r>
              <a:rPr sz="3075" b="0" spc="15" baseline="-16260" dirty="0">
                <a:latin typeface="Cambria Math"/>
                <a:cs typeface="Cambria Math"/>
              </a:rPr>
              <a:t>2</a:t>
            </a:r>
            <a:r>
              <a:rPr sz="2800" b="0" spc="10" dirty="0">
                <a:latin typeface="Cambria Math"/>
                <a:cs typeface="Cambria Math"/>
              </a:rPr>
              <a:t>,</a:t>
            </a:r>
            <a:r>
              <a:rPr sz="2800" b="0" spc="-155" dirty="0">
                <a:latin typeface="Cambria Math"/>
                <a:cs typeface="Cambria Math"/>
              </a:rPr>
              <a:t> </a:t>
            </a:r>
            <a:r>
              <a:rPr sz="2800" b="0" spc="-5" dirty="0">
                <a:latin typeface="Cambria Math"/>
                <a:cs typeface="Cambria Math"/>
              </a:rPr>
              <a:t>⋯</a:t>
            </a:r>
            <a:r>
              <a:rPr sz="2800" b="0" spc="-150" dirty="0">
                <a:latin typeface="Cambria Math"/>
                <a:cs typeface="Cambria Math"/>
              </a:rPr>
              <a:t> </a:t>
            </a:r>
            <a:r>
              <a:rPr sz="2800" b="0" spc="-5" dirty="0">
                <a:latin typeface="Cambria Math"/>
                <a:cs typeface="Cambria Math"/>
              </a:rPr>
              <a:t>,</a:t>
            </a:r>
            <a:r>
              <a:rPr sz="2800" b="0" spc="-155" dirty="0">
                <a:latin typeface="Cambria Math"/>
                <a:cs typeface="Cambria Math"/>
              </a:rPr>
              <a:t> </a:t>
            </a:r>
            <a:r>
              <a:rPr sz="2800" b="0" dirty="0">
                <a:latin typeface="Cambria Math"/>
                <a:cs typeface="Cambria Math"/>
              </a:rPr>
              <a:t>𝑏</a:t>
            </a:r>
            <a:r>
              <a:rPr sz="3075" b="0" baseline="-16260" dirty="0">
                <a:latin typeface="Cambria Math"/>
                <a:cs typeface="Cambria Math"/>
              </a:rPr>
              <a:t>1</a:t>
            </a:r>
            <a:r>
              <a:rPr sz="2800" b="0" dirty="0">
                <a:latin typeface="Cambria Math"/>
                <a:cs typeface="Cambria Math"/>
              </a:rPr>
              <a:t>,</a:t>
            </a:r>
            <a:r>
              <a:rPr sz="2800" b="0" spc="-165" dirty="0">
                <a:latin typeface="Cambria Math"/>
                <a:cs typeface="Cambria Math"/>
              </a:rPr>
              <a:t> </a:t>
            </a:r>
            <a:r>
              <a:rPr sz="2800" b="0" spc="25" dirty="0">
                <a:latin typeface="Cambria Math"/>
                <a:cs typeface="Cambria Math"/>
              </a:rPr>
              <a:t>𝑏</a:t>
            </a:r>
            <a:r>
              <a:rPr sz="3075" b="0" spc="37" baseline="-16260" dirty="0">
                <a:latin typeface="Cambria Math"/>
                <a:cs typeface="Cambria Math"/>
              </a:rPr>
              <a:t>2</a:t>
            </a:r>
            <a:r>
              <a:rPr sz="2800" b="0" spc="25" dirty="0">
                <a:latin typeface="Cambria Math"/>
                <a:cs typeface="Cambria Math"/>
              </a:rPr>
              <a:t>,</a:t>
            </a:r>
            <a:r>
              <a:rPr sz="2800" b="0" spc="-165" dirty="0">
                <a:latin typeface="Cambria Math"/>
                <a:cs typeface="Cambria Math"/>
              </a:rPr>
              <a:t> </a:t>
            </a:r>
            <a:r>
              <a:rPr sz="2800" b="0" spc="-5" dirty="0">
                <a:latin typeface="Cambria Math"/>
                <a:cs typeface="Cambria Math"/>
              </a:rPr>
              <a:t>⋯</a:t>
            </a:r>
            <a:endParaRPr sz="2800" dirty="0">
              <a:latin typeface="Cambria Math"/>
              <a:cs typeface="Cambria Math"/>
            </a:endParaRPr>
          </a:p>
        </p:txBody>
      </p:sp>
      <p:grpSp>
        <p:nvGrpSpPr>
          <p:cNvPr id="2" name="组合 1">
            <a:extLst>
              <a:ext uri="{FF2B5EF4-FFF2-40B4-BE49-F238E27FC236}">
                <a16:creationId xmlns:a16="http://schemas.microsoft.com/office/drawing/2014/main" id="{DC57D5D3-19D4-14C4-CFD6-3813D44DEF1F}"/>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BC4F2340-41C9-4C85-88C4-37F9A24DBAF2}"/>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32" name="组合 31">
              <a:extLst>
                <a:ext uri="{FF2B5EF4-FFF2-40B4-BE49-F238E27FC236}">
                  <a16:creationId xmlns:a16="http://schemas.microsoft.com/office/drawing/2014/main" id="{22E1305F-F636-BA87-1776-D20EE14D35E8}"/>
                </a:ext>
              </a:extLst>
            </p:cNvPr>
            <p:cNvGrpSpPr/>
            <p:nvPr/>
          </p:nvGrpSpPr>
          <p:grpSpPr>
            <a:xfrm>
              <a:off x="695400" y="260648"/>
              <a:ext cx="3672271" cy="1058822"/>
              <a:chOff x="623392" y="310880"/>
              <a:chExt cx="3672271" cy="1058822"/>
            </a:xfrm>
          </p:grpSpPr>
          <p:sp>
            <p:nvSpPr>
              <p:cNvPr id="33" name="文本框 32">
                <a:extLst>
                  <a:ext uri="{FF2B5EF4-FFF2-40B4-BE49-F238E27FC236}">
                    <a16:creationId xmlns:a16="http://schemas.microsoft.com/office/drawing/2014/main" id="{77071946-0DCD-1993-2C8E-2831D618CE96}"/>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梯度下降</a:t>
                </a:r>
              </a:p>
            </p:txBody>
          </p:sp>
          <p:cxnSp>
            <p:nvCxnSpPr>
              <p:cNvPr id="34" name="直接连接符 33">
                <a:extLst>
                  <a:ext uri="{FF2B5EF4-FFF2-40B4-BE49-F238E27FC236}">
                    <a16:creationId xmlns:a16="http://schemas.microsoft.com/office/drawing/2014/main" id="{B641EF51-8134-E7BD-BED7-4AD5146062CF}"/>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5" name="文本框 34">
                <a:extLst>
                  <a:ext uri="{FF2B5EF4-FFF2-40B4-BE49-F238E27FC236}">
                    <a16:creationId xmlns:a16="http://schemas.microsoft.com/office/drawing/2014/main" id="{308114EA-3344-4EE4-D2F5-4DA1E0A90FE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13047996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A19F40C3-47EB-39F7-2729-FE55970CBF4A}"/>
              </a:ext>
            </a:extLst>
          </p:cNvPr>
          <p:cNvSpPr txBox="1"/>
          <p:nvPr/>
        </p:nvSpPr>
        <p:spPr>
          <a:xfrm>
            <a:off x="3121264" y="1227350"/>
            <a:ext cx="2251710"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10" dirty="0">
                <a:latin typeface="Calibri"/>
                <a:cs typeface="Calibri"/>
              </a:rPr>
              <a:t>    计算</a:t>
            </a:r>
            <a:r>
              <a:rPr sz="2400" spc="-10" dirty="0">
                <a:latin typeface="Calibri"/>
                <a:cs typeface="Calibri"/>
              </a:rPr>
              <a:t> </a:t>
            </a:r>
            <a:r>
              <a:rPr sz="2400" spc="15" dirty="0">
                <a:latin typeface="Cambria Math"/>
                <a:cs typeface="Cambria Math"/>
              </a:rPr>
              <a:t>𝜕𝐿</a:t>
            </a:r>
            <a:r>
              <a:rPr lang="en-US" sz="3600" spc="300" baseline="2314" dirty="0">
                <a:latin typeface="Cambria Math"/>
                <a:cs typeface="Cambria Math"/>
              </a:rPr>
              <a:t>/</a:t>
            </a:r>
            <a:r>
              <a:rPr sz="2400" spc="-20" dirty="0">
                <a:latin typeface="Cambria Math"/>
                <a:cs typeface="Cambria Math"/>
              </a:rPr>
              <a:t>𝜕𝑤</a:t>
            </a:r>
            <a:r>
              <a:rPr sz="2625" spc="-30" baseline="-15873" dirty="0">
                <a:latin typeface="Cambria Math"/>
                <a:cs typeface="Cambria Math"/>
              </a:rPr>
              <a:t>1</a:t>
            </a:r>
            <a:endParaRPr sz="2625" baseline="-15873" dirty="0">
              <a:latin typeface="Cambria Math"/>
              <a:cs typeface="Cambria Math"/>
            </a:endParaRPr>
          </a:p>
        </p:txBody>
      </p:sp>
      <p:sp>
        <p:nvSpPr>
          <p:cNvPr id="5" name="object 4">
            <a:extLst>
              <a:ext uri="{FF2B5EF4-FFF2-40B4-BE49-F238E27FC236}">
                <a16:creationId xmlns:a16="http://schemas.microsoft.com/office/drawing/2014/main" id="{F925525A-4E80-805F-B3FA-6D1E4F570610}"/>
              </a:ext>
            </a:extLst>
          </p:cNvPr>
          <p:cNvSpPr/>
          <p:nvPr/>
        </p:nvSpPr>
        <p:spPr>
          <a:xfrm>
            <a:off x="2955021" y="1626510"/>
            <a:ext cx="2720340" cy="332740"/>
          </a:xfrm>
          <a:custGeom>
            <a:avLst/>
            <a:gdLst/>
            <a:ahLst/>
            <a:cxnLst/>
            <a:rect l="l" t="t" r="r" b="b"/>
            <a:pathLst>
              <a:path w="2720340" h="332739">
                <a:moveTo>
                  <a:pt x="2554224" y="0"/>
                </a:moveTo>
                <a:lnTo>
                  <a:pt x="2554224" y="83058"/>
                </a:lnTo>
                <a:lnTo>
                  <a:pt x="0" y="83058"/>
                </a:lnTo>
                <a:lnTo>
                  <a:pt x="0" y="249174"/>
                </a:lnTo>
                <a:lnTo>
                  <a:pt x="2554224" y="249174"/>
                </a:lnTo>
                <a:lnTo>
                  <a:pt x="2554224" y="332231"/>
                </a:lnTo>
                <a:lnTo>
                  <a:pt x="2720340" y="166115"/>
                </a:lnTo>
                <a:lnTo>
                  <a:pt x="2554224" y="0"/>
                </a:lnTo>
                <a:close/>
              </a:path>
            </a:pathLst>
          </a:custGeom>
          <a:solidFill>
            <a:srgbClr val="000000"/>
          </a:solidFill>
        </p:spPr>
        <p:txBody>
          <a:bodyPr wrap="square" lIns="0" tIns="0" rIns="0" bIns="0" rtlCol="0"/>
          <a:lstStyle/>
          <a:p>
            <a:endParaRPr/>
          </a:p>
        </p:txBody>
      </p:sp>
      <p:sp>
        <p:nvSpPr>
          <p:cNvPr id="7" name="object 6">
            <a:extLst>
              <a:ext uri="{FF2B5EF4-FFF2-40B4-BE49-F238E27FC236}">
                <a16:creationId xmlns:a16="http://schemas.microsoft.com/office/drawing/2014/main" id="{31A0391C-9FE6-8F3A-3A38-2B906971B4D8}"/>
              </a:ext>
            </a:extLst>
          </p:cNvPr>
          <p:cNvSpPr/>
          <p:nvPr/>
        </p:nvSpPr>
        <p:spPr>
          <a:xfrm>
            <a:off x="5692124" y="1579267"/>
            <a:ext cx="752855" cy="461772"/>
          </a:xfrm>
          <a:prstGeom prst="rect">
            <a:avLst/>
          </a:prstGeom>
          <a:blipFill>
            <a:blip r:embed="rId2" cstate="print"/>
            <a:stretch>
              <a:fillRect/>
            </a:stretch>
          </a:blipFill>
        </p:spPr>
        <p:txBody>
          <a:bodyPr wrap="square" lIns="0" tIns="0" rIns="0" bIns="0" rtlCol="0"/>
          <a:lstStyle/>
          <a:p>
            <a:endParaRPr/>
          </a:p>
        </p:txBody>
      </p:sp>
      <p:sp>
        <p:nvSpPr>
          <p:cNvPr id="8" name="object 7">
            <a:extLst>
              <a:ext uri="{FF2B5EF4-FFF2-40B4-BE49-F238E27FC236}">
                <a16:creationId xmlns:a16="http://schemas.microsoft.com/office/drawing/2014/main" id="{1F0603C2-32F0-BC15-0BAF-013804A844A6}"/>
              </a:ext>
            </a:extLst>
          </p:cNvPr>
          <p:cNvSpPr txBox="1"/>
          <p:nvPr/>
        </p:nvSpPr>
        <p:spPr>
          <a:xfrm>
            <a:off x="5692124" y="1579267"/>
            <a:ext cx="753110" cy="462280"/>
          </a:xfrm>
          <a:prstGeom prst="rect">
            <a:avLst/>
          </a:prstGeom>
          <a:ln w="6096">
            <a:solidFill>
              <a:srgbClr val="5B9BD4"/>
            </a:solidFill>
          </a:ln>
        </p:spPr>
        <p:txBody>
          <a:bodyPr vert="horz" wrap="square" lIns="0" tIns="27305" rIns="0" bIns="0" rtlCol="0">
            <a:spAutoFit/>
          </a:bodyPr>
          <a:lstStyle/>
          <a:p>
            <a:pPr marL="107950">
              <a:lnSpc>
                <a:spcPct val="100000"/>
              </a:lnSpc>
              <a:spcBef>
                <a:spcPts val="215"/>
              </a:spcBef>
            </a:pPr>
            <a:r>
              <a:rPr sz="2400" spc="-5" dirty="0">
                <a:latin typeface="Calibri"/>
                <a:cs typeface="Calibri"/>
              </a:rPr>
              <a:t>0.15</a:t>
            </a:r>
            <a:endParaRPr sz="2400">
              <a:latin typeface="Calibri"/>
              <a:cs typeface="Calibri"/>
            </a:endParaRPr>
          </a:p>
        </p:txBody>
      </p:sp>
      <p:sp>
        <p:nvSpPr>
          <p:cNvPr id="9" name="object 8">
            <a:extLst>
              <a:ext uri="{FF2B5EF4-FFF2-40B4-BE49-F238E27FC236}">
                <a16:creationId xmlns:a16="http://schemas.microsoft.com/office/drawing/2014/main" id="{5481F631-56A1-7DDC-7DC7-167070A1A20E}"/>
              </a:ext>
            </a:extLst>
          </p:cNvPr>
          <p:cNvSpPr/>
          <p:nvPr/>
        </p:nvSpPr>
        <p:spPr>
          <a:xfrm>
            <a:off x="6486128" y="1570123"/>
            <a:ext cx="2719070" cy="330835"/>
          </a:xfrm>
          <a:custGeom>
            <a:avLst/>
            <a:gdLst/>
            <a:ahLst/>
            <a:cxnLst/>
            <a:rect l="l" t="t" r="r" b="b"/>
            <a:pathLst>
              <a:path w="2719070" h="330835">
                <a:moveTo>
                  <a:pt x="2553462" y="0"/>
                </a:moveTo>
                <a:lnTo>
                  <a:pt x="2553462" y="82676"/>
                </a:lnTo>
                <a:lnTo>
                  <a:pt x="0" y="82676"/>
                </a:lnTo>
                <a:lnTo>
                  <a:pt x="0" y="248030"/>
                </a:lnTo>
                <a:lnTo>
                  <a:pt x="2553462" y="248030"/>
                </a:lnTo>
                <a:lnTo>
                  <a:pt x="2553462" y="330707"/>
                </a:lnTo>
                <a:lnTo>
                  <a:pt x="2718816" y="165353"/>
                </a:lnTo>
                <a:lnTo>
                  <a:pt x="2553462" y="0"/>
                </a:lnTo>
                <a:close/>
              </a:path>
            </a:pathLst>
          </a:custGeom>
          <a:solidFill>
            <a:srgbClr val="000000"/>
          </a:solidFill>
        </p:spPr>
        <p:txBody>
          <a:bodyPr wrap="square" lIns="0" tIns="0" rIns="0" bIns="0" rtlCol="0"/>
          <a:lstStyle/>
          <a:p>
            <a:endParaRPr/>
          </a:p>
        </p:txBody>
      </p:sp>
      <p:sp>
        <p:nvSpPr>
          <p:cNvPr id="11" name="object 10">
            <a:extLst>
              <a:ext uri="{FF2B5EF4-FFF2-40B4-BE49-F238E27FC236}">
                <a16:creationId xmlns:a16="http://schemas.microsoft.com/office/drawing/2014/main" id="{10D7E607-F1C5-4542-49AA-9A8132AD74ED}"/>
              </a:ext>
            </a:extLst>
          </p:cNvPr>
          <p:cNvSpPr/>
          <p:nvPr/>
        </p:nvSpPr>
        <p:spPr>
          <a:xfrm>
            <a:off x="9246092" y="1583839"/>
            <a:ext cx="751331" cy="461772"/>
          </a:xfrm>
          <a:prstGeom prst="rect">
            <a:avLst/>
          </a:prstGeom>
          <a:blipFill>
            <a:blip r:embed="rId3" cstate="print"/>
            <a:stretch>
              <a:fillRect/>
            </a:stretch>
          </a:blipFill>
        </p:spPr>
        <p:txBody>
          <a:bodyPr wrap="square" lIns="0" tIns="0" rIns="0" bIns="0" rtlCol="0"/>
          <a:lstStyle/>
          <a:p>
            <a:endParaRPr/>
          </a:p>
        </p:txBody>
      </p:sp>
      <p:sp>
        <p:nvSpPr>
          <p:cNvPr id="12" name="object 11">
            <a:extLst>
              <a:ext uri="{FF2B5EF4-FFF2-40B4-BE49-F238E27FC236}">
                <a16:creationId xmlns:a16="http://schemas.microsoft.com/office/drawing/2014/main" id="{530AF826-63AA-BAE5-52BA-02835ED32662}"/>
              </a:ext>
            </a:extLst>
          </p:cNvPr>
          <p:cNvSpPr txBox="1"/>
          <p:nvPr/>
        </p:nvSpPr>
        <p:spPr>
          <a:xfrm>
            <a:off x="9246092" y="1583839"/>
            <a:ext cx="751840" cy="462280"/>
          </a:xfrm>
          <a:prstGeom prst="rect">
            <a:avLst/>
          </a:prstGeom>
          <a:ln w="6096">
            <a:solidFill>
              <a:srgbClr val="5B9BD4"/>
            </a:solidFill>
          </a:ln>
        </p:spPr>
        <p:txBody>
          <a:bodyPr vert="horz" wrap="square" lIns="0" tIns="27305" rIns="0" bIns="0" rtlCol="0">
            <a:spAutoFit/>
          </a:bodyPr>
          <a:lstStyle/>
          <a:p>
            <a:pPr marL="107950">
              <a:lnSpc>
                <a:spcPct val="100000"/>
              </a:lnSpc>
              <a:spcBef>
                <a:spcPts val="215"/>
              </a:spcBef>
            </a:pPr>
            <a:r>
              <a:rPr sz="2400" spc="-5" dirty="0">
                <a:latin typeface="Calibri"/>
                <a:cs typeface="Calibri"/>
              </a:rPr>
              <a:t>0.09</a:t>
            </a:r>
            <a:endParaRPr sz="2400">
              <a:latin typeface="Calibri"/>
              <a:cs typeface="Calibri"/>
            </a:endParaRPr>
          </a:p>
        </p:txBody>
      </p:sp>
      <p:sp>
        <p:nvSpPr>
          <p:cNvPr id="13" name="object 12">
            <a:extLst>
              <a:ext uri="{FF2B5EF4-FFF2-40B4-BE49-F238E27FC236}">
                <a16:creationId xmlns:a16="http://schemas.microsoft.com/office/drawing/2014/main" id="{03EEF961-29D6-DC35-79E9-C98412B6293E}"/>
              </a:ext>
            </a:extLst>
          </p:cNvPr>
          <p:cNvSpPr/>
          <p:nvPr/>
        </p:nvSpPr>
        <p:spPr>
          <a:xfrm>
            <a:off x="2955021" y="2839615"/>
            <a:ext cx="2720340" cy="332740"/>
          </a:xfrm>
          <a:custGeom>
            <a:avLst/>
            <a:gdLst/>
            <a:ahLst/>
            <a:cxnLst/>
            <a:rect l="l" t="t" r="r" b="b"/>
            <a:pathLst>
              <a:path w="2720340" h="332739">
                <a:moveTo>
                  <a:pt x="2554224" y="0"/>
                </a:moveTo>
                <a:lnTo>
                  <a:pt x="2554224" y="83058"/>
                </a:lnTo>
                <a:lnTo>
                  <a:pt x="0" y="83058"/>
                </a:lnTo>
                <a:lnTo>
                  <a:pt x="0" y="249174"/>
                </a:lnTo>
                <a:lnTo>
                  <a:pt x="2554224" y="249174"/>
                </a:lnTo>
                <a:lnTo>
                  <a:pt x="2554224" y="332232"/>
                </a:lnTo>
                <a:lnTo>
                  <a:pt x="2720340" y="166116"/>
                </a:lnTo>
                <a:lnTo>
                  <a:pt x="2554224" y="0"/>
                </a:lnTo>
                <a:close/>
              </a:path>
            </a:pathLst>
          </a:custGeom>
          <a:solidFill>
            <a:srgbClr val="000000"/>
          </a:solidFill>
        </p:spPr>
        <p:txBody>
          <a:bodyPr wrap="square" lIns="0" tIns="0" rIns="0" bIns="0" rtlCol="0"/>
          <a:lstStyle/>
          <a:p>
            <a:endParaRPr/>
          </a:p>
        </p:txBody>
      </p:sp>
      <p:sp>
        <p:nvSpPr>
          <p:cNvPr id="15" name="object 14">
            <a:extLst>
              <a:ext uri="{FF2B5EF4-FFF2-40B4-BE49-F238E27FC236}">
                <a16:creationId xmlns:a16="http://schemas.microsoft.com/office/drawing/2014/main" id="{5C488BAB-38CA-CAFA-9B47-3EE7D26177A5}"/>
              </a:ext>
            </a:extLst>
          </p:cNvPr>
          <p:cNvSpPr txBox="1"/>
          <p:nvPr/>
        </p:nvSpPr>
        <p:spPr>
          <a:xfrm>
            <a:off x="3116692" y="1701645"/>
            <a:ext cx="2259965" cy="570669"/>
          </a:xfrm>
          <a:prstGeom prst="rect">
            <a:avLst/>
          </a:prstGeom>
        </p:spPr>
        <p:txBody>
          <a:bodyPr vert="horz" wrap="square" lIns="0" tIns="199390" rIns="0" bIns="0" rtlCol="0">
            <a:spAutoFit/>
          </a:bodyPr>
          <a:lstStyle/>
          <a:p>
            <a:pPr marR="53340" algn="ctr">
              <a:lnSpc>
                <a:spcPct val="100000"/>
              </a:lnSpc>
              <a:spcBef>
                <a:spcPts val="1570"/>
              </a:spcBef>
            </a:pPr>
            <a:r>
              <a:rPr sz="2400" spc="-5" dirty="0">
                <a:latin typeface="Cambria Math"/>
                <a:cs typeface="Cambria Math"/>
              </a:rPr>
              <a:t>−</a:t>
            </a:r>
            <a:r>
              <a:rPr lang="zh-CN" altLang="en-US" sz="2400" spc="10" dirty="0">
                <a:latin typeface="Cambria Math"/>
                <a:cs typeface="Cambria Math"/>
              </a:rPr>
              <a:t>𝜂</a:t>
            </a:r>
            <a:r>
              <a:rPr sz="2400" spc="15" dirty="0">
                <a:latin typeface="Cambria Math"/>
                <a:cs typeface="Cambria Math"/>
              </a:rPr>
              <a:t>𝜕𝐿</a:t>
            </a:r>
            <a:r>
              <a:rPr sz="3600" spc="225" baseline="2314" dirty="0">
                <a:latin typeface="Cambria Math"/>
                <a:cs typeface="Cambria Math"/>
              </a:rPr>
              <a:t> </a:t>
            </a:r>
            <a:r>
              <a:rPr sz="2400" spc="-20" dirty="0">
                <a:latin typeface="Cambria Math"/>
                <a:cs typeface="Cambria Math"/>
              </a:rPr>
              <a:t>𝜕𝑤</a:t>
            </a:r>
            <a:r>
              <a:rPr sz="2625" spc="-30" baseline="-15873" dirty="0">
                <a:latin typeface="Cambria Math"/>
                <a:cs typeface="Cambria Math"/>
              </a:rPr>
              <a:t>1</a:t>
            </a:r>
            <a:endParaRPr sz="2625" baseline="-15873" dirty="0">
              <a:latin typeface="Cambria Math"/>
              <a:cs typeface="Cambria Math"/>
            </a:endParaRPr>
          </a:p>
        </p:txBody>
      </p:sp>
      <p:sp>
        <p:nvSpPr>
          <p:cNvPr id="16" name="object 15">
            <a:extLst>
              <a:ext uri="{FF2B5EF4-FFF2-40B4-BE49-F238E27FC236}">
                <a16:creationId xmlns:a16="http://schemas.microsoft.com/office/drawing/2014/main" id="{B528D1EF-2E55-492A-0310-B125C0AE64B2}"/>
              </a:ext>
            </a:extLst>
          </p:cNvPr>
          <p:cNvSpPr/>
          <p:nvPr/>
        </p:nvSpPr>
        <p:spPr>
          <a:xfrm>
            <a:off x="5692124" y="2792371"/>
            <a:ext cx="752855" cy="461771"/>
          </a:xfrm>
          <a:prstGeom prst="rect">
            <a:avLst/>
          </a:prstGeom>
          <a:blipFill>
            <a:blip r:embed="rId4" cstate="print"/>
            <a:stretch>
              <a:fillRect/>
            </a:stretch>
          </a:blipFill>
        </p:spPr>
        <p:txBody>
          <a:bodyPr wrap="square" lIns="0" tIns="0" rIns="0" bIns="0" rtlCol="0"/>
          <a:lstStyle/>
          <a:p>
            <a:endParaRPr/>
          </a:p>
        </p:txBody>
      </p:sp>
      <p:sp>
        <p:nvSpPr>
          <p:cNvPr id="17" name="object 16">
            <a:extLst>
              <a:ext uri="{FF2B5EF4-FFF2-40B4-BE49-F238E27FC236}">
                <a16:creationId xmlns:a16="http://schemas.microsoft.com/office/drawing/2014/main" id="{EE8E84EE-228B-5139-F1B8-E2A78A1503E0}"/>
              </a:ext>
            </a:extLst>
          </p:cNvPr>
          <p:cNvSpPr txBox="1"/>
          <p:nvPr/>
        </p:nvSpPr>
        <p:spPr>
          <a:xfrm>
            <a:off x="5692124" y="2792371"/>
            <a:ext cx="753110" cy="462280"/>
          </a:xfrm>
          <a:prstGeom prst="rect">
            <a:avLst/>
          </a:prstGeom>
          <a:ln w="6096">
            <a:solidFill>
              <a:srgbClr val="4471C4"/>
            </a:solidFill>
          </a:ln>
        </p:spPr>
        <p:txBody>
          <a:bodyPr vert="horz" wrap="square" lIns="0" tIns="26670" rIns="0" bIns="0" rtlCol="0">
            <a:spAutoFit/>
          </a:bodyPr>
          <a:lstStyle/>
          <a:p>
            <a:pPr marL="107950">
              <a:lnSpc>
                <a:spcPct val="100000"/>
              </a:lnSpc>
              <a:spcBef>
                <a:spcPts val="210"/>
              </a:spcBef>
            </a:pPr>
            <a:r>
              <a:rPr sz="2400" spc="-5" dirty="0">
                <a:latin typeface="Calibri"/>
                <a:cs typeface="Calibri"/>
              </a:rPr>
              <a:t>0.05</a:t>
            </a:r>
            <a:endParaRPr sz="2400">
              <a:latin typeface="Calibri"/>
              <a:cs typeface="Calibri"/>
            </a:endParaRPr>
          </a:p>
        </p:txBody>
      </p:sp>
      <p:sp>
        <p:nvSpPr>
          <p:cNvPr id="18" name="object 17">
            <a:extLst>
              <a:ext uri="{FF2B5EF4-FFF2-40B4-BE49-F238E27FC236}">
                <a16:creationId xmlns:a16="http://schemas.microsoft.com/office/drawing/2014/main" id="{6D816C5B-BDCF-B3C1-8B21-0B77883934F1}"/>
              </a:ext>
            </a:extLst>
          </p:cNvPr>
          <p:cNvSpPr/>
          <p:nvPr/>
        </p:nvSpPr>
        <p:spPr>
          <a:xfrm>
            <a:off x="6514274" y="2839615"/>
            <a:ext cx="2719070" cy="332740"/>
          </a:xfrm>
          <a:custGeom>
            <a:avLst/>
            <a:gdLst/>
            <a:ahLst/>
            <a:cxnLst/>
            <a:rect l="l" t="t" r="r" b="b"/>
            <a:pathLst>
              <a:path w="2719070" h="332739">
                <a:moveTo>
                  <a:pt x="2552699" y="0"/>
                </a:moveTo>
                <a:lnTo>
                  <a:pt x="2552699" y="83058"/>
                </a:lnTo>
                <a:lnTo>
                  <a:pt x="0" y="83058"/>
                </a:lnTo>
                <a:lnTo>
                  <a:pt x="0" y="249174"/>
                </a:lnTo>
                <a:lnTo>
                  <a:pt x="2552699" y="249174"/>
                </a:lnTo>
                <a:lnTo>
                  <a:pt x="2552699" y="332232"/>
                </a:lnTo>
                <a:lnTo>
                  <a:pt x="2718816" y="166116"/>
                </a:lnTo>
                <a:lnTo>
                  <a:pt x="2552699" y="0"/>
                </a:lnTo>
                <a:close/>
              </a:path>
            </a:pathLst>
          </a:custGeom>
          <a:solidFill>
            <a:srgbClr val="000000"/>
          </a:solidFill>
        </p:spPr>
        <p:txBody>
          <a:bodyPr wrap="square" lIns="0" tIns="0" rIns="0" bIns="0" rtlCol="0"/>
          <a:lstStyle/>
          <a:p>
            <a:endParaRPr/>
          </a:p>
        </p:txBody>
      </p:sp>
      <p:sp>
        <p:nvSpPr>
          <p:cNvPr id="21" name="object 20">
            <a:extLst>
              <a:ext uri="{FF2B5EF4-FFF2-40B4-BE49-F238E27FC236}">
                <a16:creationId xmlns:a16="http://schemas.microsoft.com/office/drawing/2014/main" id="{D2E40B9D-C201-3C28-DD68-8B81B9ACC7B1}"/>
              </a:ext>
            </a:extLst>
          </p:cNvPr>
          <p:cNvSpPr/>
          <p:nvPr/>
        </p:nvSpPr>
        <p:spPr>
          <a:xfrm>
            <a:off x="9246092" y="2796942"/>
            <a:ext cx="751331" cy="461772"/>
          </a:xfrm>
          <a:prstGeom prst="rect">
            <a:avLst/>
          </a:prstGeom>
          <a:blipFill>
            <a:blip r:embed="rId5" cstate="print"/>
            <a:stretch>
              <a:fillRect/>
            </a:stretch>
          </a:blipFill>
        </p:spPr>
        <p:txBody>
          <a:bodyPr wrap="square" lIns="0" tIns="0" rIns="0" bIns="0" rtlCol="0"/>
          <a:lstStyle/>
          <a:p>
            <a:endParaRPr/>
          </a:p>
        </p:txBody>
      </p:sp>
      <p:sp>
        <p:nvSpPr>
          <p:cNvPr id="22" name="object 21">
            <a:extLst>
              <a:ext uri="{FF2B5EF4-FFF2-40B4-BE49-F238E27FC236}">
                <a16:creationId xmlns:a16="http://schemas.microsoft.com/office/drawing/2014/main" id="{3FABF479-CC36-CFC7-92E2-B3D030F0EFA1}"/>
              </a:ext>
            </a:extLst>
          </p:cNvPr>
          <p:cNvSpPr txBox="1"/>
          <p:nvPr/>
        </p:nvSpPr>
        <p:spPr>
          <a:xfrm>
            <a:off x="9246092" y="2796942"/>
            <a:ext cx="751840" cy="462280"/>
          </a:xfrm>
          <a:prstGeom prst="rect">
            <a:avLst/>
          </a:prstGeom>
          <a:ln w="6096">
            <a:solidFill>
              <a:srgbClr val="4471C4"/>
            </a:solidFill>
          </a:ln>
        </p:spPr>
        <p:txBody>
          <a:bodyPr vert="horz" wrap="square" lIns="0" tIns="26670" rIns="0" bIns="0" rtlCol="0">
            <a:spAutoFit/>
          </a:bodyPr>
          <a:lstStyle/>
          <a:p>
            <a:pPr marL="107950">
              <a:lnSpc>
                <a:spcPct val="100000"/>
              </a:lnSpc>
              <a:spcBef>
                <a:spcPts val="210"/>
              </a:spcBef>
            </a:pPr>
            <a:r>
              <a:rPr sz="2400" spc="-5" dirty="0">
                <a:latin typeface="Calibri"/>
                <a:cs typeface="Calibri"/>
              </a:rPr>
              <a:t>0.15</a:t>
            </a:r>
            <a:endParaRPr sz="2400">
              <a:latin typeface="Calibri"/>
              <a:cs typeface="Calibri"/>
            </a:endParaRPr>
          </a:p>
        </p:txBody>
      </p:sp>
      <p:sp>
        <p:nvSpPr>
          <p:cNvPr id="23" name="object 22">
            <a:extLst>
              <a:ext uri="{FF2B5EF4-FFF2-40B4-BE49-F238E27FC236}">
                <a16:creationId xmlns:a16="http://schemas.microsoft.com/office/drawing/2014/main" id="{19011052-7BC1-C942-FE2F-06EBC0F5BE25}"/>
              </a:ext>
            </a:extLst>
          </p:cNvPr>
          <p:cNvSpPr txBox="1"/>
          <p:nvPr/>
        </p:nvSpPr>
        <p:spPr>
          <a:xfrm>
            <a:off x="1648190" y="1448964"/>
            <a:ext cx="528955" cy="4305300"/>
          </a:xfrm>
          <a:prstGeom prst="rect">
            <a:avLst/>
          </a:prstGeom>
          <a:ln w="38100">
            <a:solidFill>
              <a:srgbClr val="000000"/>
            </a:solidFill>
          </a:ln>
        </p:spPr>
        <p:txBody>
          <a:bodyPr vert="horz" wrap="square" lIns="0" tIns="112395" rIns="0" bIns="0" rtlCol="0">
            <a:spAutoFit/>
          </a:bodyPr>
          <a:lstStyle/>
          <a:p>
            <a:pPr marL="140970">
              <a:lnSpc>
                <a:spcPct val="100000"/>
              </a:lnSpc>
              <a:spcBef>
                <a:spcPts val="885"/>
              </a:spcBef>
            </a:pPr>
            <a:r>
              <a:rPr sz="2400" spc="-50" dirty="0">
                <a:latin typeface="Cambria Math"/>
                <a:cs typeface="Cambria Math"/>
              </a:rPr>
              <a:t>𝑤</a:t>
            </a:r>
            <a:r>
              <a:rPr sz="2625" spc="-75" baseline="-15873" dirty="0">
                <a:latin typeface="Cambria Math"/>
                <a:cs typeface="Cambria Math"/>
              </a:rPr>
              <a:t>1</a:t>
            </a:r>
            <a:endParaRPr sz="2625" baseline="-15873">
              <a:latin typeface="Cambria Math"/>
              <a:cs typeface="Cambria Math"/>
            </a:endParaRPr>
          </a:p>
          <a:p>
            <a:pPr>
              <a:lnSpc>
                <a:spcPct val="100000"/>
              </a:lnSpc>
            </a:pPr>
            <a:endParaRPr sz="2700">
              <a:latin typeface="Times New Roman"/>
              <a:cs typeface="Times New Roman"/>
            </a:endParaRPr>
          </a:p>
          <a:p>
            <a:pPr>
              <a:lnSpc>
                <a:spcPct val="100000"/>
              </a:lnSpc>
            </a:pPr>
            <a:endParaRPr sz="3100">
              <a:latin typeface="Times New Roman"/>
              <a:cs typeface="Times New Roman"/>
            </a:endParaRPr>
          </a:p>
          <a:p>
            <a:pPr marL="142875">
              <a:lnSpc>
                <a:spcPct val="100000"/>
              </a:lnSpc>
              <a:spcBef>
                <a:spcPts val="5"/>
              </a:spcBef>
            </a:pPr>
            <a:r>
              <a:rPr sz="2400" spc="-25" dirty="0">
                <a:latin typeface="Cambria Math"/>
                <a:cs typeface="Cambria Math"/>
              </a:rPr>
              <a:t>𝑤</a:t>
            </a:r>
            <a:r>
              <a:rPr sz="2625" spc="-37" baseline="-15873" dirty="0">
                <a:latin typeface="Cambria Math"/>
                <a:cs typeface="Cambria Math"/>
              </a:rPr>
              <a:t>2</a:t>
            </a:r>
            <a:endParaRPr sz="2625" baseline="-15873">
              <a:latin typeface="Cambria Math"/>
              <a:cs typeface="Cambria Math"/>
            </a:endParaRPr>
          </a:p>
          <a:p>
            <a:pPr>
              <a:lnSpc>
                <a:spcPct val="100000"/>
              </a:lnSpc>
            </a:pPr>
            <a:endParaRPr sz="2700">
              <a:latin typeface="Times New Roman"/>
              <a:cs typeface="Times New Roman"/>
            </a:endParaRPr>
          </a:p>
          <a:p>
            <a:pPr>
              <a:lnSpc>
                <a:spcPct val="100000"/>
              </a:lnSpc>
            </a:pPr>
            <a:endParaRPr sz="2700">
              <a:latin typeface="Times New Roman"/>
              <a:cs typeface="Times New Roman"/>
            </a:endParaRPr>
          </a:p>
          <a:p>
            <a:pPr>
              <a:lnSpc>
                <a:spcPct val="100000"/>
              </a:lnSpc>
              <a:spcBef>
                <a:spcPts val="50"/>
              </a:spcBef>
            </a:pPr>
            <a:endParaRPr sz="2700">
              <a:latin typeface="Times New Roman"/>
              <a:cs typeface="Times New Roman"/>
            </a:endParaRPr>
          </a:p>
          <a:p>
            <a:pPr marL="140970">
              <a:lnSpc>
                <a:spcPct val="100000"/>
              </a:lnSpc>
            </a:pPr>
            <a:r>
              <a:rPr sz="2400" spc="-45" dirty="0">
                <a:latin typeface="Cambria Math"/>
                <a:cs typeface="Cambria Math"/>
              </a:rPr>
              <a:t>𝑏</a:t>
            </a:r>
            <a:r>
              <a:rPr sz="2625" spc="-67" baseline="-15873" dirty="0">
                <a:latin typeface="Cambria Math"/>
                <a:cs typeface="Cambria Math"/>
              </a:rPr>
              <a:t>1</a:t>
            </a:r>
            <a:endParaRPr sz="2625" baseline="-15873">
              <a:latin typeface="Cambria Math"/>
              <a:cs typeface="Cambria Math"/>
            </a:endParaRPr>
          </a:p>
        </p:txBody>
      </p:sp>
      <p:sp>
        <p:nvSpPr>
          <p:cNvPr id="24" name="object 23">
            <a:extLst>
              <a:ext uri="{FF2B5EF4-FFF2-40B4-BE49-F238E27FC236}">
                <a16:creationId xmlns:a16="http://schemas.microsoft.com/office/drawing/2014/main" id="{DA32FCFF-C42D-7F05-3E8C-17057C7A8845}"/>
              </a:ext>
            </a:extLst>
          </p:cNvPr>
          <p:cNvSpPr txBox="1"/>
          <p:nvPr/>
        </p:nvSpPr>
        <p:spPr>
          <a:xfrm>
            <a:off x="3150220" y="3995264"/>
            <a:ext cx="2192655" cy="391795"/>
          </a:xfrm>
          <a:prstGeom prst="rect">
            <a:avLst/>
          </a:prstGeom>
        </p:spPr>
        <p:txBody>
          <a:bodyPr vert="horz" wrap="square" lIns="0" tIns="12700" rIns="0" bIns="0" rtlCol="0">
            <a:spAutoFit/>
          </a:bodyPr>
          <a:lstStyle/>
          <a:p>
            <a:pPr marL="12700">
              <a:lnSpc>
                <a:spcPct val="100000"/>
              </a:lnSpc>
              <a:spcBef>
                <a:spcPts val="100"/>
              </a:spcBef>
            </a:pPr>
            <a:r>
              <a:rPr lang="zh-CN" altLang="en-US" sz="2400" spc="-10" dirty="0">
                <a:latin typeface="Calibri"/>
                <a:cs typeface="Calibri"/>
              </a:rPr>
              <a:t>     计算</a:t>
            </a:r>
            <a:r>
              <a:rPr sz="2400" spc="-10" dirty="0">
                <a:latin typeface="Calibri"/>
                <a:cs typeface="Calibri"/>
              </a:rPr>
              <a:t> </a:t>
            </a:r>
            <a:r>
              <a:rPr sz="2400" spc="15" dirty="0">
                <a:latin typeface="Cambria Math"/>
                <a:cs typeface="Cambria Math"/>
              </a:rPr>
              <a:t>𝜕𝐿</a:t>
            </a:r>
            <a:r>
              <a:rPr lang="en-US" sz="3600" spc="300" baseline="2314" dirty="0">
                <a:latin typeface="Cambria Math"/>
                <a:cs typeface="Cambria Math"/>
              </a:rPr>
              <a:t>/</a:t>
            </a:r>
            <a:r>
              <a:rPr sz="2400" spc="-15" dirty="0">
                <a:latin typeface="Cambria Math"/>
                <a:cs typeface="Cambria Math"/>
              </a:rPr>
              <a:t>𝜕𝑏</a:t>
            </a:r>
            <a:r>
              <a:rPr sz="2625" spc="-22" baseline="-15873" dirty="0">
                <a:latin typeface="Cambria Math"/>
                <a:cs typeface="Cambria Math"/>
              </a:rPr>
              <a:t>1</a:t>
            </a:r>
            <a:endParaRPr sz="2625" baseline="-15873" dirty="0">
              <a:latin typeface="Cambria Math"/>
              <a:cs typeface="Cambria Math"/>
            </a:endParaRPr>
          </a:p>
        </p:txBody>
      </p:sp>
      <p:sp>
        <p:nvSpPr>
          <p:cNvPr id="25" name="object 24">
            <a:extLst>
              <a:ext uri="{FF2B5EF4-FFF2-40B4-BE49-F238E27FC236}">
                <a16:creationId xmlns:a16="http://schemas.microsoft.com/office/drawing/2014/main" id="{0354A8C2-9646-D00B-31D7-58FC36E63423}"/>
              </a:ext>
            </a:extLst>
          </p:cNvPr>
          <p:cNvSpPr/>
          <p:nvPr/>
        </p:nvSpPr>
        <p:spPr>
          <a:xfrm>
            <a:off x="2982941" y="4373267"/>
            <a:ext cx="2720340" cy="332740"/>
          </a:xfrm>
          <a:custGeom>
            <a:avLst/>
            <a:gdLst/>
            <a:ahLst/>
            <a:cxnLst/>
            <a:rect l="l" t="t" r="r" b="b"/>
            <a:pathLst>
              <a:path w="2720340" h="332739">
                <a:moveTo>
                  <a:pt x="2554224" y="0"/>
                </a:moveTo>
                <a:lnTo>
                  <a:pt x="2554224" y="83057"/>
                </a:lnTo>
                <a:lnTo>
                  <a:pt x="0" y="83057"/>
                </a:lnTo>
                <a:lnTo>
                  <a:pt x="0" y="249173"/>
                </a:lnTo>
                <a:lnTo>
                  <a:pt x="2554224" y="249173"/>
                </a:lnTo>
                <a:lnTo>
                  <a:pt x="2554224" y="332231"/>
                </a:lnTo>
                <a:lnTo>
                  <a:pt x="2720340" y="166115"/>
                </a:lnTo>
                <a:lnTo>
                  <a:pt x="2554224" y="0"/>
                </a:lnTo>
                <a:close/>
              </a:path>
            </a:pathLst>
          </a:custGeom>
          <a:solidFill>
            <a:srgbClr val="000000"/>
          </a:solidFill>
        </p:spPr>
        <p:txBody>
          <a:bodyPr wrap="square" lIns="0" tIns="0" rIns="0" bIns="0" rtlCol="0"/>
          <a:lstStyle/>
          <a:p>
            <a:endParaRPr/>
          </a:p>
        </p:txBody>
      </p:sp>
      <p:sp>
        <p:nvSpPr>
          <p:cNvPr id="27" name="object 26">
            <a:extLst>
              <a:ext uri="{FF2B5EF4-FFF2-40B4-BE49-F238E27FC236}">
                <a16:creationId xmlns:a16="http://schemas.microsoft.com/office/drawing/2014/main" id="{C4B2F94C-19AC-570D-4CDE-3CA4A029CDEE}"/>
              </a:ext>
            </a:extLst>
          </p:cNvPr>
          <p:cNvSpPr txBox="1"/>
          <p:nvPr/>
        </p:nvSpPr>
        <p:spPr>
          <a:xfrm>
            <a:off x="3495533" y="4656934"/>
            <a:ext cx="14395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a:t>
            </a:r>
            <a:r>
              <a:rPr lang="zh-CN" altLang="en-US" sz="2400" spc="10" dirty="0">
                <a:latin typeface="Cambria Math"/>
                <a:cs typeface="Cambria Math"/>
              </a:rPr>
              <a:t>𝜂</a:t>
            </a:r>
            <a:r>
              <a:rPr sz="2400" spc="15" dirty="0">
                <a:latin typeface="Cambria Math"/>
                <a:cs typeface="Cambria Math"/>
              </a:rPr>
              <a:t>𝜕𝐿</a:t>
            </a:r>
            <a:r>
              <a:rPr lang="en-US" sz="3600" spc="172" baseline="2314" dirty="0">
                <a:latin typeface="Cambria Math"/>
                <a:cs typeface="Cambria Math"/>
              </a:rPr>
              <a:t>/</a:t>
            </a:r>
            <a:r>
              <a:rPr sz="2400" spc="-15" dirty="0">
                <a:latin typeface="Cambria Math"/>
                <a:cs typeface="Cambria Math"/>
              </a:rPr>
              <a:t>𝜕𝑏</a:t>
            </a:r>
            <a:r>
              <a:rPr sz="2625" spc="-22" baseline="-15873" dirty="0">
                <a:latin typeface="Cambria Math"/>
                <a:cs typeface="Cambria Math"/>
              </a:rPr>
              <a:t>1</a:t>
            </a:r>
            <a:endParaRPr sz="2625" baseline="-15873" dirty="0">
              <a:latin typeface="Cambria Math"/>
              <a:cs typeface="Cambria Math"/>
            </a:endParaRPr>
          </a:p>
        </p:txBody>
      </p:sp>
      <p:sp>
        <p:nvSpPr>
          <p:cNvPr id="28" name="object 27">
            <a:extLst>
              <a:ext uri="{FF2B5EF4-FFF2-40B4-BE49-F238E27FC236}">
                <a16:creationId xmlns:a16="http://schemas.microsoft.com/office/drawing/2014/main" id="{F49AE041-6AAD-FDAA-98E4-89361679F2BE}"/>
              </a:ext>
            </a:extLst>
          </p:cNvPr>
          <p:cNvSpPr/>
          <p:nvPr/>
        </p:nvSpPr>
        <p:spPr>
          <a:xfrm>
            <a:off x="5692124" y="4346851"/>
            <a:ext cx="752855" cy="461772"/>
          </a:xfrm>
          <a:prstGeom prst="rect">
            <a:avLst/>
          </a:prstGeom>
          <a:blipFill>
            <a:blip r:embed="rId6" cstate="print"/>
            <a:stretch>
              <a:fillRect/>
            </a:stretch>
          </a:blipFill>
        </p:spPr>
        <p:txBody>
          <a:bodyPr wrap="square" lIns="0" tIns="0" rIns="0" bIns="0" rtlCol="0"/>
          <a:lstStyle/>
          <a:p>
            <a:endParaRPr/>
          </a:p>
        </p:txBody>
      </p:sp>
      <p:sp>
        <p:nvSpPr>
          <p:cNvPr id="29" name="object 28">
            <a:extLst>
              <a:ext uri="{FF2B5EF4-FFF2-40B4-BE49-F238E27FC236}">
                <a16:creationId xmlns:a16="http://schemas.microsoft.com/office/drawing/2014/main" id="{723B7F73-E56E-D7DE-3F5F-55604DF02B23}"/>
              </a:ext>
            </a:extLst>
          </p:cNvPr>
          <p:cNvSpPr txBox="1"/>
          <p:nvPr/>
        </p:nvSpPr>
        <p:spPr>
          <a:xfrm>
            <a:off x="5692124" y="4346851"/>
            <a:ext cx="753110" cy="462280"/>
          </a:xfrm>
          <a:prstGeom prst="rect">
            <a:avLst/>
          </a:prstGeom>
          <a:ln w="6096">
            <a:solidFill>
              <a:srgbClr val="6FAC46"/>
            </a:solidFill>
          </a:ln>
        </p:spPr>
        <p:txBody>
          <a:bodyPr vert="horz" wrap="square" lIns="0" tIns="27940" rIns="0" bIns="0" rtlCol="0">
            <a:spAutoFit/>
          </a:bodyPr>
          <a:lstStyle/>
          <a:p>
            <a:pPr marL="184150">
              <a:lnSpc>
                <a:spcPct val="100000"/>
              </a:lnSpc>
              <a:spcBef>
                <a:spcPts val="220"/>
              </a:spcBef>
            </a:pPr>
            <a:r>
              <a:rPr sz="2400" spc="-5" dirty="0">
                <a:latin typeface="Calibri"/>
                <a:cs typeface="Calibri"/>
              </a:rPr>
              <a:t>0.2</a:t>
            </a:r>
            <a:endParaRPr sz="2400">
              <a:latin typeface="Calibri"/>
              <a:cs typeface="Calibri"/>
            </a:endParaRPr>
          </a:p>
        </p:txBody>
      </p:sp>
      <p:sp>
        <p:nvSpPr>
          <p:cNvPr id="30" name="object 29">
            <a:extLst>
              <a:ext uri="{FF2B5EF4-FFF2-40B4-BE49-F238E27FC236}">
                <a16:creationId xmlns:a16="http://schemas.microsoft.com/office/drawing/2014/main" id="{EDAB467F-560B-E129-A9AC-5DF51473AB2D}"/>
              </a:ext>
            </a:extLst>
          </p:cNvPr>
          <p:cNvSpPr/>
          <p:nvPr/>
        </p:nvSpPr>
        <p:spPr>
          <a:xfrm>
            <a:off x="6486128" y="4337707"/>
            <a:ext cx="2719070" cy="332740"/>
          </a:xfrm>
          <a:custGeom>
            <a:avLst/>
            <a:gdLst/>
            <a:ahLst/>
            <a:cxnLst/>
            <a:rect l="l" t="t" r="r" b="b"/>
            <a:pathLst>
              <a:path w="2719070" h="332739">
                <a:moveTo>
                  <a:pt x="2552699" y="0"/>
                </a:moveTo>
                <a:lnTo>
                  <a:pt x="2552699" y="83058"/>
                </a:lnTo>
                <a:lnTo>
                  <a:pt x="0" y="83058"/>
                </a:lnTo>
                <a:lnTo>
                  <a:pt x="0" y="249174"/>
                </a:lnTo>
                <a:lnTo>
                  <a:pt x="2552699" y="249174"/>
                </a:lnTo>
                <a:lnTo>
                  <a:pt x="2552699" y="332232"/>
                </a:lnTo>
                <a:lnTo>
                  <a:pt x="2718816" y="166116"/>
                </a:lnTo>
                <a:lnTo>
                  <a:pt x="2552699" y="0"/>
                </a:lnTo>
                <a:close/>
              </a:path>
            </a:pathLst>
          </a:custGeom>
          <a:solidFill>
            <a:srgbClr val="000000"/>
          </a:solidFill>
        </p:spPr>
        <p:txBody>
          <a:bodyPr wrap="square" lIns="0" tIns="0" rIns="0" bIns="0" rtlCol="0"/>
          <a:lstStyle/>
          <a:p>
            <a:endParaRPr/>
          </a:p>
        </p:txBody>
      </p:sp>
      <p:sp>
        <p:nvSpPr>
          <p:cNvPr id="33" name="object 32">
            <a:extLst>
              <a:ext uri="{FF2B5EF4-FFF2-40B4-BE49-F238E27FC236}">
                <a16:creationId xmlns:a16="http://schemas.microsoft.com/office/drawing/2014/main" id="{360F6FB2-6783-56A4-08B6-E21CDC3C642A}"/>
              </a:ext>
            </a:extLst>
          </p:cNvPr>
          <p:cNvSpPr/>
          <p:nvPr/>
        </p:nvSpPr>
        <p:spPr>
          <a:xfrm>
            <a:off x="9246092" y="4352946"/>
            <a:ext cx="751331" cy="460248"/>
          </a:xfrm>
          <a:prstGeom prst="rect">
            <a:avLst/>
          </a:prstGeom>
          <a:blipFill>
            <a:blip r:embed="rId7" cstate="print"/>
            <a:stretch>
              <a:fillRect/>
            </a:stretch>
          </a:blipFill>
        </p:spPr>
        <p:txBody>
          <a:bodyPr wrap="square" lIns="0" tIns="0" rIns="0" bIns="0" rtlCol="0"/>
          <a:lstStyle/>
          <a:p>
            <a:endParaRPr/>
          </a:p>
        </p:txBody>
      </p:sp>
      <p:sp>
        <p:nvSpPr>
          <p:cNvPr id="34" name="object 33">
            <a:extLst>
              <a:ext uri="{FF2B5EF4-FFF2-40B4-BE49-F238E27FC236}">
                <a16:creationId xmlns:a16="http://schemas.microsoft.com/office/drawing/2014/main" id="{4FAC0178-3882-DC6C-4515-E960D49FD6F8}"/>
              </a:ext>
            </a:extLst>
          </p:cNvPr>
          <p:cNvSpPr txBox="1"/>
          <p:nvPr/>
        </p:nvSpPr>
        <p:spPr>
          <a:xfrm>
            <a:off x="9246092" y="4352946"/>
            <a:ext cx="751840" cy="460375"/>
          </a:xfrm>
          <a:prstGeom prst="rect">
            <a:avLst/>
          </a:prstGeom>
          <a:ln w="6096">
            <a:solidFill>
              <a:srgbClr val="6FAC46"/>
            </a:solidFill>
          </a:ln>
        </p:spPr>
        <p:txBody>
          <a:bodyPr vert="horz" wrap="square" lIns="0" tIns="26034" rIns="0" bIns="0" rtlCol="0">
            <a:spAutoFit/>
          </a:bodyPr>
          <a:lstStyle/>
          <a:p>
            <a:pPr marL="107950">
              <a:lnSpc>
                <a:spcPct val="100000"/>
              </a:lnSpc>
              <a:spcBef>
                <a:spcPts val="204"/>
              </a:spcBef>
            </a:pPr>
            <a:r>
              <a:rPr sz="2400" spc="-5" dirty="0">
                <a:latin typeface="Calibri"/>
                <a:cs typeface="Calibri"/>
              </a:rPr>
              <a:t>0.10</a:t>
            </a:r>
            <a:endParaRPr sz="2400">
              <a:latin typeface="Calibri"/>
              <a:cs typeface="Calibri"/>
            </a:endParaRPr>
          </a:p>
        </p:txBody>
      </p:sp>
      <p:sp>
        <p:nvSpPr>
          <p:cNvPr id="35" name="object 34">
            <a:extLst>
              <a:ext uri="{FF2B5EF4-FFF2-40B4-BE49-F238E27FC236}">
                <a16:creationId xmlns:a16="http://schemas.microsoft.com/office/drawing/2014/main" id="{3A41A316-567A-0A69-6C4C-B05CE07ADC17}"/>
              </a:ext>
            </a:extLst>
          </p:cNvPr>
          <p:cNvSpPr txBox="1"/>
          <p:nvPr/>
        </p:nvSpPr>
        <p:spPr>
          <a:xfrm>
            <a:off x="1798635" y="3400192"/>
            <a:ext cx="381000" cy="532130"/>
          </a:xfrm>
          <a:prstGeom prst="rect">
            <a:avLst/>
          </a:prstGeom>
        </p:spPr>
        <p:txBody>
          <a:bodyPr vert="vert" wrap="square" lIns="0" tIns="0" rIns="0" bIns="0" rtlCol="0">
            <a:spAutoFit/>
          </a:bodyPr>
          <a:lstStyle/>
          <a:p>
            <a:pPr marL="12700">
              <a:lnSpc>
                <a:spcPts val="2755"/>
              </a:lnSpc>
            </a:pPr>
            <a:r>
              <a:rPr sz="2800" b="1" spc="0" dirty="0">
                <a:latin typeface="Calibri"/>
                <a:cs typeface="Calibri"/>
              </a:rPr>
              <a:t>……</a:t>
            </a:r>
            <a:endParaRPr sz="2800">
              <a:latin typeface="Calibri"/>
              <a:cs typeface="Calibri"/>
            </a:endParaRPr>
          </a:p>
        </p:txBody>
      </p:sp>
      <p:sp>
        <p:nvSpPr>
          <p:cNvPr id="36" name="object 35">
            <a:extLst>
              <a:ext uri="{FF2B5EF4-FFF2-40B4-BE49-F238E27FC236}">
                <a16:creationId xmlns:a16="http://schemas.microsoft.com/office/drawing/2014/main" id="{25A032A8-39E0-9B1A-A085-9AF776254224}"/>
              </a:ext>
            </a:extLst>
          </p:cNvPr>
          <p:cNvSpPr txBox="1"/>
          <p:nvPr/>
        </p:nvSpPr>
        <p:spPr>
          <a:xfrm>
            <a:off x="1798635" y="5038239"/>
            <a:ext cx="381000" cy="532130"/>
          </a:xfrm>
          <a:prstGeom prst="rect">
            <a:avLst/>
          </a:prstGeom>
        </p:spPr>
        <p:txBody>
          <a:bodyPr vert="vert" wrap="square" lIns="0" tIns="0" rIns="0" bIns="0" rtlCol="0">
            <a:spAutoFit/>
          </a:bodyPr>
          <a:lstStyle/>
          <a:p>
            <a:pPr marL="12700">
              <a:lnSpc>
                <a:spcPts val="2755"/>
              </a:lnSpc>
            </a:pPr>
            <a:r>
              <a:rPr sz="2800" b="1" spc="0" dirty="0">
                <a:latin typeface="Calibri"/>
                <a:cs typeface="Calibri"/>
              </a:rPr>
              <a:t>……</a:t>
            </a:r>
            <a:endParaRPr sz="2800">
              <a:latin typeface="Calibri"/>
              <a:cs typeface="Calibri"/>
            </a:endParaRPr>
          </a:p>
        </p:txBody>
      </p:sp>
      <p:sp>
        <p:nvSpPr>
          <p:cNvPr id="37" name="object 36">
            <a:extLst>
              <a:ext uri="{FF2B5EF4-FFF2-40B4-BE49-F238E27FC236}">
                <a16:creationId xmlns:a16="http://schemas.microsoft.com/office/drawing/2014/main" id="{0B680054-E532-AFFB-EC10-9294D40B483E}"/>
              </a:ext>
            </a:extLst>
          </p:cNvPr>
          <p:cNvSpPr/>
          <p:nvPr/>
        </p:nvSpPr>
        <p:spPr>
          <a:xfrm>
            <a:off x="2302749" y="1541167"/>
            <a:ext cx="752856" cy="461772"/>
          </a:xfrm>
          <a:prstGeom prst="rect">
            <a:avLst/>
          </a:prstGeom>
          <a:blipFill>
            <a:blip r:embed="rId8" cstate="print"/>
            <a:stretch>
              <a:fillRect/>
            </a:stretch>
          </a:blipFill>
        </p:spPr>
        <p:txBody>
          <a:bodyPr wrap="square" lIns="0" tIns="0" rIns="0" bIns="0" rtlCol="0"/>
          <a:lstStyle/>
          <a:p>
            <a:endParaRPr/>
          </a:p>
        </p:txBody>
      </p:sp>
      <p:sp>
        <p:nvSpPr>
          <p:cNvPr id="38" name="object 37">
            <a:extLst>
              <a:ext uri="{FF2B5EF4-FFF2-40B4-BE49-F238E27FC236}">
                <a16:creationId xmlns:a16="http://schemas.microsoft.com/office/drawing/2014/main" id="{9FFCDB9D-E073-7DF2-0369-5CEB5AC8351A}"/>
              </a:ext>
            </a:extLst>
          </p:cNvPr>
          <p:cNvSpPr txBox="1"/>
          <p:nvPr/>
        </p:nvSpPr>
        <p:spPr>
          <a:xfrm>
            <a:off x="2302749" y="1541167"/>
            <a:ext cx="753110" cy="462280"/>
          </a:xfrm>
          <a:prstGeom prst="rect">
            <a:avLst/>
          </a:prstGeom>
          <a:ln w="6095">
            <a:solidFill>
              <a:srgbClr val="5B9BD4"/>
            </a:solidFill>
          </a:ln>
        </p:spPr>
        <p:txBody>
          <a:bodyPr vert="horz" wrap="square" lIns="0" tIns="26034" rIns="0" bIns="0" rtlCol="0">
            <a:spAutoFit/>
          </a:bodyPr>
          <a:lstStyle/>
          <a:p>
            <a:pPr marL="182880">
              <a:lnSpc>
                <a:spcPct val="100000"/>
              </a:lnSpc>
              <a:spcBef>
                <a:spcPts val="204"/>
              </a:spcBef>
            </a:pPr>
            <a:r>
              <a:rPr sz="2400" spc="-10" dirty="0">
                <a:latin typeface="Calibri"/>
                <a:cs typeface="Calibri"/>
              </a:rPr>
              <a:t>0.2</a:t>
            </a:r>
            <a:endParaRPr sz="2400">
              <a:latin typeface="Calibri"/>
              <a:cs typeface="Calibri"/>
            </a:endParaRPr>
          </a:p>
        </p:txBody>
      </p:sp>
      <p:sp>
        <p:nvSpPr>
          <p:cNvPr id="39" name="object 38">
            <a:extLst>
              <a:ext uri="{FF2B5EF4-FFF2-40B4-BE49-F238E27FC236}">
                <a16:creationId xmlns:a16="http://schemas.microsoft.com/office/drawing/2014/main" id="{8CFC9B36-AC95-1FA6-43E5-F5600C723CB6}"/>
              </a:ext>
            </a:extLst>
          </p:cNvPr>
          <p:cNvSpPr/>
          <p:nvPr/>
        </p:nvSpPr>
        <p:spPr>
          <a:xfrm>
            <a:off x="2302749" y="2754271"/>
            <a:ext cx="752856" cy="461771"/>
          </a:xfrm>
          <a:prstGeom prst="rect">
            <a:avLst/>
          </a:prstGeom>
          <a:blipFill>
            <a:blip r:embed="rId9" cstate="print"/>
            <a:stretch>
              <a:fillRect/>
            </a:stretch>
          </a:blipFill>
        </p:spPr>
        <p:txBody>
          <a:bodyPr wrap="square" lIns="0" tIns="0" rIns="0" bIns="0" rtlCol="0"/>
          <a:lstStyle/>
          <a:p>
            <a:endParaRPr/>
          </a:p>
        </p:txBody>
      </p:sp>
      <p:sp>
        <p:nvSpPr>
          <p:cNvPr id="40" name="object 39">
            <a:extLst>
              <a:ext uri="{FF2B5EF4-FFF2-40B4-BE49-F238E27FC236}">
                <a16:creationId xmlns:a16="http://schemas.microsoft.com/office/drawing/2014/main" id="{7BA09AC7-CA10-542C-3660-9F2E9120903A}"/>
              </a:ext>
            </a:extLst>
          </p:cNvPr>
          <p:cNvSpPr txBox="1"/>
          <p:nvPr/>
        </p:nvSpPr>
        <p:spPr>
          <a:xfrm>
            <a:off x="2302749" y="2754271"/>
            <a:ext cx="753110" cy="462280"/>
          </a:xfrm>
          <a:prstGeom prst="rect">
            <a:avLst/>
          </a:prstGeom>
          <a:ln w="6095">
            <a:solidFill>
              <a:srgbClr val="4471C4"/>
            </a:solidFill>
          </a:ln>
        </p:spPr>
        <p:txBody>
          <a:bodyPr vert="horz" wrap="square" lIns="0" tIns="26669" rIns="0" bIns="0" rtlCol="0">
            <a:spAutoFit/>
          </a:bodyPr>
          <a:lstStyle/>
          <a:p>
            <a:pPr marL="137160">
              <a:lnSpc>
                <a:spcPct val="100000"/>
              </a:lnSpc>
              <a:spcBef>
                <a:spcPts val="209"/>
              </a:spcBef>
            </a:pPr>
            <a:r>
              <a:rPr sz="2400" spc="-5" dirty="0">
                <a:latin typeface="Calibri"/>
                <a:cs typeface="Calibri"/>
              </a:rPr>
              <a:t>-0.1</a:t>
            </a:r>
            <a:endParaRPr sz="2400">
              <a:latin typeface="Calibri"/>
              <a:cs typeface="Calibri"/>
            </a:endParaRPr>
          </a:p>
        </p:txBody>
      </p:sp>
      <p:sp>
        <p:nvSpPr>
          <p:cNvPr id="41" name="object 40">
            <a:extLst>
              <a:ext uri="{FF2B5EF4-FFF2-40B4-BE49-F238E27FC236}">
                <a16:creationId xmlns:a16="http://schemas.microsoft.com/office/drawing/2014/main" id="{B7D8DE31-EB81-9883-0685-2314848FF61B}"/>
              </a:ext>
            </a:extLst>
          </p:cNvPr>
          <p:cNvSpPr/>
          <p:nvPr/>
        </p:nvSpPr>
        <p:spPr>
          <a:xfrm>
            <a:off x="2302749" y="4308751"/>
            <a:ext cx="752856" cy="461772"/>
          </a:xfrm>
          <a:prstGeom prst="rect">
            <a:avLst/>
          </a:prstGeom>
          <a:blipFill>
            <a:blip r:embed="rId6" cstate="print"/>
            <a:stretch>
              <a:fillRect/>
            </a:stretch>
          </a:blipFill>
        </p:spPr>
        <p:txBody>
          <a:bodyPr wrap="square" lIns="0" tIns="0" rIns="0" bIns="0" rtlCol="0"/>
          <a:lstStyle/>
          <a:p>
            <a:endParaRPr/>
          </a:p>
        </p:txBody>
      </p:sp>
      <p:sp>
        <p:nvSpPr>
          <p:cNvPr id="42" name="object 41">
            <a:extLst>
              <a:ext uri="{FF2B5EF4-FFF2-40B4-BE49-F238E27FC236}">
                <a16:creationId xmlns:a16="http://schemas.microsoft.com/office/drawing/2014/main" id="{B434DB4E-BD24-8319-6809-D264F26CDA46}"/>
              </a:ext>
            </a:extLst>
          </p:cNvPr>
          <p:cNvSpPr txBox="1"/>
          <p:nvPr/>
        </p:nvSpPr>
        <p:spPr>
          <a:xfrm>
            <a:off x="2302749" y="4308751"/>
            <a:ext cx="753110" cy="462280"/>
          </a:xfrm>
          <a:prstGeom prst="rect">
            <a:avLst/>
          </a:prstGeom>
          <a:ln w="6095">
            <a:solidFill>
              <a:srgbClr val="6FAC46"/>
            </a:solidFill>
          </a:ln>
        </p:spPr>
        <p:txBody>
          <a:bodyPr vert="horz" wrap="square" lIns="0" tIns="27305" rIns="0" bIns="0" rtlCol="0">
            <a:spAutoFit/>
          </a:bodyPr>
          <a:lstStyle/>
          <a:p>
            <a:pPr marL="182880">
              <a:lnSpc>
                <a:spcPct val="100000"/>
              </a:lnSpc>
              <a:spcBef>
                <a:spcPts val="215"/>
              </a:spcBef>
            </a:pPr>
            <a:r>
              <a:rPr sz="2400" spc="-5" dirty="0">
                <a:latin typeface="Calibri"/>
                <a:cs typeface="Calibri"/>
              </a:rPr>
              <a:t>0.3</a:t>
            </a:r>
            <a:endParaRPr sz="2400">
              <a:latin typeface="Calibri"/>
              <a:cs typeface="Calibri"/>
            </a:endParaRPr>
          </a:p>
        </p:txBody>
      </p:sp>
      <p:sp>
        <p:nvSpPr>
          <p:cNvPr id="43" name="object 42">
            <a:extLst>
              <a:ext uri="{FF2B5EF4-FFF2-40B4-BE49-F238E27FC236}">
                <a16:creationId xmlns:a16="http://schemas.microsoft.com/office/drawing/2014/main" id="{BD2E20D8-2E9E-A08C-AACA-532210A2C869}"/>
              </a:ext>
            </a:extLst>
          </p:cNvPr>
          <p:cNvSpPr txBox="1"/>
          <p:nvPr/>
        </p:nvSpPr>
        <p:spPr>
          <a:xfrm>
            <a:off x="10264278" y="1478837"/>
            <a:ext cx="532130"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Calibri"/>
                <a:cs typeface="Calibri"/>
              </a:rPr>
              <a:t>……</a:t>
            </a:r>
            <a:endParaRPr sz="2800" dirty="0">
              <a:latin typeface="Calibri"/>
              <a:cs typeface="Calibri"/>
            </a:endParaRPr>
          </a:p>
        </p:txBody>
      </p:sp>
      <p:sp>
        <p:nvSpPr>
          <p:cNvPr id="44" name="object 43">
            <a:extLst>
              <a:ext uri="{FF2B5EF4-FFF2-40B4-BE49-F238E27FC236}">
                <a16:creationId xmlns:a16="http://schemas.microsoft.com/office/drawing/2014/main" id="{BB168AA3-2423-F8F7-0DCB-F7F76040E614}"/>
              </a:ext>
            </a:extLst>
          </p:cNvPr>
          <p:cNvSpPr txBox="1"/>
          <p:nvPr/>
        </p:nvSpPr>
        <p:spPr>
          <a:xfrm>
            <a:off x="10271723" y="2665632"/>
            <a:ext cx="531495" cy="452120"/>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Calibri"/>
                <a:cs typeface="Calibri"/>
              </a:rPr>
              <a:t>……</a:t>
            </a:r>
            <a:endParaRPr sz="2800">
              <a:latin typeface="Calibri"/>
              <a:cs typeface="Calibri"/>
            </a:endParaRPr>
          </a:p>
        </p:txBody>
      </p:sp>
      <p:sp>
        <p:nvSpPr>
          <p:cNvPr id="45" name="object 44">
            <a:extLst>
              <a:ext uri="{FF2B5EF4-FFF2-40B4-BE49-F238E27FC236}">
                <a16:creationId xmlns:a16="http://schemas.microsoft.com/office/drawing/2014/main" id="{FEAA2D6C-33BF-3263-7449-B3E5E3209D2A}"/>
              </a:ext>
            </a:extLst>
          </p:cNvPr>
          <p:cNvSpPr txBox="1"/>
          <p:nvPr/>
        </p:nvSpPr>
        <p:spPr>
          <a:xfrm>
            <a:off x="10271724" y="4274715"/>
            <a:ext cx="531495" cy="452120"/>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Calibri"/>
                <a:cs typeface="Calibri"/>
              </a:rPr>
              <a:t>……</a:t>
            </a:r>
            <a:endParaRPr sz="2800" dirty="0">
              <a:latin typeface="Calibri"/>
              <a:cs typeface="Calibri"/>
            </a:endParaRPr>
          </a:p>
        </p:txBody>
      </p:sp>
      <p:sp>
        <p:nvSpPr>
          <p:cNvPr id="46" name="object 45">
            <a:extLst>
              <a:ext uri="{FF2B5EF4-FFF2-40B4-BE49-F238E27FC236}">
                <a16:creationId xmlns:a16="http://schemas.microsoft.com/office/drawing/2014/main" id="{0DF8F682-BEB0-E546-6353-A7498FFE689C}"/>
              </a:ext>
            </a:extLst>
          </p:cNvPr>
          <p:cNvSpPr txBox="1"/>
          <p:nvPr/>
        </p:nvSpPr>
        <p:spPr>
          <a:xfrm>
            <a:off x="1793834" y="952979"/>
            <a:ext cx="22542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mbria Math"/>
                <a:cs typeface="Cambria Math"/>
              </a:rPr>
              <a:t>𝜃</a:t>
            </a:r>
            <a:endParaRPr sz="2800">
              <a:latin typeface="Cambria Math"/>
              <a:cs typeface="Cambria Math"/>
            </a:endParaRPr>
          </a:p>
        </p:txBody>
      </p:sp>
      <p:sp>
        <p:nvSpPr>
          <p:cNvPr id="3" name="文本框 2">
            <a:extLst>
              <a:ext uri="{FF2B5EF4-FFF2-40B4-BE49-F238E27FC236}">
                <a16:creationId xmlns:a16="http://schemas.microsoft.com/office/drawing/2014/main" id="{5D76AB66-87C0-7A05-5F95-1AC74C8CF8A3}"/>
              </a:ext>
            </a:extLst>
          </p:cNvPr>
          <p:cNvSpPr txBox="1"/>
          <p:nvPr/>
        </p:nvSpPr>
        <p:spPr>
          <a:xfrm>
            <a:off x="3116170" y="2441419"/>
            <a:ext cx="2408772" cy="461665"/>
          </a:xfrm>
          <a:prstGeom prst="rect">
            <a:avLst/>
          </a:prstGeom>
          <a:noFill/>
        </p:spPr>
        <p:txBody>
          <a:bodyPr wrap="square">
            <a:spAutoFit/>
          </a:bodyPr>
          <a:lstStyle/>
          <a:p>
            <a:pPr algn="ctr">
              <a:lnSpc>
                <a:spcPct val="100000"/>
              </a:lnSpc>
              <a:spcBef>
                <a:spcPts val="1465"/>
              </a:spcBef>
            </a:pPr>
            <a:r>
              <a:rPr lang="zh-CN" altLang="en-US" sz="2400" spc="-10" dirty="0">
                <a:latin typeface="Calibri"/>
                <a:cs typeface="Cambria Math"/>
              </a:rPr>
              <a:t>计算</a:t>
            </a:r>
            <a:r>
              <a:rPr lang="zh-CN" altLang="en-US" sz="2400" spc="15" dirty="0">
                <a:latin typeface="Cambria Math"/>
                <a:cs typeface="Cambria Math"/>
              </a:rPr>
              <a:t>𝜕𝐿</a:t>
            </a:r>
            <a:r>
              <a:rPr lang="en-US" altLang="zh-CN" sz="3600" spc="300" baseline="2314" dirty="0">
                <a:latin typeface="Cambria Math"/>
                <a:cs typeface="Cambria Math"/>
              </a:rPr>
              <a:t>/</a:t>
            </a:r>
            <a:r>
              <a:rPr lang="zh-CN" altLang="en-US" sz="2400" dirty="0">
                <a:latin typeface="Cambria Math"/>
                <a:cs typeface="Cambria Math"/>
              </a:rPr>
              <a:t>𝜕𝑤</a:t>
            </a:r>
            <a:r>
              <a:rPr lang="en-US" altLang="zh-CN" sz="2800" baseline="-15873" dirty="0">
                <a:latin typeface="Cambria Math"/>
                <a:cs typeface="Cambria Math"/>
              </a:rPr>
              <a:t>2</a:t>
            </a:r>
          </a:p>
        </p:txBody>
      </p:sp>
      <p:sp>
        <p:nvSpPr>
          <p:cNvPr id="48" name="文本框 47">
            <a:extLst>
              <a:ext uri="{FF2B5EF4-FFF2-40B4-BE49-F238E27FC236}">
                <a16:creationId xmlns:a16="http://schemas.microsoft.com/office/drawing/2014/main" id="{C4ACB57B-2CB1-E131-70E3-4E701F52BA09}"/>
              </a:ext>
            </a:extLst>
          </p:cNvPr>
          <p:cNvSpPr txBox="1"/>
          <p:nvPr/>
        </p:nvSpPr>
        <p:spPr>
          <a:xfrm>
            <a:off x="3326923" y="3102152"/>
            <a:ext cx="1839248" cy="461665"/>
          </a:xfrm>
          <a:prstGeom prst="rect">
            <a:avLst/>
          </a:prstGeom>
          <a:noFill/>
        </p:spPr>
        <p:txBody>
          <a:bodyPr wrap="square">
            <a:spAutoFit/>
          </a:bodyPr>
          <a:lstStyle/>
          <a:p>
            <a:pPr marR="54610" algn="ctr">
              <a:lnSpc>
                <a:spcPct val="100000"/>
              </a:lnSpc>
              <a:spcBef>
                <a:spcPts val="2325"/>
              </a:spcBef>
            </a:pPr>
            <a:r>
              <a:rPr lang="zh-CN" altLang="en-US" sz="2400" spc="-5" dirty="0">
                <a:latin typeface="Cambria Math"/>
                <a:cs typeface="Cambria Math"/>
              </a:rPr>
              <a:t>−</a:t>
            </a:r>
            <a:r>
              <a:rPr lang="zh-CN" altLang="en-US" sz="2400" spc="10" dirty="0">
                <a:latin typeface="Cambria Math"/>
                <a:cs typeface="Cambria Math"/>
              </a:rPr>
              <a:t>𝜂</a:t>
            </a:r>
            <a:r>
              <a:rPr lang="zh-CN" altLang="en-US" sz="2400" spc="15" dirty="0">
                <a:latin typeface="Cambria Math"/>
                <a:cs typeface="Cambria Math"/>
              </a:rPr>
              <a:t>𝜕𝐿</a:t>
            </a:r>
            <a:r>
              <a:rPr lang="zh-CN" altLang="en-US" sz="3600" spc="225" baseline="2314" dirty="0">
                <a:latin typeface="Cambria Math"/>
                <a:cs typeface="Cambria Math"/>
              </a:rPr>
              <a:t> </a:t>
            </a:r>
            <a:r>
              <a:rPr lang="zh-CN" altLang="en-US" sz="2400" dirty="0">
                <a:latin typeface="Cambria Math"/>
                <a:cs typeface="Cambria Math"/>
              </a:rPr>
              <a:t>𝜕𝑤</a:t>
            </a:r>
            <a:r>
              <a:rPr lang="en-US" altLang="zh-CN" sz="2800" baseline="-15873" dirty="0">
                <a:latin typeface="Cambria Math"/>
                <a:cs typeface="Cambria Math"/>
              </a:rPr>
              <a:t>2</a:t>
            </a:r>
          </a:p>
        </p:txBody>
      </p:sp>
      <p:sp>
        <p:nvSpPr>
          <p:cNvPr id="49" name="object 3">
            <a:extLst>
              <a:ext uri="{FF2B5EF4-FFF2-40B4-BE49-F238E27FC236}">
                <a16:creationId xmlns:a16="http://schemas.microsoft.com/office/drawing/2014/main" id="{A30D80E7-9C39-4C4E-8DCB-550BF7C10D87}"/>
              </a:ext>
            </a:extLst>
          </p:cNvPr>
          <p:cNvSpPr txBox="1"/>
          <p:nvPr/>
        </p:nvSpPr>
        <p:spPr>
          <a:xfrm>
            <a:off x="6626482" y="1178963"/>
            <a:ext cx="2251710" cy="391160"/>
          </a:xfrm>
          <a:prstGeom prst="rect">
            <a:avLst/>
          </a:prstGeom>
        </p:spPr>
        <p:txBody>
          <a:bodyPr vert="horz" wrap="square" lIns="0" tIns="12700" rIns="0" bIns="0" rtlCol="0">
            <a:spAutoFit/>
          </a:bodyPr>
          <a:lstStyle/>
          <a:p>
            <a:pPr marL="12700">
              <a:lnSpc>
                <a:spcPct val="100000"/>
              </a:lnSpc>
              <a:spcBef>
                <a:spcPts val="100"/>
              </a:spcBef>
            </a:pPr>
            <a:r>
              <a:rPr lang="zh-CN" altLang="en-US" sz="2400" spc="-10" dirty="0">
                <a:latin typeface="Calibri"/>
                <a:cs typeface="Calibri"/>
              </a:rPr>
              <a:t>    计算</a:t>
            </a:r>
            <a:r>
              <a:rPr sz="2400" spc="-10" dirty="0">
                <a:latin typeface="Calibri"/>
                <a:cs typeface="Calibri"/>
              </a:rPr>
              <a:t> </a:t>
            </a:r>
            <a:r>
              <a:rPr sz="2400" spc="15" dirty="0">
                <a:latin typeface="Cambria Math"/>
                <a:cs typeface="Cambria Math"/>
              </a:rPr>
              <a:t>𝜕𝐿</a:t>
            </a:r>
            <a:r>
              <a:rPr lang="en-US" sz="3600" spc="300" baseline="2314" dirty="0">
                <a:latin typeface="Cambria Math"/>
                <a:cs typeface="Cambria Math"/>
              </a:rPr>
              <a:t>/</a:t>
            </a:r>
            <a:r>
              <a:rPr sz="2400" spc="-20" dirty="0">
                <a:latin typeface="Cambria Math"/>
                <a:cs typeface="Cambria Math"/>
              </a:rPr>
              <a:t>𝜕𝑤</a:t>
            </a:r>
            <a:r>
              <a:rPr sz="2625" spc="-30" baseline="-15873" dirty="0">
                <a:latin typeface="Cambria Math"/>
                <a:cs typeface="Cambria Math"/>
              </a:rPr>
              <a:t>1</a:t>
            </a:r>
            <a:endParaRPr sz="2625" baseline="-15873" dirty="0">
              <a:latin typeface="Cambria Math"/>
              <a:cs typeface="Cambria Math"/>
            </a:endParaRPr>
          </a:p>
        </p:txBody>
      </p:sp>
      <p:sp>
        <p:nvSpPr>
          <p:cNvPr id="50" name="object 14">
            <a:extLst>
              <a:ext uri="{FF2B5EF4-FFF2-40B4-BE49-F238E27FC236}">
                <a16:creationId xmlns:a16="http://schemas.microsoft.com/office/drawing/2014/main" id="{C10D44D5-8961-9635-9DA1-91815A7AA753}"/>
              </a:ext>
            </a:extLst>
          </p:cNvPr>
          <p:cNvSpPr txBox="1"/>
          <p:nvPr/>
        </p:nvSpPr>
        <p:spPr>
          <a:xfrm>
            <a:off x="6621910" y="1653258"/>
            <a:ext cx="2259965" cy="570669"/>
          </a:xfrm>
          <a:prstGeom prst="rect">
            <a:avLst/>
          </a:prstGeom>
        </p:spPr>
        <p:txBody>
          <a:bodyPr vert="horz" wrap="square" lIns="0" tIns="199390" rIns="0" bIns="0" rtlCol="0">
            <a:spAutoFit/>
          </a:bodyPr>
          <a:lstStyle/>
          <a:p>
            <a:pPr marR="53340" algn="ctr">
              <a:lnSpc>
                <a:spcPct val="100000"/>
              </a:lnSpc>
              <a:spcBef>
                <a:spcPts val="1570"/>
              </a:spcBef>
            </a:pPr>
            <a:r>
              <a:rPr sz="2400" spc="-5" dirty="0">
                <a:latin typeface="Cambria Math"/>
                <a:cs typeface="Cambria Math"/>
              </a:rPr>
              <a:t>−</a:t>
            </a:r>
            <a:r>
              <a:rPr lang="zh-CN" altLang="en-US" sz="2400" spc="10" dirty="0">
                <a:latin typeface="Cambria Math"/>
                <a:cs typeface="Cambria Math"/>
              </a:rPr>
              <a:t>𝜂</a:t>
            </a:r>
            <a:r>
              <a:rPr sz="2400" spc="15" dirty="0">
                <a:latin typeface="Cambria Math"/>
                <a:cs typeface="Cambria Math"/>
              </a:rPr>
              <a:t>𝜕𝐿</a:t>
            </a:r>
            <a:r>
              <a:rPr sz="3600" spc="225" baseline="2314" dirty="0">
                <a:latin typeface="Cambria Math"/>
                <a:cs typeface="Cambria Math"/>
              </a:rPr>
              <a:t> </a:t>
            </a:r>
            <a:r>
              <a:rPr sz="2400" spc="-20" dirty="0">
                <a:latin typeface="Cambria Math"/>
                <a:cs typeface="Cambria Math"/>
              </a:rPr>
              <a:t>𝜕𝑤</a:t>
            </a:r>
            <a:r>
              <a:rPr sz="2625" spc="-30" baseline="-15873" dirty="0">
                <a:latin typeface="Cambria Math"/>
                <a:cs typeface="Cambria Math"/>
              </a:rPr>
              <a:t>1</a:t>
            </a:r>
            <a:endParaRPr sz="2625" baseline="-15873" dirty="0">
              <a:latin typeface="Cambria Math"/>
              <a:cs typeface="Cambria Math"/>
            </a:endParaRPr>
          </a:p>
        </p:txBody>
      </p:sp>
      <p:sp>
        <p:nvSpPr>
          <p:cNvPr id="51" name="object 23">
            <a:extLst>
              <a:ext uri="{FF2B5EF4-FFF2-40B4-BE49-F238E27FC236}">
                <a16:creationId xmlns:a16="http://schemas.microsoft.com/office/drawing/2014/main" id="{DA82D5B3-27CF-E1B2-6861-57CBBBC1F027}"/>
              </a:ext>
            </a:extLst>
          </p:cNvPr>
          <p:cNvSpPr txBox="1"/>
          <p:nvPr/>
        </p:nvSpPr>
        <p:spPr>
          <a:xfrm>
            <a:off x="6655438" y="3946877"/>
            <a:ext cx="2192655" cy="391795"/>
          </a:xfrm>
          <a:prstGeom prst="rect">
            <a:avLst/>
          </a:prstGeom>
        </p:spPr>
        <p:txBody>
          <a:bodyPr vert="horz" wrap="square" lIns="0" tIns="12700" rIns="0" bIns="0" rtlCol="0">
            <a:spAutoFit/>
          </a:bodyPr>
          <a:lstStyle/>
          <a:p>
            <a:pPr marL="12700">
              <a:lnSpc>
                <a:spcPct val="100000"/>
              </a:lnSpc>
              <a:spcBef>
                <a:spcPts val="100"/>
              </a:spcBef>
            </a:pPr>
            <a:r>
              <a:rPr lang="zh-CN" altLang="en-US" sz="2400" spc="-10" dirty="0">
                <a:latin typeface="Calibri"/>
                <a:cs typeface="Calibri"/>
              </a:rPr>
              <a:t>     计算</a:t>
            </a:r>
            <a:r>
              <a:rPr sz="2400" spc="-10" dirty="0">
                <a:latin typeface="Calibri"/>
                <a:cs typeface="Calibri"/>
              </a:rPr>
              <a:t> </a:t>
            </a:r>
            <a:r>
              <a:rPr sz="2400" spc="15" dirty="0">
                <a:latin typeface="Cambria Math"/>
                <a:cs typeface="Cambria Math"/>
              </a:rPr>
              <a:t>𝜕𝐿</a:t>
            </a:r>
            <a:r>
              <a:rPr lang="en-US" sz="3600" spc="300" baseline="2314" dirty="0">
                <a:latin typeface="Cambria Math"/>
                <a:cs typeface="Cambria Math"/>
              </a:rPr>
              <a:t>/</a:t>
            </a:r>
            <a:r>
              <a:rPr sz="2400" spc="-15" dirty="0">
                <a:latin typeface="Cambria Math"/>
                <a:cs typeface="Cambria Math"/>
              </a:rPr>
              <a:t>𝜕𝑏</a:t>
            </a:r>
            <a:r>
              <a:rPr sz="2625" spc="-22" baseline="-15873" dirty="0">
                <a:latin typeface="Cambria Math"/>
                <a:cs typeface="Cambria Math"/>
              </a:rPr>
              <a:t>1</a:t>
            </a:r>
            <a:endParaRPr sz="2625" baseline="-15873" dirty="0">
              <a:latin typeface="Cambria Math"/>
              <a:cs typeface="Cambria Math"/>
            </a:endParaRPr>
          </a:p>
        </p:txBody>
      </p:sp>
      <p:sp>
        <p:nvSpPr>
          <p:cNvPr id="52" name="object 26">
            <a:extLst>
              <a:ext uri="{FF2B5EF4-FFF2-40B4-BE49-F238E27FC236}">
                <a16:creationId xmlns:a16="http://schemas.microsoft.com/office/drawing/2014/main" id="{84A6B58F-49C0-30B6-165C-697D02D9F3C3}"/>
              </a:ext>
            </a:extLst>
          </p:cNvPr>
          <p:cNvSpPr txBox="1"/>
          <p:nvPr/>
        </p:nvSpPr>
        <p:spPr>
          <a:xfrm>
            <a:off x="7000751" y="4608547"/>
            <a:ext cx="14395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mbria Math"/>
                <a:cs typeface="Cambria Math"/>
              </a:rPr>
              <a:t>−</a:t>
            </a:r>
            <a:r>
              <a:rPr lang="zh-CN" altLang="en-US" sz="2400" spc="10" dirty="0">
                <a:latin typeface="Cambria Math"/>
                <a:cs typeface="Cambria Math"/>
              </a:rPr>
              <a:t>𝜂</a:t>
            </a:r>
            <a:r>
              <a:rPr sz="2400" spc="15" dirty="0">
                <a:latin typeface="Cambria Math"/>
                <a:cs typeface="Cambria Math"/>
              </a:rPr>
              <a:t>𝜕𝐿</a:t>
            </a:r>
            <a:r>
              <a:rPr lang="en-US" sz="3600" spc="172" baseline="2314" dirty="0">
                <a:latin typeface="Cambria Math"/>
                <a:cs typeface="Cambria Math"/>
              </a:rPr>
              <a:t>/</a:t>
            </a:r>
            <a:r>
              <a:rPr sz="2400" spc="-15" dirty="0">
                <a:latin typeface="Cambria Math"/>
                <a:cs typeface="Cambria Math"/>
              </a:rPr>
              <a:t>𝜕𝑏</a:t>
            </a:r>
            <a:r>
              <a:rPr sz="2625" spc="-22" baseline="-15873" dirty="0">
                <a:latin typeface="Cambria Math"/>
                <a:cs typeface="Cambria Math"/>
              </a:rPr>
              <a:t>1</a:t>
            </a:r>
            <a:endParaRPr sz="2625" baseline="-15873" dirty="0">
              <a:latin typeface="Cambria Math"/>
              <a:cs typeface="Cambria Math"/>
            </a:endParaRPr>
          </a:p>
        </p:txBody>
      </p:sp>
      <p:sp>
        <p:nvSpPr>
          <p:cNvPr id="53" name="文本框 52">
            <a:extLst>
              <a:ext uri="{FF2B5EF4-FFF2-40B4-BE49-F238E27FC236}">
                <a16:creationId xmlns:a16="http://schemas.microsoft.com/office/drawing/2014/main" id="{FA0CB716-BCF6-27EA-420D-7F30266DAE6F}"/>
              </a:ext>
            </a:extLst>
          </p:cNvPr>
          <p:cNvSpPr txBox="1"/>
          <p:nvPr/>
        </p:nvSpPr>
        <p:spPr>
          <a:xfrm>
            <a:off x="6621388" y="2393032"/>
            <a:ext cx="2408772" cy="461665"/>
          </a:xfrm>
          <a:prstGeom prst="rect">
            <a:avLst/>
          </a:prstGeom>
          <a:noFill/>
        </p:spPr>
        <p:txBody>
          <a:bodyPr wrap="square">
            <a:spAutoFit/>
          </a:bodyPr>
          <a:lstStyle/>
          <a:p>
            <a:pPr algn="ctr">
              <a:lnSpc>
                <a:spcPct val="100000"/>
              </a:lnSpc>
              <a:spcBef>
                <a:spcPts val="1465"/>
              </a:spcBef>
            </a:pPr>
            <a:r>
              <a:rPr lang="zh-CN" altLang="en-US" sz="2400" spc="-10" dirty="0">
                <a:latin typeface="Calibri"/>
                <a:cs typeface="Cambria Math"/>
              </a:rPr>
              <a:t>计算</a:t>
            </a:r>
            <a:r>
              <a:rPr lang="zh-CN" altLang="en-US" sz="2400" spc="15" dirty="0">
                <a:latin typeface="Cambria Math"/>
                <a:cs typeface="Cambria Math"/>
              </a:rPr>
              <a:t>𝜕𝐿</a:t>
            </a:r>
            <a:r>
              <a:rPr lang="en-US" altLang="zh-CN" sz="3600" spc="300" baseline="2314" dirty="0">
                <a:latin typeface="Cambria Math"/>
                <a:cs typeface="Cambria Math"/>
              </a:rPr>
              <a:t>/</a:t>
            </a:r>
            <a:r>
              <a:rPr lang="zh-CN" altLang="en-US" sz="2400" dirty="0">
                <a:latin typeface="Cambria Math"/>
                <a:cs typeface="Cambria Math"/>
              </a:rPr>
              <a:t>𝜕𝑤</a:t>
            </a:r>
            <a:r>
              <a:rPr lang="en-US" altLang="zh-CN" sz="2800" baseline="-15873" dirty="0">
                <a:latin typeface="Cambria Math"/>
                <a:cs typeface="Cambria Math"/>
              </a:rPr>
              <a:t>2</a:t>
            </a:r>
          </a:p>
        </p:txBody>
      </p:sp>
      <p:sp>
        <p:nvSpPr>
          <p:cNvPr id="54" name="文本框 53">
            <a:extLst>
              <a:ext uri="{FF2B5EF4-FFF2-40B4-BE49-F238E27FC236}">
                <a16:creationId xmlns:a16="http://schemas.microsoft.com/office/drawing/2014/main" id="{69F58496-23FE-E161-9149-F4344702ACA4}"/>
              </a:ext>
            </a:extLst>
          </p:cNvPr>
          <p:cNvSpPr txBox="1"/>
          <p:nvPr/>
        </p:nvSpPr>
        <p:spPr>
          <a:xfrm>
            <a:off x="6832141" y="3053765"/>
            <a:ext cx="1839248" cy="461665"/>
          </a:xfrm>
          <a:prstGeom prst="rect">
            <a:avLst/>
          </a:prstGeom>
          <a:noFill/>
        </p:spPr>
        <p:txBody>
          <a:bodyPr wrap="square">
            <a:spAutoFit/>
          </a:bodyPr>
          <a:lstStyle/>
          <a:p>
            <a:pPr marR="54610" algn="ctr">
              <a:lnSpc>
                <a:spcPct val="100000"/>
              </a:lnSpc>
              <a:spcBef>
                <a:spcPts val="2325"/>
              </a:spcBef>
            </a:pPr>
            <a:r>
              <a:rPr lang="zh-CN" altLang="en-US" sz="2400" spc="-5" dirty="0">
                <a:latin typeface="Cambria Math"/>
                <a:cs typeface="Cambria Math"/>
              </a:rPr>
              <a:t>−</a:t>
            </a:r>
            <a:r>
              <a:rPr lang="zh-CN" altLang="en-US" sz="2400" spc="10" dirty="0">
                <a:latin typeface="Cambria Math"/>
                <a:cs typeface="Cambria Math"/>
              </a:rPr>
              <a:t>𝜂</a:t>
            </a:r>
            <a:r>
              <a:rPr lang="zh-CN" altLang="en-US" sz="2400" spc="15" dirty="0">
                <a:latin typeface="Cambria Math"/>
                <a:cs typeface="Cambria Math"/>
              </a:rPr>
              <a:t>𝜕𝐿</a:t>
            </a:r>
            <a:r>
              <a:rPr lang="zh-CN" altLang="en-US" sz="3600" spc="225" baseline="2314" dirty="0">
                <a:latin typeface="Cambria Math"/>
                <a:cs typeface="Cambria Math"/>
              </a:rPr>
              <a:t> </a:t>
            </a:r>
            <a:r>
              <a:rPr lang="zh-CN" altLang="en-US" sz="2400" dirty="0">
                <a:latin typeface="Cambria Math"/>
                <a:cs typeface="Cambria Math"/>
              </a:rPr>
              <a:t>𝜕𝑤</a:t>
            </a:r>
            <a:r>
              <a:rPr lang="en-US" altLang="zh-CN" sz="2800" baseline="-15873" dirty="0">
                <a:latin typeface="Cambria Math"/>
                <a:cs typeface="Cambria Math"/>
              </a:rPr>
              <a:t>2</a:t>
            </a:r>
          </a:p>
        </p:txBody>
      </p:sp>
      <p:grpSp>
        <p:nvGrpSpPr>
          <p:cNvPr id="61" name="组合 60">
            <a:extLst>
              <a:ext uri="{FF2B5EF4-FFF2-40B4-BE49-F238E27FC236}">
                <a16:creationId xmlns:a16="http://schemas.microsoft.com/office/drawing/2014/main" id="{40A82D35-21C0-8DAB-8DAB-523A64D19739}"/>
              </a:ext>
            </a:extLst>
          </p:cNvPr>
          <p:cNvGrpSpPr/>
          <p:nvPr/>
        </p:nvGrpSpPr>
        <p:grpSpPr>
          <a:xfrm>
            <a:off x="9972" y="47318"/>
            <a:ext cx="4367671" cy="1058822"/>
            <a:chOff x="0" y="260648"/>
            <a:chExt cx="4367671" cy="1058822"/>
          </a:xfrm>
        </p:grpSpPr>
        <p:sp>
          <p:nvSpPr>
            <p:cNvPr id="62" name="矩形 61">
              <a:extLst>
                <a:ext uri="{FF2B5EF4-FFF2-40B4-BE49-F238E27FC236}">
                  <a16:creationId xmlns:a16="http://schemas.microsoft.com/office/drawing/2014/main" id="{F9A2AED6-CFA0-4C65-0B8D-E39E9B023C3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63" name="组合 62">
              <a:extLst>
                <a:ext uri="{FF2B5EF4-FFF2-40B4-BE49-F238E27FC236}">
                  <a16:creationId xmlns:a16="http://schemas.microsoft.com/office/drawing/2014/main" id="{012B9491-490A-4176-02FA-0139DC7D0DD5}"/>
                </a:ext>
              </a:extLst>
            </p:cNvPr>
            <p:cNvGrpSpPr/>
            <p:nvPr/>
          </p:nvGrpSpPr>
          <p:grpSpPr>
            <a:xfrm>
              <a:off x="695400" y="260648"/>
              <a:ext cx="3672271" cy="1058822"/>
              <a:chOff x="623392" y="310880"/>
              <a:chExt cx="3672271" cy="1058822"/>
            </a:xfrm>
          </p:grpSpPr>
          <p:sp>
            <p:nvSpPr>
              <p:cNvPr id="64" name="文本框 5">
                <a:extLst>
                  <a:ext uri="{FF2B5EF4-FFF2-40B4-BE49-F238E27FC236}">
                    <a16:creationId xmlns:a16="http://schemas.microsoft.com/office/drawing/2014/main" id="{4AC3624A-3979-8DDD-A704-67B1A228D83B}"/>
                  </a:ext>
                </a:extLst>
              </p:cNvPr>
              <p:cNvSpPr txBox="1"/>
              <p:nvPr/>
            </p:nvSpPr>
            <p:spPr>
              <a:xfrm>
                <a:off x="623392" y="310880"/>
                <a:ext cx="1832553" cy="58477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梯度下降</a:t>
                </a:r>
              </a:p>
            </p:txBody>
          </p:sp>
          <p:cxnSp>
            <p:nvCxnSpPr>
              <p:cNvPr id="65" name="直接连接符 64">
                <a:extLst>
                  <a:ext uri="{FF2B5EF4-FFF2-40B4-BE49-F238E27FC236}">
                    <a16:creationId xmlns:a16="http://schemas.microsoft.com/office/drawing/2014/main" id="{C74C10C0-4CB4-C5CE-550B-D975C37F47F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66" name="文本框 7">
                <a:extLst>
                  <a:ext uri="{FF2B5EF4-FFF2-40B4-BE49-F238E27FC236}">
                    <a16:creationId xmlns:a16="http://schemas.microsoft.com/office/drawing/2014/main" id="{8DD09416-1101-E726-1630-B31D6A7F918A}"/>
                  </a:ext>
                </a:extLst>
              </p:cNvPr>
              <p:cNvSpPr txBox="1"/>
              <p:nvPr/>
            </p:nvSpPr>
            <p:spPr>
              <a:xfrm>
                <a:off x="668362" y="1061925"/>
                <a:ext cx="3627301"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
        <p:nvSpPr>
          <p:cNvPr id="69" name="文本框 68">
            <a:extLst>
              <a:ext uri="{FF2B5EF4-FFF2-40B4-BE49-F238E27FC236}">
                <a16:creationId xmlns:a16="http://schemas.microsoft.com/office/drawing/2014/main" id="{03CF2EF3-E2F4-1CF2-62E6-DFD4B6846A13}"/>
              </a:ext>
            </a:extLst>
          </p:cNvPr>
          <p:cNvSpPr txBox="1"/>
          <p:nvPr/>
        </p:nvSpPr>
        <p:spPr>
          <a:xfrm>
            <a:off x="4315191" y="5364562"/>
            <a:ext cx="6392519" cy="1354217"/>
          </a:xfrm>
          <a:prstGeom prst="rect">
            <a:avLst/>
          </a:prstGeom>
          <a:noFill/>
        </p:spPr>
        <p:txBody>
          <a:bodyPr wrap="square">
            <a:spAutoFit/>
          </a:bodyPr>
          <a:lstStyle/>
          <a:p>
            <a:pPr>
              <a:spcBef>
                <a:spcPts val="585"/>
              </a:spcBef>
            </a:pPr>
            <a:r>
              <a:rPr lang="zh-CN" altLang="en-US" sz="2400" dirty="0">
                <a:solidFill>
                  <a:srgbClr val="FF0000"/>
                </a:solidFill>
                <a:latin typeface="Cambria Math"/>
                <a:cs typeface="Cambria Math"/>
              </a:rPr>
              <a:t>𝑤</a:t>
            </a:r>
            <a:r>
              <a:rPr lang="en-US" altLang="zh-CN" sz="2400" dirty="0">
                <a:solidFill>
                  <a:srgbClr val="FF0000"/>
                </a:solidFill>
                <a:latin typeface="Cambria Math"/>
                <a:cs typeface="Cambria Math"/>
              </a:rPr>
              <a:t>1</a:t>
            </a:r>
            <a:r>
              <a:rPr lang="zh-CN" altLang="en-US" sz="2400" dirty="0">
                <a:solidFill>
                  <a:srgbClr val="FF0000"/>
                </a:solidFill>
                <a:latin typeface="Cambria Math"/>
                <a:cs typeface="Cambria Math"/>
              </a:rPr>
              <a:t> ← 𝑤</a:t>
            </a:r>
            <a:r>
              <a:rPr lang="en-US" altLang="zh-CN" sz="2400" dirty="0">
                <a:solidFill>
                  <a:srgbClr val="FF0000"/>
                </a:solidFill>
                <a:latin typeface="Cambria Math"/>
                <a:cs typeface="Cambria Math"/>
              </a:rPr>
              <a:t>1</a:t>
            </a:r>
            <a:r>
              <a:rPr lang="zh-CN" altLang="en-US" sz="2400" dirty="0">
                <a:solidFill>
                  <a:srgbClr val="FF0000"/>
                </a:solidFill>
                <a:latin typeface="Cambria Math"/>
                <a:cs typeface="Cambria Math"/>
              </a:rPr>
              <a:t> − </a:t>
            </a:r>
            <a:r>
              <a:rPr lang="zh-CN" altLang="en-US" sz="2400" spc="10" dirty="0">
                <a:solidFill>
                  <a:srgbClr val="FF0000"/>
                </a:solidFill>
                <a:latin typeface="Cambria Math"/>
                <a:cs typeface="Cambria Math"/>
              </a:rPr>
              <a:t>𝜂𝜕𝐿</a:t>
            </a:r>
            <a:r>
              <a:rPr lang="en-US" altLang="zh-CN" sz="3600" spc="509" baseline="2314" dirty="0">
                <a:solidFill>
                  <a:srgbClr val="FF0000"/>
                </a:solidFill>
                <a:latin typeface="Cambria Math"/>
                <a:cs typeface="Cambria Math"/>
              </a:rPr>
              <a:t>/</a:t>
            </a:r>
            <a:r>
              <a:rPr lang="zh-CN" altLang="en-US" sz="2400" spc="-5" dirty="0">
                <a:solidFill>
                  <a:srgbClr val="FF0000"/>
                </a:solidFill>
                <a:latin typeface="Cambria Math"/>
                <a:cs typeface="Cambria Math"/>
              </a:rPr>
              <a:t>𝜕𝑤</a:t>
            </a:r>
            <a:r>
              <a:rPr lang="en-US" altLang="zh-CN" sz="2400" spc="-5" dirty="0">
                <a:solidFill>
                  <a:srgbClr val="FF0000"/>
                </a:solidFill>
                <a:latin typeface="Cambria Math"/>
                <a:cs typeface="Cambria Math"/>
              </a:rPr>
              <a:t>1      </a:t>
            </a:r>
            <a:r>
              <a:rPr lang="en-US" altLang="zh-CN" sz="2400" dirty="0">
                <a:solidFill>
                  <a:srgbClr val="FF0000"/>
                </a:solidFill>
                <a:latin typeface="Cambria Math"/>
                <a:cs typeface="Cambria Math"/>
              </a:rPr>
              <a:t>b1</a:t>
            </a:r>
            <a:r>
              <a:rPr lang="zh-CN" altLang="en-US" sz="2400" dirty="0">
                <a:solidFill>
                  <a:srgbClr val="FF0000"/>
                </a:solidFill>
                <a:latin typeface="Cambria Math"/>
                <a:cs typeface="Cambria Math"/>
              </a:rPr>
              <a:t> ← </a:t>
            </a:r>
            <a:r>
              <a:rPr lang="en-US" altLang="zh-CN" sz="2400" dirty="0">
                <a:solidFill>
                  <a:srgbClr val="FF0000"/>
                </a:solidFill>
                <a:latin typeface="Cambria Math"/>
                <a:cs typeface="Cambria Math"/>
              </a:rPr>
              <a:t>b1</a:t>
            </a:r>
            <a:r>
              <a:rPr lang="zh-CN" altLang="en-US" sz="2400" dirty="0">
                <a:solidFill>
                  <a:srgbClr val="FF0000"/>
                </a:solidFill>
                <a:latin typeface="Cambria Math"/>
                <a:cs typeface="Cambria Math"/>
              </a:rPr>
              <a:t> − </a:t>
            </a:r>
            <a:r>
              <a:rPr lang="zh-CN" altLang="en-US" sz="2400" spc="10" dirty="0">
                <a:solidFill>
                  <a:srgbClr val="FF0000"/>
                </a:solidFill>
                <a:latin typeface="Cambria Math"/>
                <a:cs typeface="Cambria Math"/>
              </a:rPr>
              <a:t>𝜂𝜕𝐿</a:t>
            </a:r>
            <a:r>
              <a:rPr lang="en-US" altLang="zh-CN" sz="3600" spc="509" baseline="2314" dirty="0">
                <a:solidFill>
                  <a:srgbClr val="FF0000"/>
                </a:solidFill>
                <a:latin typeface="Cambria Math"/>
                <a:cs typeface="Cambria Math"/>
              </a:rPr>
              <a:t>/</a:t>
            </a:r>
            <a:r>
              <a:rPr lang="zh-CN" altLang="en-US" sz="2400" spc="-5" dirty="0">
                <a:solidFill>
                  <a:srgbClr val="FF0000"/>
                </a:solidFill>
                <a:latin typeface="Cambria Math"/>
                <a:cs typeface="Cambria Math"/>
              </a:rPr>
              <a:t>𝜕</a:t>
            </a:r>
            <a:r>
              <a:rPr lang="en-US" altLang="zh-CN" sz="2400" spc="-5" dirty="0">
                <a:solidFill>
                  <a:srgbClr val="FF0000"/>
                </a:solidFill>
                <a:latin typeface="Cambria Math"/>
                <a:cs typeface="Cambria Math"/>
              </a:rPr>
              <a:t>b1</a:t>
            </a:r>
          </a:p>
          <a:p>
            <a:pPr>
              <a:spcBef>
                <a:spcPts val="585"/>
              </a:spcBef>
            </a:pPr>
            <a:r>
              <a:rPr lang="zh-CN" altLang="en-US" sz="2400" dirty="0">
                <a:solidFill>
                  <a:srgbClr val="FF0000"/>
                </a:solidFill>
                <a:latin typeface="Cambria Math"/>
                <a:cs typeface="Cambria Math"/>
              </a:rPr>
              <a:t>𝑤</a:t>
            </a:r>
            <a:r>
              <a:rPr lang="en-US" altLang="zh-CN" sz="2400" dirty="0">
                <a:solidFill>
                  <a:srgbClr val="FF0000"/>
                </a:solidFill>
                <a:latin typeface="Cambria Math"/>
                <a:cs typeface="Cambria Math"/>
              </a:rPr>
              <a:t>2</a:t>
            </a:r>
            <a:r>
              <a:rPr lang="zh-CN" altLang="en-US" sz="2400" dirty="0">
                <a:solidFill>
                  <a:srgbClr val="FF0000"/>
                </a:solidFill>
                <a:latin typeface="Cambria Math"/>
                <a:cs typeface="Cambria Math"/>
              </a:rPr>
              <a:t> ← 𝑤</a:t>
            </a:r>
            <a:r>
              <a:rPr lang="en-US" altLang="zh-CN" sz="2400" dirty="0">
                <a:solidFill>
                  <a:srgbClr val="FF0000"/>
                </a:solidFill>
                <a:latin typeface="Cambria Math"/>
                <a:cs typeface="Cambria Math"/>
              </a:rPr>
              <a:t>2</a:t>
            </a:r>
            <a:r>
              <a:rPr lang="zh-CN" altLang="en-US" sz="2400" dirty="0">
                <a:solidFill>
                  <a:srgbClr val="FF0000"/>
                </a:solidFill>
                <a:latin typeface="Cambria Math"/>
                <a:cs typeface="Cambria Math"/>
              </a:rPr>
              <a:t> − </a:t>
            </a:r>
            <a:r>
              <a:rPr lang="zh-CN" altLang="en-US" sz="2400" spc="10" dirty="0">
                <a:solidFill>
                  <a:srgbClr val="FF0000"/>
                </a:solidFill>
                <a:latin typeface="Cambria Math"/>
                <a:cs typeface="Cambria Math"/>
              </a:rPr>
              <a:t>𝜂𝜕𝐿</a:t>
            </a:r>
            <a:r>
              <a:rPr lang="en-US" altLang="zh-CN" sz="3600" spc="509" baseline="2314" dirty="0">
                <a:solidFill>
                  <a:srgbClr val="FF0000"/>
                </a:solidFill>
                <a:latin typeface="Cambria Math"/>
                <a:cs typeface="Cambria Math"/>
              </a:rPr>
              <a:t>/</a:t>
            </a:r>
            <a:r>
              <a:rPr lang="zh-CN" altLang="en-US" sz="2400" spc="-5" dirty="0">
                <a:solidFill>
                  <a:srgbClr val="FF0000"/>
                </a:solidFill>
                <a:latin typeface="Cambria Math"/>
                <a:cs typeface="Cambria Math"/>
              </a:rPr>
              <a:t>𝜕𝑤</a:t>
            </a:r>
            <a:r>
              <a:rPr lang="en-US" altLang="zh-CN" sz="2400" spc="-5" dirty="0">
                <a:solidFill>
                  <a:srgbClr val="FF0000"/>
                </a:solidFill>
                <a:latin typeface="Cambria Math"/>
                <a:cs typeface="Cambria Math"/>
              </a:rPr>
              <a:t>2      </a:t>
            </a:r>
            <a:r>
              <a:rPr lang="en-US" altLang="zh-CN" sz="2400" dirty="0">
                <a:solidFill>
                  <a:srgbClr val="FF0000"/>
                </a:solidFill>
                <a:latin typeface="Cambria Math"/>
                <a:cs typeface="Cambria Math"/>
              </a:rPr>
              <a:t>b2</a:t>
            </a:r>
            <a:r>
              <a:rPr lang="zh-CN" altLang="en-US" sz="2400" dirty="0">
                <a:solidFill>
                  <a:srgbClr val="FF0000"/>
                </a:solidFill>
                <a:latin typeface="Cambria Math"/>
                <a:cs typeface="Cambria Math"/>
              </a:rPr>
              <a:t> ← </a:t>
            </a:r>
            <a:r>
              <a:rPr lang="en-US" altLang="zh-CN" sz="2400" dirty="0">
                <a:solidFill>
                  <a:srgbClr val="FF0000"/>
                </a:solidFill>
                <a:latin typeface="Cambria Math"/>
                <a:cs typeface="Cambria Math"/>
              </a:rPr>
              <a:t>b2</a:t>
            </a:r>
            <a:r>
              <a:rPr lang="zh-CN" altLang="en-US" sz="2400" dirty="0">
                <a:solidFill>
                  <a:srgbClr val="FF0000"/>
                </a:solidFill>
                <a:latin typeface="Cambria Math"/>
                <a:cs typeface="Cambria Math"/>
              </a:rPr>
              <a:t> − </a:t>
            </a:r>
            <a:r>
              <a:rPr lang="zh-CN" altLang="en-US" sz="2400" spc="10" dirty="0">
                <a:solidFill>
                  <a:srgbClr val="FF0000"/>
                </a:solidFill>
                <a:latin typeface="Cambria Math"/>
                <a:cs typeface="Cambria Math"/>
              </a:rPr>
              <a:t>𝜂𝜕𝐿</a:t>
            </a:r>
            <a:r>
              <a:rPr lang="en-US" altLang="zh-CN" sz="3600" spc="509" baseline="2314" dirty="0">
                <a:solidFill>
                  <a:srgbClr val="FF0000"/>
                </a:solidFill>
                <a:latin typeface="Cambria Math"/>
                <a:cs typeface="Cambria Math"/>
              </a:rPr>
              <a:t>/</a:t>
            </a:r>
            <a:r>
              <a:rPr lang="zh-CN" altLang="en-US" sz="2400" spc="-5" dirty="0">
                <a:solidFill>
                  <a:srgbClr val="FF0000"/>
                </a:solidFill>
                <a:latin typeface="Cambria Math"/>
                <a:cs typeface="Cambria Math"/>
              </a:rPr>
              <a:t>𝜕</a:t>
            </a:r>
            <a:r>
              <a:rPr lang="en-US" altLang="zh-CN" sz="2400" spc="-5" dirty="0">
                <a:solidFill>
                  <a:srgbClr val="FF0000"/>
                </a:solidFill>
                <a:latin typeface="Cambria Math"/>
                <a:cs typeface="Cambria Math"/>
              </a:rPr>
              <a:t>b2</a:t>
            </a:r>
          </a:p>
          <a:p>
            <a:pPr>
              <a:spcBef>
                <a:spcPts val="585"/>
              </a:spcBef>
            </a:pPr>
            <a:r>
              <a:rPr lang="en-US" altLang="zh-CN" sz="2400" spc="-5" dirty="0">
                <a:solidFill>
                  <a:srgbClr val="FF0000"/>
                </a:solidFill>
                <a:latin typeface="Cambria Math"/>
                <a:cs typeface="Cambria Math"/>
              </a:rPr>
              <a:t>……                                         ……</a:t>
            </a:r>
          </a:p>
        </p:txBody>
      </p:sp>
      <p:sp>
        <p:nvSpPr>
          <p:cNvPr id="70" name="文本框 69">
            <a:extLst>
              <a:ext uri="{FF2B5EF4-FFF2-40B4-BE49-F238E27FC236}">
                <a16:creationId xmlns:a16="http://schemas.microsoft.com/office/drawing/2014/main" id="{49015E23-B8F9-45DC-2E2B-A230B87CAC6B}"/>
              </a:ext>
            </a:extLst>
          </p:cNvPr>
          <p:cNvSpPr txBox="1"/>
          <p:nvPr/>
        </p:nvSpPr>
        <p:spPr>
          <a:xfrm>
            <a:off x="2662864" y="5401058"/>
            <a:ext cx="1524000" cy="461665"/>
          </a:xfrm>
          <a:prstGeom prst="rect">
            <a:avLst/>
          </a:prstGeom>
          <a:noFill/>
        </p:spPr>
        <p:txBody>
          <a:bodyPr wrap="square" rtlCol="0">
            <a:spAutoFit/>
          </a:bodyPr>
          <a:lstStyle/>
          <a:p>
            <a:r>
              <a:rPr lang="zh-CN" altLang="en-US" sz="2400" b="1" dirty="0">
                <a:solidFill>
                  <a:srgbClr val="C00000"/>
                </a:solidFill>
              </a:rPr>
              <a:t>梯度下降</a:t>
            </a:r>
          </a:p>
        </p:txBody>
      </p:sp>
    </p:spTree>
    <p:extLst>
      <p:ext uri="{BB962C8B-B14F-4D97-AF65-F5344CB8AC3E}">
        <p14:creationId xmlns:p14="http://schemas.microsoft.com/office/powerpoint/2010/main" val="223530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8" grpId="0" animBg="1"/>
      <p:bldP spid="9" grpId="0" animBg="1"/>
      <p:bldP spid="11" grpId="0" animBg="1"/>
      <p:bldP spid="12" grpId="0" animBg="1"/>
      <p:bldP spid="13" grpId="0" animBg="1"/>
      <p:bldP spid="15" grpId="0"/>
      <p:bldP spid="16" grpId="0" animBg="1"/>
      <p:bldP spid="17" grpId="0" animBg="1"/>
      <p:bldP spid="18" grpId="0" animBg="1"/>
      <p:bldP spid="21" grpId="0" animBg="1"/>
      <p:bldP spid="22" grpId="0" animBg="1"/>
      <p:bldP spid="24" grpId="0"/>
      <p:bldP spid="25" grpId="0" animBg="1"/>
      <p:bldP spid="27" grpId="0"/>
      <p:bldP spid="28" grpId="0" animBg="1"/>
      <p:bldP spid="29" grpId="0" animBg="1"/>
      <p:bldP spid="30" grpId="0" animBg="1"/>
      <p:bldP spid="33" grpId="0" animBg="1"/>
      <p:bldP spid="34" grpId="0" animBg="1"/>
      <p:bldP spid="37" grpId="0" animBg="1"/>
      <p:bldP spid="38" grpId="0" animBg="1"/>
      <p:bldP spid="39" grpId="0" animBg="1"/>
      <p:bldP spid="40" grpId="0" animBg="1"/>
      <p:bldP spid="41" grpId="0" animBg="1"/>
      <p:bldP spid="42" grpId="0" animBg="1"/>
      <p:bldP spid="43" grpId="0"/>
      <p:bldP spid="44" grpId="0"/>
      <p:bldP spid="45" grpId="0"/>
      <p:bldP spid="3" grpId="0"/>
      <p:bldP spid="48" grpId="0"/>
      <p:bldP spid="49" grpId="0"/>
      <p:bldP spid="50" grpId="0"/>
      <p:bldP spid="51" grpId="0"/>
      <p:bldP spid="52" grpId="0"/>
      <p:bldP spid="53" grpId="0"/>
      <p:bldP spid="54" grpId="0"/>
      <p:bldP spid="69" grpId="0"/>
      <p:bldP spid="7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0D503A43-9DB4-0682-687F-53A1C237AA8E}"/>
              </a:ext>
            </a:extLst>
          </p:cNvPr>
          <p:cNvSpPr/>
          <p:nvPr/>
        </p:nvSpPr>
        <p:spPr>
          <a:xfrm>
            <a:off x="3056056" y="1481840"/>
            <a:ext cx="5816010" cy="4548842"/>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3">
            <a:extLst>
              <a:ext uri="{FF2B5EF4-FFF2-40B4-BE49-F238E27FC236}">
                <a16:creationId xmlns:a16="http://schemas.microsoft.com/office/drawing/2014/main" id="{09BB550A-F9C3-A5B4-B85C-43FD7900E2C4}"/>
              </a:ext>
            </a:extLst>
          </p:cNvPr>
          <p:cNvSpPr txBox="1"/>
          <p:nvPr/>
        </p:nvSpPr>
        <p:spPr>
          <a:xfrm>
            <a:off x="5931137" y="6082598"/>
            <a:ext cx="361950" cy="391160"/>
          </a:xfrm>
          <a:prstGeom prst="rect">
            <a:avLst/>
          </a:prstGeom>
        </p:spPr>
        <p:txBody>
          <a:bodyPr vert="horz" wrap="square" lIns="0" tIns="12700" rIns="0" bIns="0" rtlCol="0">
            <a:spAutoFit/>
          </a:bodyPr>
          <a:lstStyle/>
          <a:p>
            <a:pPr marL="12700">
              <a:lnSpc>
                <a:spcPct val="100000"/>
              </a:lnSpc>
              <a:spcBef>
                <a:spcPts val="100"/>
              </a:spcBef>
            </a:pPr>
            <a:r>
              <a:rPr sz="2400" spc="-145" dirty="0">
                <a:latin typeface="Times New Roman" panose="02020603050405020304" pitchFamily="18" charset="0"/>
                <a:ea typeface="黑体" panose="02010609060101010101" pitchFamily="49" charset="-122"/>
                <a:cs typeface="Times New Roman" panose="02020603050405020304" pitchFamily="18" charset="0"/>
              </a:rPr>
              <a:t>𝑤</a:t>
            </a:r>
            <a:r>
              <a:rPr sz="2625" spc="52" baseline="-15873" dirty="0">
                <a:latin typeface="Times New Roman" panose="02020603050405020304" pitchFamily="18" charset="0"/>
                <a:ea typeface="黑体" panose="02010609060101010101" pitchFamily="49" charset="-122"/>
                <a:cs typeface="Times New Roman" panose="02020603050405020304" pitchFamily="18" charset="0"/>
              </a:rPr>
              <a:t>1</a:t>
            </a:r>
            <a:endParaRPr sz="2625" baseline="-15873">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4">
            <a:extLst>
              <a:ext uri="{FF2B5EF4-FFF2-40B4-BE49-F238E27FC236}">
                <a16:creationId xmlns:a16="http://schemas.microsoft.com/office/drawing/2014/main" id="{22C79769-B8AA-E81D-F01E-099DBDCC5E03}"/>
              </a:ext>
            </a:extLst>
          </p:cNvPr>
          <p:cNvSpPr txBox="1"/>
          <p:nvPr/>
        </p:nvSpPr>
        <p:spPr>
          <a:xfrm>
            <a:off x="2561520" y="3429000"/>
            <a:ext cx="369570" cy="391160"/>
          </a:xfrm>
          <a:prstGeom prst="rect">
            <a:avLst/>
          </a:prstGeom>
        </p:spPr>
        <p:txBody>
          <a:bodyPr vert="horz" wrap="square" lIns="0" tIns="12700" rIns="0" bIns="0" rtlCol="0">
            <a:spAutoFit/>
          </a:bodyPr>
          <a:lstStyle/>
          <a:p>
            <a:pPr marL="12700">
              <a:lnSpc>
                <a:spcPct val="100000"/>
              </a:lnSpc>
              <a:spcBef>
                <a:spcPts val="100"/>
              </a:spcBef>
            </a:pPr>
            <a:r>
              <a:rPr sz="2400" spc="-85" dirty="0">
                <a:latin typeface="Times New Roman" panose="02020603050405020304" pitchFamily="18" charset="0"/>
                <a:ea typeface="黑体" panose="02010609060101010101" pitchFamily="49" charset="-122"/>
                <a:cs typeface="Times New Roman" panose="02020603050405020304" pitchFamily="18" charset="0"/>
              </a:rPr>
              <a:t>𝑤</a:t>
            </a:r>
            <a:r>
              <a:rPr sz="2625" spc="52" baseline="-15873" dirty="0">
                <a:latin typeface="Times New Roman" panose="02020603050405020304" pitchFamily="18" charset="0"/>
                <a:ea typeface="黑体" panose="02010609060101010101" pitchFamily="49" charset="-122"/>
                <a:cs typeface="Times New Roman" panose="02020603050405020304" pitchFamily="18" charset="0"/>
              </a:rPr>
              <a:t>2</a:t>
            </a:r>
            <a:endParaRPr sz="2625" baseline="-15873"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6">
            <a:extLst>
              <a:ext uri="{FF2B5EF4-FFF2-40B4-BE49-F238E27FC236}">
                <a16:creationId xmlns:a16="http://schemas.microsoft.com/office/drawing/2014/main" id="{C5CA0C6A-56C3-9714-C034-AF7AFAC7831D}"/>
              </a:ext>
            </a:extLst>
          </p:cNvPr>
          <p:cNvSpPr/>
          <p:nvPr/>
        </p:nvSpPr>
        <p:spPr>
          <a:xfrm>
            <a:off x="3881231" y="5100431"/>
            <a:ext cx="216407" cy="214884"/>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7">
            <a:extLst>
              <a:ext uri="{FF2B5EF4-FFF2-40B4-BE49-F238E27FC236}">
                <a16:creationId xmlns:a16="http://schemas.microsoft.com/office/drawing/2014/main" id="{A9897662-358D-E560-0FBB-85F844B6E456}"/>
              </a:ext>
            </a:extLst>
          </p:cNvPr>
          <p:cNvSpPr/>
          <p:nvPr/>
        </p:nvSpPr>
        <p:spPr>
          <a:xfrm>
            <a:off x="4007088" y="4189840"/>
            <a:ext cx="323850" cy="924560"/>
          </a:xfrm>
          <a:custGeom>
            <a:avLst/>
            <a:gdLst/>
            <a:ahLst/>
            <a:cxnLst/>
            <a:rect l="l" t="t" r="r" b="b"/>
            <a:pathLst>
              <a:path w="323850" h="924560">
                <a:moveTo>
                  <a:pt x="250512" y="103584"/>
                </a:moveTo>
                <a:lnTo>
                  <a:pt x="0" y="912876"/>
                </a:lnTo>
                <a:lnTo>
                  <a:pt x="36321" y="924051"/>
                </a:lnTo>
                <a:lnTo>
                  <a:pt x="286853" y="114824"/>
                </a:lnTo>
                <a:lnTo>
                  <a:pt x="250512" y="103584"/>
                </a:lnTo>
                <a:close/>
              </a:path>
              <a:path w="323850" h="924560">
                <a:moveTo>
                  <a:pt x="316609" y="85343"/>
                </a:moveTo>
                <a:lnTo>
                  <a:pt x="256158" y="85343"/>
                </a:lnTo>
                <a:lnTo>
                  <a:pt x="292481" y="96646"/>
                </a:lnTo>
                <a:lnTo>
                  <a:pt x="286853" y="114824"/>
                </a:lnTo>
                <a:lnTo>
                  <a:pt x="323341" y="126110"/>
                </a:lnTo>
                <a:lnTo>
                  <a:pt x="316609" y="85343"/>
                </a:lnTo>
                <a:close/>
              </a:path>
              <a:path w="323850" h="924560">
                <a:moveTo>
                  <a:pt x="256158" y="85343"/>
                </a:moveTo>
                <a:lnTo>
                  <a:pt x="250512" y="103584"/>
                </a:lnTo>
                <a:lnTo>
                  <a:pt x="286853" y="114824"/>
                </a:lnTo>
                <a:lnTo>
                  <a:pt x="292481" y="96646"/>
                </a:lnTo>
                <a:lnTo>
                  <a:pt x="256158" y="85343"/>
                </a:lnTo>
                <a:close/>
              </a:path>
              <a:path w="323850" h="924560">
                <a:moveTo>
                  <a:pt x="302513" y="0"/>
                </a:moveTo>
                <a:lnTo>
                  <a:pt x="214121" y="92328"/>
                </a:lnTo>
                <a:lnTo>
                  <a:pt x="250512" y="103584"/>
                </a:lnTo>
                <a:lnTo>
                  <a:pt x="256158" y="85343"/>
                </a:lnTo>
                <a:lnTo>
                  <a:pt x="316609" y="85343"/>
                </a:lnTo>
                <a:lnTo>
                  <a:pt x="302513" y="0"/>
                </a:lnTo>
                <a:close/>
              </a:path>
            </a:pathLst>
          </a:custGeom>
          <a:solidFill>
            <a:srgbClr val="FF0000"/>
          </a:solid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8">
            <a:extLst>
              <a:ext uri="{FF2B5EF4-FFF2-40B4-BE49-F238E27FC236}">
                <a16:creationId xmlns:a16="http://schemas.microsoft.com/office/drawing/2014/main" id="{607AFB8F-1F6B-389E-F92D-BDE952CDFA43}"/>
              </a:ext>
            </a:extLst>
          </p:cNvPr>
          <p:cNvSpPr/>
          <p:nvPr/>
        </p:nvSpPr>
        <p:spPr>
          <a:xfrm>
            <a:off x="4257659" y="3983339"/>
            <a:ext cx="216407" cy="216408"/>
          </a:xfrm>
          <a:prstGeom prst="rect">
            <a:avLst/>
          </a:prstGeom>
          <a:blipFill>
            <a:blip r:embed="rId4"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9">
            <a:extLst>
              <a:ext uri="{FF2B5EF4-FFF2-40B4-BE49-F238E27FC236}">
                <a16:creationId xmlns:a16="http://schemas.microsoft.com/office/drawing/2014/main" id="{340FE44E-5C6F-735A-F33F-6699023C8496}"/>
              </a:ext>
            </a:extLst>
          </p:cNvPr>
          <p:cNvSpPr/>
          <p:nvPr/>
        </p:nvSpPr>
        <p:spPr>
          <a:xfrm>
            <a:off x="4413869" y="3673204"/>
            <a:ext cx="401955" cy="338455"/>
          </a:xfrm>
          <a:custGeom>
            <a:avLst/>
            <a:gdLst/>
            <a:ahLst/>
            <a:cxnLst/>
            <a:rect l="l" t="t" r="r" b="b"/>
            <a:pathLst>
              <a:path w="401954" h="338454">
                <a:moveTo>
                  <a:pt x="301691" y="58270"/>
                </a:moveTo>
                <a:lnTo>
                  <a:pt x="0" y="308609"/>
                </a:lnTo>
                <a:lnTo>
                  <a:pt x="24383" y="337946"/>
                </a:lnTo>
                <a:lnTo>
                  <a:pt x="326050" y="87628"/>
                </a:lnTo>
                <a:lnTo>
                  <a:pt x="301691" y="58270"/>
                </a:lnTo>
                <a:close/>
              </a:path>
              <a:path w="401954" h="338454">
                <a:moveTo>
                  <a:pt x="381555" y="46100"/>
                </a:moveTo>
                <a:lnTo>
                  <a:pt x="316356" y="46100"/>
                </a:lnTo>
                <a:lnTo>
                  <a:pt x="340740" y="75437"/>
                </a:lnTo>
                <a:lnTo>
                  <a:pt x="326050" y="87628"/>
                </a:lnTo>
                <a:lnTo>
                  <a:pt x="350392" y="116967"/>
                </a:lnTo>
                <a:lnTo>
                  <a:pt x="381555" y="46100"/>
                </a:lnTo>
                <a:close/>
              </a:path>
              <a:path w="401954" h="338454">
                <a:moveTo>
                  <a:pt x="316356" y="46100"/>
                </a:moveTo>
                <a:lnTo>
                  <a:pt x="301691" y="58270"/>
                </a:lnTo>
                <a:lnTo>
                  <a:pt x="326050" y="87628"/>
                </a:lnTo>
                <a:lnTo>
                  <a:pt x="340740" y="75437"/>
                </a:lnTo>
                <a:lnTo>
                  <a:pt x="316356" y="46100"/>
                </a:lnTo>
                <a:close/>
              </a:path>
              <a:path w="401954" h="338454">
                <a:moveTo>
                  <a:pt x="401827" y="0"/>
                </a:moveTo>
                <a:lnTo>
                  <a:pt x="277367" y="28956"/>
                </a:lnTo>
                <a:lnTo>
                  <a:pt x="301691" y="58270"/>
                </a:lnTo>
                <a:lnTo>
                  <a:pt x="316356" y="46100"/>
                </a:lnTo>
                <a:lnTo>
                  <a:pt x="381555" y="46100"/>
                </a:lnTo>
                <a:lnTo>
                  <a:pt x="401827" y="0"/>
                </a:lnTo>
                <a:close/>
              </a:path>
            </a:pathLst>
          </a:custGeom>
          <a:solidFill>
            <a:srgbClr val="FF0000"/>
          </a:solid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0">
            <a:extLst>
              <a:ext uri="{FF2B5EF4-FFF2-40B4-BE49-F238E27FC236}">
                <a16:creationId xmlns:a16="http://schemas.microsoft.com/office/drawing/2014/main" id="{2BF4A117-A9E2-6B7D-ADBB-8CE0575ED810}"/>
              </a:ext>
            </a:extLst>
          </p:cNvPr>
          <p:cNvSpPr/>
          <p:nvPr/>
        </p:nvSpPr>
        <p:spPr>
          <a:xfrm>
            <a:off x="4752959" y="3539854"/>
            <a:ext cx="216408" cy="216407"/>
          </a:xfrm>
          <a:prstGeom prst="rect">
            <a:avLst/>
          </a:prstGeom>
          <a:blipFill>
            <a:blip r:embed="rId4"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1">
            <a:extLst>
              <a:ext uri="{FF2B5EF4-FFF2-40B4-BE49-F238E27FC236}">
                <a16:creationId xmlns:a16="http://schemas.microsoft.com/office/drawing/2014/main" id="{D97602BE-9189-18A7-DA33-2A24AA3EF563}"/>
              </a:ext>
            </a:extLst>
          </p:cNvPr>
          <p:cNvSpPr/>
          <p:nvPr/>
        </p:nvSpPr>
        <p:spPr>
          <a:xfrm>
            <a:off x="4967969" y="3516867"/>
            <a:ext cx="528320" cy="123825"/>
          </a:xfrm>
          <a:custGeom>
            <a:avLst/>
            <a:gdLst/>
            <a:ahLst/>
            <a:cxnLst/>
            <a:rect l="l" t="t" r="r" b="b"/>
            <a:pathLst>
              <a:path w="528320" h="123825">
                <a:moveTo>
                  <a:pt x="412459" y="37897"/>
                </a:moveTo>
                <a:lnTo>
                  <a:pt x="0" y="85979"/>
                </a:lnTo>
                <a:lnTo>
                  <a:pt x="4317" y="123825"/>
                </a:lnTo>
                <a:lnTo>
                  <a:pt x="416862" y="75747"/>
                </a:lnTo>
                <a:lnTo>
                  <a:pt x="412459" y="37897"/>
                </a:lnTo>
                <a:close/>
              </a:path>
              <a:path w="528320" h="123825">
                <a:moveTo>
                  <a:pt x="506476" y="35687"/>
                </a:moveTo>
                <a:lnTo>
                  <a:pt x="431418" y="35687"/>
                </a:lnTo>
                <a:lnTo>
                  <a:pt x="435863" y="73532"/>
                </a:lnTo>
                <a:lnTo>
                  <a:pt x="416862" y="75747"/>
                </a:lnTo>
                <a:lnTo>
                  <a:pt x="421259" y="113537"/>
                </a:lnTo>
                <a:lnTo>
                  <a:pt x="528192" y="43561"/>
                </a:lnTo>
                <a:lnTo>
                  <a:pt x="506476" y="35687"/>
                </a:lnTo>
                <a:close/>
              </a:path>
              <a:path w="528320" h="123825">
                <a:moveTo>
                  <a:pt x="431418" y="35687"/>
                </a:moveTo>
                <a:lnTo>
                  <a:pt x="412459" y="37897"/>
                </a:lnTo>
                <a:lnTo>
                  <a:pt x="416862" y="75747"/>
                </a:lnTo>
                <a:lnTo>
                  <a:pt x="435863" y="73532"/>
                </a:lnTo>
                <a:lnTo>
                  <a:pt x="431418" y="35687"/>
                </a:lnTo>
                <a:close/>
              </a:path>
              <a:path w="528320" h="123825">
                <a:moveTo>
                  <a:pt x="408050" y="0"/>
                </a:moveTo>
                <a:lnTo>
                  <a:pt x="412459" y="37897"/>
                </a:lnTo>
                <a:lnTo>
                  <a:pt x="431418" y="35687"/>
                </a:lnTo>
                <a:lnTo>
                  <a:pt x="506476" y="35687"/>
                </a:lnTo>
                <a:lnTo>
                  <a:pt x="408050" y="0"/>
                </a:lnTo>
                <a:close/>
              </a:path>
            </a:pathLst>
          </a:custGeom>
          <a:solidFill>
            <a:srgbClr val="FF0000"/>
          </a:solid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object 12">
            <a:extLst>
              <a:ext uri="{FF2B5EF4-FFF2-40B4-BE49-F238E27FC236}">
                <a16:creationId xmlns:a16="http://schemas.microsoft.com/office/drawing/2014/main" id="{CEBC8382-214F-E804-11E5-985091D7082A}"/>
              </a:ext>
            </a:extLst>
          </p:cNvPr>
          <p:cNvSpPr txBox="1"/>
          <p:nvPr/>
        </p:nvSpPr>
        <p:spPr>
          <a:xfrm>
            <a:off x="6624696" y="799867"/>
            <a:ext cx="3877310" cy="453329"/>
          </a:xfrm>
          <a:prstGeom prst="rect">
            <a:avLst/>
          </a:prstGeom>
          <a:solidFill>
            <a:srgbClr val="4471C4"/>
          </a:solidFill>
          <a:ln w="12192">
            <a:solidFill>
              <a:srgbClr val="2E528F"/>
            </a:solidFill>
          </a:ln>
        </p:spPr>
        <p:txBody>
          <a:bodyPr vert="horz" wrap="square" lIns="0" tIns="22225" rIns="0" bIns="0" rtlCol="0">
            <a:spAutoFit/>
          </a:bodyPr>
          <a:lstStyle/>
          <a:p>
            <a:pPr marL="1016635" marR="109220" indent="-899794">
              <a:lnSpc>
                <a:spcPct val="100000"/>
              </a:lnSpc>
              <a:spcBef>
                <a:spcPts val="175"/>
              </a:spcBef>
            </a:pPr>
            <a:r>
              <a:rPr lang="zh-CN" altLang="en-US" sz="2800" spc="-3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可以收敛到最小值</a:t>
            </a:r>
            <a:r>
              <a:rPr sz="2800" spc="-1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object 13">
            <a:extLst>
              <a:ext uri="{FF2B5EF4-FFF2-40B4-BE49-F238E27FC236}">
                <a16:creationId xmlns:a16="http://schemas.microsoft.com/office/drawing/2014/main" id="{E18D0F49-4FBC-3CDD-1AA3-19A4AAC6AF3D}"/>
              </a:ext>
            </a:extLst>
          </p:cNvPr>
          <p:cNvSpPr/>
          <p:nvPr/>
        </p:nvSpPr>
        <p:spPr>
          <a:xfrm>
            <a:off x="3965050" y="5169010"/>
            <a:ext cx="4027932" cy="579119"/>
          </a:xfrm>
          <a:prstGeom prst="rect">
            <a:avLst/>
          </a:prstGeom>
          <a:blipFill>
            <a:blip r:embed="rId5"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object 14">
            <a:extLst>
              <a:ext uri="{FF2B5EF4-FFF2-40B4-BE49-F238E27FC236}">
                <a16:creationId xmlns:a16="http://schemas.microsoft.com/office/drawing/2014/main" id="{00969122-A85F-E1AE-0D5C-C10A7E323863}"/>
              </a:ext>
            </a:extLst>
          </p:cNvPr>
          <p:cNvSpPr/>
          <p:nvPr/>
        </p:nvSpPr>
        <p:spPr>
          <a:xfrm>
            <a:off x="3959406" y="4436728"/>
            <a:ext cx="4302417" cy="2060448"/>
          </a:xfrm>
          <a:prstGeom prst="rect">
            <a:avLst/>
          </a:prstGeom>
          <a:blipFill>
            <a:blip r:embed="rId6"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object 15">
            <a:extLst>
              <a:ext uri="{FF2B5EF4-FFF2-40B4-BE49-F238E27FC236}">
                <a16:creationId xmlns:a16="http://schemas.microsoft.com/office/drawing/2014/main" id="{A10E98E2-67E0-CDE9-DF4D-5CEE37A450E6}"/>
              </a:ext>
            </a:extLst>
          </p:cNvPr>
          <p:cNvSpPr/>
          <p:nvPr/>
        </p:nvSpPr>
        <p:spPr>
          <a:xfrm>
            <a:off x="4024487" y="5208634"/>
            <a:ext cx="3909059" cy="461772"/>
          </a:xfrm>
          <a:prstGeom prst="rect">
            <a:avLst/>
          </a:prstGeom>
          <a:blipFill>
            <a:blip r:embed="rId7"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object 16">
            <a:extLst>
              <a:ext uri="{FF2B5EF4-FFF2-40B4-BE49-F238E27FC236}">
                <a16:creationId xmlns:a16="http://schemas.microsoft.com/office/drawing/2014/main" id="{CA4A1B7B-25C8-4A38-9170-7DBC5317F3AF}"/>
              </a:ext>
            </a:extLst>
          </p:cNvPr>
          <p:cNvSpPr/>
          <p:nvPr/>
        </p:nvSpPr>
        <p:spPr>
          <a:xfrm>
            <a:off x="4525882" y="4528931"/>
            <a:ext cx="3834384" cy="579119"/>
          </a:xfrm>
          <a:prstGeom prst="rect">
            <a:avLst/>
          </a:prstGeom>
          <a:blipFill>
            <a:blip r:embed="rId8"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object 17">
            <a:extLst>
              <a:ext uri="{FF2B5EF4-FFF2-40B4-BE49-F238E27FC236}">
                <a16:creationId xmlns:a16="http://schemas.microsoft.com/office/drawing/2014/main" id="{D4CCF3A0-9686-DA38-D0B5-EF7D1821F466}"/>
              </a:ext>
            </a:extLst>
          </p:cNvPr>
          <p:cNvSpPr/>
          <p:nvPr/>
        </p:nvSpPr>
        <p:spPr>
          <a:xfrm>
            <a:off x="4559410" y="3940666"/>
            <a:ext cx="3924300" cy="2060448"/>
          </a:xfrm>
          <a:prstGeom prst="rect">
            <a:avLst/>
          </a:prstGeom>
          <a:blipFill>
            <a:blip r:embed="rId9"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object 18">
            <a:extLst>
              <a:ext uri="{FF2B5EF4-FFF2-40B4-BE49-F238E27FC236}">
                <a16:creationId xmlns:a16="http://schemas.microsoft.com/office/drawing/2014/main" id="{E1E4A93D-453E-28BB-2031-E36E2D365A2D}"/>
              </a:ext>
            </a:extLst>
          </p:cNvPr>
          <p:cNvSpPr/>
          <p:nvPr/>
        </p:nvSpPr>
        <p:spPr>
          <a:xfrm>
            <a:off x="4585319" y="4568554"/>
            <a:ext cx="3715511" cy="461771"/>
          </a:xfrm>
          <a:prstGeom prst="rect">
            <a:avLst/>
          </a:prstGeom>
          <a:blipFill>
            <a:blip r:embed="rId10"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object 19">
            <a:extLst>
              <a:ext uri="{FF2B5EF4-FFF2-40B4-BE49-F238E27FC236}">
                <a16:creationId xmlns:a16="http://schemas.microsoft.com/office/drawing/2014/main" id="{F91C171B-F890-A251-FEC2-A2EFD5CEED77}"/>
              </a:ext>
            </a:extLst>
          </p:cNvPr>
          <p:cNvSpPr txBox="1"/>
          <p:nvPr/>
        </p:nvSpPr>
        <p:spPr>
          <a:xfrm>
            <a:off x="4254738" y="4584557"/>
            <a:ext cx="4046220" cy="1033616"/>
          </a:xfrm>
          <a:prstGeom prst="rect">
            <a:avLst/>
          </a:prstGeom>
        </p:spPr>
        <p:txBody>
          <a:bodyPr vert="horz" wrap="square" lIns="0" tIns="12700" rIns="0" bIns="0" rtlCol="0">
            <a:spAutoFit/>
          </a:bodyPr>
          <a:lstStyle/>
          <a:p>
            <a:pPr marL="504825">
              <a:lnSpc>
                <a:spcPct val="100000"/>
              </a:lnSpc>
              <a:spcBef>
                <a:spcPts val="100"/>
              </a:spcBef>
            </a:pP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(−𝜂 </a:t>
            </a:r>
            <a:r>
              <a:rPr sz="24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𝜕𝐿</a:t>
            </a:r>
            <a:r>
              <a:rPr lang="en-US" sz="3600" spc="22" baseline="2314"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𝜕𝑤</a:t>
            </a:r>
            <a:r>
              <a:rPr sz="2625" spc="7" baseline="-1587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−𝜂 </a:t>
            </a:r>
            <a:r>
              <a:rPr sz="24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𝜕𝐿</a:t>
            </a:r>
            <a:r>
              <a:rPr lang="en-US" sz="3600" spc="502" baseline="2314"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r>
              <a:rPr sz="2400" spc="2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𝜕𝑤</a:t>
            </a:r>
            <a:r>
              <a:rPr sz="2625" spc="37" baseline="-1587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2</a:t>
            </a:r>
            <a:r>
              <a:rPr sz="2400" spc="2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endParaRPr sz="2400" dirty="0">
              <a:latin typeface="Times New Roman" panose="02020603050405020304" pitchFamily="18" charset="0"/>
              <a:ea typeface="黑体" panose="02010609060101010101" pitchFamily="49" charset="-122"/>
              <a:cs typeface="Times New Roman" panose="02020603050405020304" pitchFamily="18" charset="0"/>
            </a:endParaRPr>
          </a:p>
          <a:p>
            <a:pPr marL="12700">
              <a:lnSpc>
                <a:spcPct val="100000"/>
              </a:lnSpc>
              <a:spcBef>
                <a:spcPts val="2160"/>
              </a:spcBef>
            </a:pPr>
            <a:r>
              <a:rPr lang="zh-CN" altLang="en-US" sz="2400" spc="-1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计算</a:t>
            </a:r>
            <a:r>
              <a:rPr sz="2400" spc="-1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a:t>
            </a:r>
            <a:r>
              <a:rPr sz="24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𝜕𝐿</a:t>
            </a:r>
            <a:r>
              <a:rPr lang="en-US" sz="3600" spc="22" baseline="2314"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𝜕𝑤</a:t>
            </a:r>
            <a:r>
              <a:rPr sz="2625" spc="7" baseline="-1587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a:t>
            </a:r>
            <a:r>
              <a:rPr sz="24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𝜕𝐿</a:t>
            </a:r>
            <a:r>
              <a:rPr lang="en-US" sz="3600" spc="660" baseline="2314"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r>
              <a:rPr sz="2400"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𝜕𝑤</a:t>
            </a:r>
            <a:r>
              <a:rPr sz="2625" baseline="-1587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2</a:t>
            </a:r>
            <a:endParaRPr sz="2625" baseline="-15873"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object 20">
            <a:extLst>
              <a:ext uri="{FF2B5EF4-FFF2-40B4-BE49-F238E27FC236}">
                <a16:creationId xmlns:a16="http://schemas.microsoft.com/office/drawing/2014/main" id="{25884E70-70C6-8B54-ED2A-2C0652ACA1B9}"/>
              </a:ext>
            </a:extLst>
          </p:cNvPr>
          <p:cNvSpPr/>
          <p:nvPr/>
        </p:nvSpPr>
        <p:spPr>
          <a:xfrm>
            <a:off x="4166219" y="4568554"/>
            <a:ext cx="433070" cy="256540"/>
          </a:xfrm>
          <a:custGeom>
            <a:avLst/>
            <a:gdLst/>
            <a:ahLst/>
            <a:cxnLst/>
            <a:rect l="l" t="t" r="r" b="b"/>
            <a:pathLst>
              <a:path w="433070" h="256539">
                <a:moveTo>
                  <a:pt x="166152" y="58396"/>
                </a:moveTo>
                <a:lnTo>
                  <a:pt x="138180" y="109168"/>
                </a:lnTo>
                <a:lnTo>
                  <a:pt x="405129" y="256158"/>
                </a:lnTo>
                <a:lnTo>
                  <a:pt x="433069" y="205486"/>
                </a:lnTo>
                <a:lnTo>
                  <a:pt x="166152" y="58396"/>
                </a:lnTo>
                <a:close/>
              </a:path>
              <a:path w="433070" h="256539">
                <a:moveTo>
                  <a:pt x="0" y="0"/>
                </a:moveTo>
                <a:lnTo>
                  <a:pt x="110235" y="159893"/>
                </a:lnTo>
                <a:lnTo>
                  <a:pt x="138180" y="109168"/>
                </a:lnTo>
                <a:lnTo>
                  <a:pt x="112902" y="95250"/>
                </a:lnTo>
                <a:lnTo>
                  <a:pt x="140843" y="44450"/>
                </a:lnTo>
                <a:lnTo>
                  <a:pt x="173835" y="44450"/>
                </a:lnTo>
                <a:lnTo>
                  <a:pt x="194056" y="7746"/>
                </a:lnTo>
                <a:lnTo>
                  <a:pt x="0" y="0"/>
                </a:lnTo>
                <a:close/>
              </a:path>
              <a:path w="433070" h="256539">
                <a:moveTo>
                  <a:pt x="140843" y="44450"/>
                </a:moveTo>
                <a:lnTo>
                  <a:pt x="112902" y="95250"/>
                </a:lnTo>
                <a:lnTo>
                  <a:pt x="138180" y="109168"/>
                </a:lnTo>
                <a:lnTo>
                  <a:pt x="166152" y="58396"/>
                </a:lnTo>
                <a:lnTo>
                  <a:pt x="140843" y="44450"/>
                </a:lnTo>
                <a:close/>
              </a:path>
              <a:path w="433070" h="256539">
                <a:moveTo>
                  <a:pt x="173835" y="44450"/>
                </a:moveTo>
                <a:lnTo>
                  <a:pt x="140843" y="44450"/>
                </a:lnTo>
                <a:lnTo>
                  <a:pt x="166152" y="58396"/>
                </a:lnTo>
                <a:lnTo>
                  <a:pt x="173835" y="44450"/>
                </a:lnTo>
                <a:close/>
              </a:path>
            </a:pathLst>
          </a:custGeom>
          <a:solidFill>
            <a:srgbClr val="FFC000"/>
          </a:solid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object 21">
            <a:extLst>
              <a:ext uri="{FF2B5EF4-FFF2-40B4-BE49-F238E27FC236}">
                <a16:creationId xmlns:a16="http://schemas.microsoft.com/office/drawing/2014/main" id="{6D66855C-1B9C-7568-8154-C9FFC023FDDF}"/>
              </a:ext>
            </a:extLst>
          </p:cNvPr>
          <p:cNvSpPr/>
          <p:nvPr/>
        </p:nvSpPr>
        <p:spPr>
          <a:xfrm>
            <a:off x="7852775" y="3178666"/>
            <a:ext cx="2185416" cy="947927"/>
          </a:xfrm>
          <a:prstGeom prst="rect">
            <a:avLst/>
          </a:prstGeom>
          <a:blipFill>
            <a:blip r:embed="rId11"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object 22">
            <a:extLst>
              <a:ext uri="{FF2B5EF4-FFF2-40B4-BE49-F238E27FC236}">
                <a16:creationId xmlns:a16="http://schemas.microsoft.com/office/drawing/2014/main" id="{2D45D3F5-0215-BD35-47A5-B1D769965332}"/>
              </a:ext>
            </a:extLst>
          </p:cNvPr>
          <p:cNvSpPr/>
          <p:nvPr/>
        </p:nvSpPr>
        <p:spPr>
          <a:xfrm>
            <a:off x="7794862" y="3131423"/>
            <a:ext cx="2368295" cy="1124711"/>
          </a:xfrm>
          <a:prstGeom prst="rect">
            <a:avLst/>
          </a:prstGeom>
          <a:blipFill>
            <a:blip r:embed="rId12"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object 23">
            <a:extLst>
              <a:ext uri="{FF2B5EF4-FFF2-40B4-BE49-F238E27FC236}">
                <a16:creationId xmlns:a16="http://schemas.microsoft.com/office/drawing/2014/main" id="{C96B0279-C81B-3515-2D41-1318BD30E314}"/>
              </a:ext>
            </a:extLst>
          </p:cNvPr>
          <p:cNvSpPr/>
          <p:nvPr/>
        </p:nvSpPr>
        <p:spPr>
          <a:xfrm>
            <a:off x="7912211" y="3218290"/>
            <a:ext cx="2066544" cy="830580"/>
          </a:xfrm>
          <a:prstGeom prst="rect">
            <a:avLst/>
          </a:prstGeom>
          <a:blipFill>
            <a:blip r:embed="rId13"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object 24">
            <a:extLst>
              <a:ext uri="{FF2B5EF4-FFF2-40B4-BE49-F238E27FC236}">
                <a16:creationId xmlns:a16="http://schemas.microsoft.com/office/drawing/2014/main" id="{5DF4DAE2-4FF4-C29A-DE5A-B9CDFC6D23B3}"/>
              </a:ext>
            </a:extLst>
          </p:cNvPr>
          <p:cNvSpPr txBox="1"/>
          <p:nvPr/>
        </p:nvSpPr>
        <p:spPr>
          <a:xfrm>
            <a:off x="7912211" y="3231829"/>
            <a:ext cx="2066925" cy="751488"/>
          </a:xfrm>
          <a:prstGeom prst="rect">
            <a:avLst/>
          </a:prstGeom>
        </p:spPr>
        <p:txBody>
          <a:bodyPr vert="horz" wrap="square" lIns="0" tIns="12700" rIns="0" bIns="0" rtlCol="0">
            <a:spAutoFit/>
          </a:bodyPr>
          <a:lstStyle/>
          <a:p>
            <a:pPr algn="ctr">
              <a:lnSpc>
                <a:spcPct val="100000"/>
              </a:lnSpc>
              <a:spcBef>
                <a:spcPts val="100"/>
              </a:spcBef>
            </a:pPr>
            <a:r>
              <a:rPr lang="zh-CN" altLang="en-US"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颜色</a:t>
            </a:r>
            <a:r>
              <a:rPr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代表总损失值</a:t>
            </a:r>
            <a:endParaRPr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矩形 26">
            <a:extLst>
              <a:ext uri="{FF2B5EF4-FFF2-40B4-BE49-F238E27FC236}">
                <a16:creationId xmlns:a16="http://schemas.microsoft.com/office/drawing/2014/main" id="{25B25AD8-6117-4EBF-B8BE-5F7805878416}"/>
              </a:ext>
            </a:extLst>
          </p:cNvPr>
          <p:cNvSpPr/>
          <p:nvPr/>
        </p:nvSpPr>
        <p:spPr>
          <a:xfrm>
            <a:off x="3877548" y="6410914"/>
            <a:ext cx="4800600" cy="369332"/>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搜索步长</a:t>
            </a:r>
            <a:r>
              <a:rPr lang="zh-CN" altLang="en-US" sz="1800" spc="-5" dirty="0">
                <a:latin typeface="Times New Roman" panose="02020603050405020304" pitchFamily="18" charset="0"/>
                <a:ea typeface="黑体" panose="02010609060101010101" pitchFamily="49" charset="-122"/>
                <a:cs typeface="Times New Roman" panose="02020603050405020304" pitchFamily="18" charset="0"/>
              </a:rPr>
              <a:t>𝜂</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中也叫作</a:t>
            </a:r>
            <a:r>
              <a:rPr lang="zh-CN" alt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学习率</a:t>
            </a:r>
            <a:r>
              <a:rPr lang="zh-CN" altLang="en-US" dirty="0">
                <a:latin typeface="Times New Roman" panose="02020603050405020304" pitchFamily="18" charset="0"/>
                <a:ea typeface="黑体" panose="02010609060101010101" pitchFamily="49" charset="-122"/>
                <a:cs typeface="Times New Roman" panose="02020603050405020304" pitchFamily="18" charset="0"/>
              </a:rPr>
              <a:t>（Learning Rate）</a:t>
            </a:r>
          </a:p>
        </p:txBody>
      </p:sp>
      <p:grpSp>
        <p:nvGrpSpPr>
          <p:cNvPr id="28" name="组合 27">
            <a:extLst>
              <a:ext uri="{FF2B5EF4-FFF2-40B4-BE49-F238E27FC236}">
                <a16:creationId xmlns:a16="http://schemas.microsoft.com/office/drawing/2014/main" id="{76139D35-B0B0-22C5-3881-05C2D13EF587}"/>
              </a:ext>
            </a:extLst>
          </p:cNvPr>
          <p:cNvGrpSpPr/>
          <p:nvPr/>
        </p:nvGrpSpPr>
        <p:grpSpPr>
          <a:xfrm>
            <a:off x="0" y="67733"/>
            <a:ext cx="4967969" cy="1166543"/>
            <a:chOff x="0" y="260648"/>
            <a:chExt cx="4367671" cy="1166543"/>
          </a:xfrm>
        </p:grpSpPr>
        <p:sp>
          <p:nvSpPr>
            <p:cNvPr id="29" name="矩形 28">
              <a:extLst>
                <a:ext uri="{FF2B5EF4-FFF2-40B4-BE49-F238E27FC236}">
                  <a16:creationId xmlns:a16="http://schemas.microsoft.com/office/drawing/2014/main" id="{3B6F0E10-5F3D-931B-BBC7-1EEAC6A80CBF}"/>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0" name="组合 29">
              <a:extLst>
                <a:ext uri="{FF2B5EF4-FFF2-40B4-BE49-F238E27FC236}">
                  <a16:creationId xmlns:a16="http://schemas.microsoft.com/office/drawing/2014/main" id="{BB104C7E-6A7B-633B-D869-58698DF3704C}"/>
                </a:ext>
              </a:extLst>
            </p:cNvPr>
            <p:cNvGrpSpPr/>
            <p:nvPr/>
          </p:nvGrpSpPr>
          <p:grpSpPr>
            <a:xfrm>
              <a:off x="695400" y="260648"/>
              <a:ext cx="3672271" cy="1166543"/>
              <a:chOff x="623392" y="310880"/>
              <a:chExt cx="3672271" cy="1166543"/>
            </a:xfrm>
          </p:grpSpPr>
          <p:sp>
            <p:nvSpPr>
              <p:cNvPr id="31" name="文本框 30">
                <a:extLst>
                  <a:ext uri="{FF2B5EF4-FFF2-40B4-BE49-F238E27FC236}">
                    <a16:creationId xmlns:a16="http://schemas.microsoft.com/office/drawing/2014/main" id="{8DA5E5DD-6372-8845-04A0-A07497810BC4}"/>
                  </a:ext>
                </a:extLst>
              </p:cNvPr>
              <p:cNvSpPr txBox="1"/>
              <p:nvPr/>
            </p:nvSpPr>
            <p:spPr>
              <a:xfrm>
                <a:off x="623392" y="310880"/>
                <a:ext cx="183255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梯度下降</a:t>
                </a:r>
              </a:p>
            </p:txBody>
          </p:sp>
          <p:cxnSp>
            <p:nvCxnSpPr>
              <p:cNvPr id="32" name="直接连接符 31">
                <a:extLst>
                  <a:ext uri="{FF2B5EF4-FFF2-40B4-BE49-F238E27FC236}">
                    <a16:creationId xmlns:a16="http://schemas.microsoft.com/office/drawing/2014/main" id="{FBA0F547-2268-9B62-D351-B58A48AC218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3" name="文本框 32">
                <a:extLst>
                  <a:ext uri="{FF2B5EF4-FFF2-40B4-BE49-F238E27FC236}">
                    <a16:creationId xmlns:a16="http://schemas.microsoft.com/office/drawing/2014/main" id="{8C18E382-F3C9-7988-04B8-FAFD7337E88F}"/>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137078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oldilocks of learning rates">
            <a:extLst>
              <a:ext uri="{FF2B5EF4-FFF2-40B4-BE49-F238E27FC236}">
                <a16:creationId xmlns:a16="http://schemas.microsoft.com/office/drawing/2014/main" id="{B7BE837F-7116-42B7-BCA8-A881B17871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6586" y="2526034"/>
            <a:ext cx="6152827" cy="2386356"/>
          </a:xfrm>
          <a:prstGeom prst="rect">
            <a:avLst/>
          </a:prstGeom>
          <a:noFill/>
          <a:extLst>
            <a:ext uri="{909E8E84-426E-40DD-AFC4-6F175D3DCCD1}">
              <a14:hiddenFill xmlns:a14="http://schemas.microsoft.com/office/drawing/2010/main">
                <a:solidFill>
                  <a:srgbClr val="FFFFFF"/>
                </a:solidFill>
              </a14:hiddenFill>
            </a:ext>
          </a:extLst>
        </p:spPr>
      </p:pic>
      <p:pic>
        <p:nvPicPr>
          <p:cNvPr id="5" name="内容占位符 3">
            <a:extLst>
              <a:ext uri="{FF2B5EF4-FFF2-40B4-BE49-F238E27FC236}">
                <a16:creationId xmlns:a16="http://schemas.microsoft.com/office/drawing/2014/main" id="{41890622-A37C-4A1F-8AB4-C55B4D319C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bwMode="auto">
          <a:xfrm>
            <a:off x="352586" y="1306834"/>
            <a:ext cx="4705673" cy="4244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a:extLst>
              <a:ext uri="{FF2B5EF4-FFF2-40B4-BE49-F238E27FC236}">
                <a16:creationId xmlns:a16="http://schemas.microsoft.com/office/drawing/2014/main" id="{E2D272C3-9E05-4E8E-11FB-5D56C84E3D70}"/>
              </a:ext>
            </a:extLst>
          </p:cNvPr>
          <p:cNvGrpSpPr/>
          <p:nvPr/>
        </p:nvGrpSpPr>
        <p:grpSpPr>
          <a:xfrm>
            <a:off x="0" y="67733"/>
            <a:ext cx="4367671" cy="1058822"/>
            <a:chOff x="0" y="260648"/>
            <a:chExt cx="4367671" cy="1058822"/>
          </a:xfrm>
        </p:grpSpPr>
        <p:sp>
          <p:nvSpPr>
            <p:cNvPr id="3" name="矩形 2">
              <a:extLst>
                <a:ext uri="{FF2B5EF4-FFF2-40B4-BE49-F238E27FC236}">
                  <a16:creationId xmlns:a16="http://schemas.microsoft.com/office/drawing/2014/main" id="{FB97152E-9BDA-597E-9FF0-56CD706C2B8D}"/>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Calibri" panose="020F0502020204030204"/>
                <a:ea typeface="宋体" panose="02010600030101010101" pitchFamily="2" charset="-122"/>
              </a:endParaRPr>
            </a:p>
          </p:txBody>
        </p:sp>
        <p:grpSp>
          <p:nvGrpSpPr>
            <p:cNvPr id="6" name="组合 5">
              <a:extLst>
                <a:ext uri="{FF2B5EF4-FFF2-40B4-BE49-F238E27FC236}">
                  <a16:creationId xmlns:a16="http://schemas.microsoft.com/office/drawing/2014/main" id="{5532A25F-DC2A-BC6F-21BE-AA905364C26C}"/>
                </a:ext>
              </a:extLst>
            </p:cNvPr>
            <p:cNvGrpSpPr/>
            <p:nvPr/>
          </p:nvGrpSpPr>
          <p:grpSpPr>
            <a:xfrm>
              <a:off x="695400" y="260648"/>
              <a:ext cx="3672271" cy="1058822"/>
              <a:chOff x="623392" y="310880"/>
              <a:chExt cx="3672271" cy="1058822"/>
            </a:xfrm>
          </p:grpSpPr>
          <p:sp>
            <p:nvSpPr>
              <p:cNvPr id="7" name="文本框 6">
                <a:extLst>
                  <a:ext uri="{FF2B5EF4-FFF2-40B4-BE49-F238E27FC236}">
                    <a16:creationId xmlns:a16="http://schemas.microsoft.com/office/drawing/2014/main" id="{5114EC32-92DE-65FC-4C65-E06F0583387F}"/>
                  </a:ext>
                </a:extLst>
              </p:cNvPr>
              <p:cNvSpPr txBox="1"/>
              <p:nvPr/>
            </p:nvSpPr>
            <p:spPr>
              <a:xfrm>
                <a:off x="623392" y="310880"/>
                <a:ext cx="1420582"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学习率</a:t>
                </a:r>
              </a:p>
            </p:txBody>
          </p:sp>
          <p:cxnSp>
            <p:nvCxnSpPr>
              <p:cNvPr id="8" name="直接连接符 7">
                <a:extLst>
                  <a:ext uri="{FF2B5EF4-FFF2-40B4-BE49-F238E27FC236}">
                    <a16:creationId xmlns:a16="http://schemas.microsoft.com/office/drawing/2014/main" id="{F516DC89-D5AA-7CAF-FAEB-E40AE0D6C31D}"/>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 name="文本框 8">
                <a:extLst>
                  <a:ext uri="{FF2B5EF4-FFF2-40B4-BE49-F238E27FC236}">
                    <a16:creationId xmlns:a16="http://schemas.microsoft.com/office/drawing/2014/main" id="{7309B4CF-B646-9995-F679-7252BC5620BC}"/>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Calibri" panose="020F0502020204030204"/>
                    <a:ea typeface="宋体" panose="02010600030101010101" pitchFamily="2" charset="-122"/>
                  </a:rPr>
                  <a:t>ADD YOUR TITLE HERE ADD YOUR TITLE HERE </a:t>
                </a:r>
              </a:p>
              <a:p>
                <a:pPr algn="dist">
                  <a:defRPr/>
                </a:pPr>
                <a:r>
                  <a:rPr lang="en-US" altLang="zh-CN" sz="700" kern="0" spc="300" dirty="0">
                    <a:solidFill>
                      <a:prstClr val="black"/>
                    </a:solidFill>
                    <a:latin typeface="Calibri" panose="020F0502020204030204"/>
                    <a:ea typeface="宋体" panose="02010600030101010101" pitchFamily="2" charset="-122"/>
                  </a:rPr>
                  <a:t> </a:t>
                </a:r>
              </a:p>
            </p:txBody>
          </p:sp>
        </p:grpSp>
      </p:grpSp>
    </p:spTree>
    <p:extLst>
      <p:ext uri="{BB962C8B-B14F-4D97-AF65-F5344CB8AC3E}">
        <p14:creationId xmlns:p14="http://schemas.microsoft.com/office/powerpoint/2010/main" val="3645643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5E8A572-F27A-7EF7-DDAC-28C1224AE808}"/>
              </a:ext>
            </a:extLst>
          </p:cNvPr>
          <p:cNvSpPr/>
          <p:nvPr/>
        </p:nvSpPr>
        <p:spPr>
          <a:xfrm>
            <a:off x="1407048" y="1654598"/>
            <a:ext cx="5515356" cy="4506468"/>
          </a:xfrm>
          <a:prstGeom prst="rect">
            <a:avLst/>
          </a:prstGeom>
          <a:blipFill>
            <a:blip r:embed="rId2" cstate="print"/>
            <a:stretch>
              <a:fillRect/>
            </a:stretch>
          </a:blipFill>
        </p:spPr>
        <p:txBody>
          <a:bodyPr wrap="square" lIns="0" tIns="0" rIns="0" bIns="0" rtlCol="0"/>
          <a:lstStyle/>
          <a:p>
            <a:endParaRPr/>
          </a:p>
        </p:txBody>
      </p:sp>
      <p:sp>
        <p:nvSpPr>
          <p:cNvPr id="5" name="object 4">
            <a:extLst>
              <a:ext uri="{FF2B5EF4-FFF2-40B4-BE49-F238E27FC236}">
                <a16:creationId xmlns:a16="http://schemas.microsoft.com/office/drawing/2014/main" id="{A0CF18A3-3A73-3404-2FE2-862513CD3BF1}"/>
              </a:ext>
            </a:extLst>
          </p:cNvPr>
          <p:cNvSpPr txBox="1"/>
          <p:nvPr/>
        </p:nvSpPr>
        <p:spPr>
          <a:xfrm>
            <a:off x="1176416" y="3443903"/>
            <a:ext cx="214629"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Cambria Math"/>
                <a:cs typeface="Cambria Math"/>
              </a:rPr>
              <a:t>𝐿</a:t>
            </a:r>
            <a:endParaRPr sz="2800">
              <a:latin typeface="Cambria Math"/>
              <a:cs typeface="Cambria Math"/>
            </a:endParaRPr>
          </a:p>
        </p:txBody>
      </p:sp>
      <p:sp>
        <p:nvSpPr>
          <p:cNvPr id="6" name="object 5">
            <a:extLst>
              <a:ext uri="{FF2B5EF4-FFF2-40B4-BE49-F238E27FC236}">
                <a16:creationId xmlns:a16="http://schemas.microsoft.com/office/drawing/2014/main" id="{786E86D2-7603-96D7-9A13-3D802CEA7641}"/>
              </a:ext>
            </a:extLst>
          </p:cNvPr>
          <p:cNvSpPr txBox="1"/>
          <p:nvPr/>
        </p:nvSpPr>
        <p:spPr>
          <a:xfrm>
            <a:off x="2264857" y="5407094"/>
            <a:ext cx="417830" cy="452120"/>
          </a:xfrm>
          <a:prstGeom prst="rect">
            <a:avLst/>
          </a:prstGeom>
        </p:spPr>
        <p:txBody>
          <a:bodyPr vert="horz" wrap="square" lIns="0" tIns="12065" rIns="0" bIns="0" rtlCol="0">
            <a:spAutoFit/>
          </a:bodyPr>
          <a:lstStyle/>
          <a:p>
            <a:pPr marL="12700">
              <a:lnSpc>
                <a:spcPct val="100000"/>
              </a:lnSpc>
              <a:spcBef>
                <a:spcPts val="95"/>
              </a:spcBef>
            </a:pPr>
            <a:r>
              <a:rPr sz="2800" spc="-165" dirty="0">
                <a:latin typeface="Cambria Math"/>
                <a:cs typeface="Cambria Math"/>
              </a:rPr>
              <a:t>𝑤</a:t>
            </a:r>
            <a:r>
              <a:rPr sz="3075" spc="60" baseline="-16260" dirty="0">
                <a:latin typeface="Cambria Math"/>
                <a:cs typeface="Cambria Math"/>
              </a:rPr>
              <a:t>1</a:t>
            </a:r>
            <a:endParaRPr sz="3075" baseline="-16260">
              <a:latin typeface="Cambria Math"/>
              <a:cs typeface="Cambria Math"/>
            </a:endParaRPr>
          </a:p>
        </p:txBody>
      </p:sp>
      <p:sp>
        <p:nvSpPr>
          <p:cNvPr id="7" name="object 6">
            <a:extLst>
              <a:ext uri="{FF2B5EF4-FFF2-40B4-BE49-F238E27FC236}">
                <a16:creationId xmlns:a16="http://schemas.microsoft.com/office/drawing/2014/main" id="{88C0AD3C-5179-CE5F-3866-4FCB9F25B2DB}"/>
              </a:ext>
            </a:extLst>
          </p:cNvPr>
          <p:cNvSpPr txBox="1"/>
          <p:nvPr/>
        </p:nvSpPr>
        <p:spPr>
          <a:xfrm>
            <a:off x="5385704" y="5548216"/>
            <a:ext cx="425450" cy="452120"/>
          </a:xfrm>
          <a:prstGeom prst="rect">
            <a:avLst/>
          </a:prstGeom>
        </p:spPr>
        <p:txBody>
          <a:bodyPr vert="horz" wrap="square" lIns="0" tIns="12065" rIns="0" bIns="0" rtlCol="0">
            <a:spAutoFit/>
          </a:bodyPr>
          <a:lstStyle/>
          <a:p>
            <a:pPr marL="12700">
              <a:lnSpc>
                <a:spcPct val="100000"/>
              </a:lnSpc>
              <a:spcBef>
                <a:spcPts val="95"/>
              </a:spcBef>
            </a:pPr>
            <a:r>
              <a:rPr sz="2800" spc="-105" dirty="0">
                <a:latin typeface="Times New Roman" panose="02020603050405020304" pitchFamily="18" charset="0"/>
                <a:ea typeface="黑体" panose="02010609060101010101" pitchFamily="49" charset="-122"/>
                <a:cs typeface="Times New Roman" panose="02020603050405020304" pitchFamily="18" charset="0"/>
              </a:rPr>
              <a:t>𝑤</a:t>
            </a:r>
            <a:r>
              <a:rPr sz="3075" spc="60" baseline="-16260" dirty="0">
                <a:latin typeface="Times New Roman" panose="02020603050405020304" pitchFamily="18" charset="0"/>
                <a:ea typeface="黑体" panose="02010609060101010101" pitchFamily="49" charset="-122"/>
                <a:cs typeface="Times New Roman" panose="02020603050405020304" pitchFamily="18" charset="0"/>
              </a:rPr>
              <a:t>2</a:t>
            </a:r>
            <a:endParaRPr sz="3075" baseline="-1626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7">
            <a:extLst>
              <a:ext uri="{FF2B5EF4-FFF2-40B4-BE49-F238E27FC236}">
                <a16:creationId xmlns:a16="http://schemas.microsoft.com/office/drawing/2014/main" id="{A0170C64-0DA4-6173-24B9-E9C2D16CAA86}"/>
              </a:ext>
            </a:extLst>
          </p:cNvPr>
          <p:cNvSpPr/>
          <p:nvPr/>
        </p:nvSpPr>
        <p:spPr>
          <a:xfrm>
            <a:off x="6014101" y="1871007"/>
            <a:ext cx="3680460" cy="64007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8">
            <a:extLst>
              <a:ext uri="{FF2B5EF4-FFF2-40B4-BE49-F238E27FC236}">
                <a16:creationId xmlns:a16="http://schemas.microsoft.com/office/drawing/2014/main" id="{DF24B6EB-3632-0792-5F3A-D9E0014F406D}"/>
              </a:ext>
            </a:extLst>
          </p:cNvPr>
          <p:cNvSpPr/>
          <p:nvPr/>
        </p:nvSpPr>
        <p:spPr>
          <a:xfrm>
            <a:off x="5892180" y="1808524"/>
            <a:ext cx="3541776" cy="865631"/>
          </a:xfrm>
          <a:prstGeom prst="rect">
            <a:avLst/>
          </a:prstGeom>
          <a:blipFill>
            <a:blip r:embed="rId4"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9">
            <a:extLst>
              <a:ext uri="{FF2B5EF4-FFF2-40B4-BE49-F238E27FC236}">
                <a16:creationId xmlns:a16="http://schemas.microsoft.com/office/drawing/2014/main" id="{495DCBA7-A338-7AC5-3D20-BDFEDA17E2B4}"/>
              </a:ext>
            </a:extLst>
          </p:cNvPr>
          <p:cNvSpPr/>
          <p:nvPr/>
        </p:nvSpPr>
        <p:spPr>
          <a:xfrm>
            <a:off x="6073536" y="1910631"/>
            <a:ext cx="3561588" cy="522732"/>
          </a:xfrm>
          <a:prstGeom prst="rect">
            <a:avLst/>
          </a:prstGeom>
          <a:blipFill>
            <a:blip r:embed="rId5" cstate="print"/>
            <a:stretch>
              <a:fillRect/>
            </a:stretch>
          </a:blipFill>
        </p:spPr>
        <p:txBody>
          <a:bodyPr wrap="square" lIns="0" tIns="0" rIns="0" bIns="0" rtlCol="0"/>
          <a:lstStyle/>
          <a:p>
            <a:pPr algn="ct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不同的初始点</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0">
            <a:extLst>
              <a:ext uri="{FF2B5EF4-FFF2-40B4-BE49-F238E27FC236}">
                <a16:creationId xmlns:a16="http://schemas.microsoft.com/office/drawing/2014/main" id="{BE2E4977-75C3-B769-6BE5-09047FA0DF82}"/>
              </a:ext>
            </a:extLst>
          </p:cNvPr>
          <p:cNvSpPr txBox="1"/>
          <p:nvPr/>
        </p:nvSpPr>
        <p:spPr>
          <a:xfrm>
            <a:off x="1539636" y="1255361"/>
            <a:ext cx="7894320" cy="443070"/>
          </a:xfrm>
          <a:prstGeom prst="rect">
            <a:avLst/>
          </a:prstGeom>
        </p:spPr>
        <p:txBody>
          <a:bodyPr vert="horz" wrap="square" lIns="0" tIns="12065" rIns="0" bIns="0" rtlCol="0">
            <a:spAutoFit/>
          </a:bodyPr>
          <a:lstStyle/>
          <a:p>
            <a:pPr marL="241300" indent="-228600">
              <a:lnSpc>
                <a:spcPct val="100000"/>
              </a:lnSpc>
              <a:spcBef>
                <a:spcPts val="95"/>
              </a:spcBef>
              <a:buFont typeface="Arial"/>
              <a:buChar char="•"/>
              <a:tabLst>
                <a:tab pos="241300" algn="l"/>
              </a:tabLst>
            </a:pPr>
            <a:r>
              <a:rPr lang="zh-CN" altLang="en-US" sz="2800" dirty="0">
                <a:latin typeface="Calibri"/>
                <a:cs typeface="Calibri"/>
              </a:rPr>
              <a:t>梯度下降法不能保证全局最小值</a:t>
            </a:r>
            <a:r>
              <a:rPr lang="zh-CN" altLang="en-US" sz="2800" spc="-25" dirty="0">
                <a:solidFill>
                  <a:srgbClr val="FFFFFF"/>
                </a:solidFill>
                <a:latin typeface="Calibri"/>
                <a:cs typeface="Calibri"/>
              </a:rPr>
              <a:t>不同的初始点</a:t>
            </a:r>
            <a:endParaRPr sz="2800" dirty="0">
              <a:latin typeface="Calibri"/>
              <a:cs typeface="Calibri"/>
            </a:endParaRPr>
          </a:p>
        </p:txBody>
      </p:sp>
      <p:sp>
        <p:nvSpPr>
          <p:cNvPr id="12" name="object 11">
            <a:extLst>
              <a:ext uri="{FF2B5EF4-FFF2-40B4-BE49-F238E27FC236}">
                <a16:creationId xmlns:a16="http://schemas.microsoft.com/office/drawing/2014/main" id="{DA1E435C-672B-DC9E-BDF2-937EF5A635B4}"/>
              </a:ext>
            </a:extLst>
          </p:cNvPr>
          <p:cNvSpPr/>
          <p:nvPr/>
        </p:nvSpPr>
        <p:spPr>
          <a:xfrm>
            <a:off x="6014101" y="3129831"/>
            <a:ext cx="3680460" cy="1071372"/>
          </a:xfrm>
          <a:prstGeom prst="rect">
            <a:avLst/>
          </a:prstGeom>
          <a:blipFill>
            <a:blip r:embed="rId6"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2">
            <a:extLst>
              <a:ext uri="{FF2B5EF4-FFF2-40B4-BE49-F238E27FC236}">
                <a16:creationId xmlns:a16="http://schemas.microsoft.com/office/drawing/2014/main" id="{E9134E01-4DDD-60D6-62A3-64F0FFBB2B0C}"/>
              </a:ext>
            </a:extLst>
          </p:cNvPr>
          <p:cNvSpPr/>
          <p:nvPr/>
        </p:nvSpPr>
        <p:spPr>
          <a:xfrm>
            <a:off x="5892180" y="3068872"/>
            <a:ext cx="4082795" cy="1292352"/>
          </a:xfrm>
          <a:prstGeom prst="rect">
            <a:avLst/>
          </a:prstGeom>
          <a:blipFill>
            <a:blip r:embed="rId7"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object 13">
            <a:extLst>
              <a:ext uri="{FF2B5EF4-FFF2-40B4-BE49-F238E27FC236}">
                <a16:creationId xmlns:a16="http://schemas.microsoft.com/office/drawing/2014/main" id="{50C1E605-8380-C50C-4650-0719C7EF6E5C}"/>
              </a:ext>
            </a:extLst>
          </p:cNvPr>
          <p:cNvSpPr/>
          <p:nvPr/>
        </p:nvSpPr>
        <p:spPr>
          <a:xfrm>
            <a:off x="6073536" y="3169455"/>
            <a:ext cx="3561588" cy="954024"/>
          </a:xfrm>
          <a:prstGeom prst="rect">
            <a:avLst/>
          </a:prstGeom>
          <a:blipFill>
            <a:blip r:embed="rId8"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object 14">
            <a:extLst>
              <a:ext uri="{FF2B5EF4-FFF2-40B4-BE49-F238E27FC236}">
                <a16:creationId xmlns:a16="http://schemas.microsoft.com/office/drawing/2014/main" id="{9CEFC1FE-2F4F-C5BD-005D-8B387801E51E}"/>
              </a:ext>
            </a:extLst>
          </p:cNvPr>
          <p:cNvSpPr txBox="1"/>
          <p:nvPr/>
        </p:nvSpPr>
        <p:spPr>
          <a:xfrm>
            <a:off x="6073536" y="3180886"/>
            <a:ext cx="3561715" cy="873957"/>
          </a:xfrm>
          <a:prstGeom prst="rect">
            <a:avLst/>
          </a:prstGeom>
        </p:spPr>
        <p:txBody>
          <a:bodyPr vert="horz" wrap="square" lIns="0" tIns="12065" rIns="0" bIns="0" rtlCol="0">
            <a:spAutoFit/>
          </a:bodyPr>
          <a:lstStyle/>
          <a:p>
            <a:pPr marL="91440" marR="5715">
              <a:lnSpc>
                <a:spcPct val="100000"/>
              </a:lnSpc>
              <a:spcBef>
                <a:spcPts val="95"/>
              </a:spcBef>
            </a:pPr>
            <a:r>
              <a:rPr lang="zh-CN" altLang="en-US" sz="28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到达不同的最小值</a:t>
            </a:r>
            <a:r>
              <a:rPr sz="28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spc="-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所以有不同的结果</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object 15">
            <a:extLst>
              <a:ext uri="{FF2B5EF4-FFF2-40B4-BE49-F238E27FC236}">
                <a16:creationId xmlns:a16="http://schemas.microsoft.com/office/drawing/2014/main" id="{6D5344A7-786A-3246-B57C-0CCA09E4BD78}"/>
              </a:ext>
            </a:extLst>
          </p:cNvPr>
          <p:cNvSpPr/>
          <p:nvPr/>
        </p:nvSpPr>
        <p:spPr>
          <a:xfrm>
            <a:off x="7533528" y="2506516"/>
            <a:ext cx="641985" cy="643255"/>
          </a:xfrm>
          <a:custGeom>
            <a:avLst/>
            <a:gdLst/>
            <a:ahLst/>
            <a:cxnLst/>
            <a:rect l="l" t="t" r="r" b="b"/>
            <a:pathLst>
              <a:path w="641984" h="643254">
                <a:moveTo>
                  <a:pt x="641604" y="322325"/>
                </a:moveTo>
                <a:lnTo>
                  <a:pt x="0" y="322325"/>
                </a:lnTo>
                <a:lnTo>
                  <a:pt x="320801" y="643128"/>
                </a:lnTo>
                <a:lnTo>
                  <a:pt x="641604" y="322325"/>
                </a:lnTo>
                <a:close/>
              </a:path>
              <a:path w="641984" h="643254">
                <a:moveTo>
                  <a:pt x="481203" y="0"/>
                </a:moveTo>
                <a:lnTo>
                  <a:pt x="160400" y="0"/>
                </a:lnTo>
                <a:lnTo>
                  <a:pt x="160400" y="322325"/>
                </a:lnTo>
                <a:lnTo>
                  <a:pt x="481203" y="322325"/>
                </a:lnTo>
                <a:lnTo>
                  <a:pt x="481203" y="0"/>
                </a:lnTo>
                <a:close/>
              </a:path>
            </a:pathLst>
          </a:custGeom>
          <a:solidFill>
            <a:srgbClr val="000000"/>
          </a:solid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object 16">
            <a:extLst>
              <a:ext uri="{FF2B5EF4-FFF2-40B4-BE49-F238E27FC236}">
                <a16:creationId xmlns:a16="http://schemas.microsoft.com/office/drawing/2014/main" id="{221C4CBF-A425-699D-14B3-01A24BB243E5}"/>
              </a:ext>
            </a:extLst>
          </p:cNvPr>
          <p:cNvSpPr/>
          <p:nvPr/>
        </p:nvSpPr>
        <p:spPr>
          <a:xfrm>
            <a:off x="7533528" y="2506516"/>
            <a:ext cx="641985" cy="643255"/>
          </a:xfrm>
          <a:custGeom>
            <a:avLst/>
            <a:gdLst/>
            <a:ahLst/>
            <a:cxnLst/>
            <a:rect l="l" t="t" r="r" b="b"/>
            <a:pathLst>
              <a:path w="641984" h="643254">
                <a:moveTo>
                  <a:pt x="0" y="322325"/>
                </a:moveTo>
                <a:lnTo>
                  <a:pt x="160400" y="322325"/>
                </a:lnTo>
                <a:lnTo>
                  <a:pt x="160400" y="0"/>
                </a:lnTo>
                <a:lnTo>
                  <a:pt x="481203" y="0"/>
                </a:lnTo>
                <a:lnTo>
                  <a:pt x="481203" y="322325"/>
                </a:lnTo>
                <a:lnTo>
                  <a:pt x="641604" y="322325"/>
                </a:lnTo>
                <a:lnTo>
                  <a:pt x="320801" y="643128"/>
                </a:lnTo>
                <a:lnTo>
                  <a:pt x="0" y="322325"/>
                </a:lnTo>
                <a:close/>
              </a:path>
            </a:pathLst>
          </a:custGeom>
          <a:ln w="12191">
            <a:solidFill>
              <a:srgbClr val="000000"/>
            </a:solidFill>
          </a:ln>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object 17">
            <a:extLst>
              <a:ext uri="{FF2B5EF4-FFF2-40B4-BE49-F238E27FC236}">
                <a16:creationId xmlns:a16="http://schemas.microsoft.com/office/drawing/2014/main" id="{55DD4D16-986D-E4D7-F8F7-789CF115970F}"/>
              </a:ext>
            </a:extLst>
          </p:cNvPr>
          <p:cNvSpPr/>
          <p:nvPr/>
        </p:nvSpPr>
        <p:spPr>
          <a:xfrm>
            <a:off x="3398917" y="2794552"/>
            <a:ext cx="172212" cy="170687"/>
          </a:xfrm>
          <a:prstGeom prst="rect">
            <a:avLst/>
          </a:prstGeom>
          <a:blipFill>
            <a:blip r:embed="rId9" cstate="print"/>
            <a:stretch>
              <a:fillRect/>
            </a:stretch>
          </a:blipFill>
        </p:spPr>
        <p:txBody>
          <a:bodyPr wrap="square" lIns="0" tIns="0" rIns="0" bIns="0" rtlCol="0"/>
          <a:lstStyle/>
          <a:p>
            <a:endParaRPr/>
          </a:p>
        </p:txBody>
      </p:sp>
      <p:sp>
        <p:nvSpPr>
          <p:cNvPr id="19" name="object 18">
            <a:extLst>
              <a:ext uri="{FF2B5EF4-FFF2-40B4-BE49-F238E27FC236}">
                <a16:creationId xmlns:a16="http://schemas.microsoft.com/office/drawing/2014/main" id="{6E112486-2675-A603-D761-01934BD6220D}"/>
              </a:ext>
            </a:extLst>
          </p:cNvPr>
          <p:cNvSpPr/>
          <p:nvPr/>
        </p:nvSpPr>
        <p:spPr>
          <a:xfrm>
            <a:off x="5094113" y="3730161"/>
            <a:ext cx="152400" cy="318135"/>
          </a:xfrm>
          <a:custGeom>
            <a:avLst/>
            <a:gdLst/>
            <a:ahLst/>
            <a:cxnLst/>
            <a:rect l="l" t="t" r="r" b="b"/>
            <a:pathLst>
              <a:path w="152400" h="318135">
                <a:moveTo>
                  <a:pt x="0" y="190500"/>
                </a:moveTo>
                <a:lnTo>
                  <a:pt x="10921" y="317881"/>
                </a:lnTo>
                <a:lnTo>
                  <a:pt x="102191" y="236347"/>
                </a:lnTo>
                <a:lnTo>
                  <a:pt x="63753" y="236347"/>
                </a:lnTo>
                <a:lnTo>
                  <a:pt x="28320" y="222377"/>
                </a:lnTo>
                <a:lnTo>
                  <a:pt x="35388" y="204596"/>
                </a:lnTo>
                <a:lnTo>
                  <a:pt x="0" y="190500"/>
                </a:lnTo>
                <a:close/>
              </a:path>
              <a:path w="152400" h="318135">
                <a:moveTo>
                  <a:pt x="35388" y="204596"/>
                </a:moveTo>
                <a:lnTo>
                  <a:pt x="28320" y="222377"/>
                </a:lnTo>
                <a:lnTo>
                  <a:pt x="63753" y="236347"/>
                </a:lnTo>
                <a:lnTo>
                  <a:pt x="70772" y="218690"/>
                </a:lnTo>
                <a:lnTo>
                  <a:pt x="35388" y="204596"/>
                </a:lnTo>
                <a:close/>
              </a:path>
              <a:path w="152400" h="318135">
                <a:moveTo>
                  <a:pt x="70772" y="218690"/>
                </a:moveTo>
                <a:lnTo>
                  <a:pt x="63753" y="236347"/>
                </a:lnTo>
                <a:lnTo>
                  <a:pt x="102191" y="236347"/>
                </a:lnTo>
                <a:lnTo>
                  <a:pt x="106171" y="232791"/>
                </a:lnTo>
                <a:lnTo>
                  <a:pt x="70772" y="218690"/>
                </a:lnTo>
                <a:close/>
              </a:path>
              <a:path w="152400" h="318135">
                <a:moveTo>
                  <a:pt x="116712" y="0"/>
                </a:moveTo>
                <a:lnTo>
                  <a:pt x="35388" y="204596"/>
                </a:lnTo>
                <a:lnTo>
                  <a:pt x="70772" y="218690"/>
                </a:lnTo>
                <a:lnTo>
                  <a:pt x="152145" y="13970"/>
                </a:lnTo>
                <a:lnTo>
                  <a:pt x="116712" y="0"/>
                </a:lnTo>
                <a:close/>
              </a:path>
            </a:pathLst>
          </a:custGeom>
          <a:solidFill>
            <a:srgbClr val="FF0000"/>
          </a:solidFill>
        </p:spPr>
        <p:txBody>
          <a:bodyPr wrap="square" lIns="0" tIns="0" rIns="0" bIns="0" rtlCol="0"/>
          <a:lstStyle/>
          <a:p>
            <a:endParaRPr/>
          </a:p>
        </p:txBody>
      </p:sp>
      <p:sp>
        <p:nvSpPr>
          <p:cNvPr id="20" name="object 19">
            <a:extLst>
              <a:ext uri="{FF2B5EF4-FFF2-40B4-BE49-F238E27FC236}">
                <a16:creationId xmlns:a16="http://schemas.microsoft.com/office/drawing/2014/main" id="{596D2BF1-1FC3-17C2-4588-C38B634642F2}"/>
              </a:ext>
            </a:extLst>
          </p:cNvPr>
          <p:cNvSpPr/>
          <p:nvPr/>
        </p:nvSpPr>
        <p:spPr>
          <a:xfrm>
            <a:off x="3458733" y="3403771"/>
            <a:ext cx="113664" cy="290195"/>
          </a:xfrm>
          <a:custGeom>
            <a:avLst/>
            <a:gdLst/>
            <a:ahLst/>
            <a:cxnLst/>
            <a:rect l="l" t="t" r="r" b="b"/>
            <a:pathLst>
              <a:path w="113664" h="290195">
                <a:moveTo>
                  <a:pt x="37756" y="179409"/>
                </a:moveTo>
                <a:lnTo>
                  <a:pt x="0" y="184657"/>
                </a:lnTo>
                <a:lnTo>
                  <a:pt x="72390" y="289940"/>
                </a:lnTo>
                <a:lnTo>
                  <a:pt x="103371" y="198246"/>
                </a:lnTo>
                <a:lnTo>
                  <a:pt x="40386" y="198246"/>
                </a:lnTo>
                <a:lnTo>
                  <a:pt x="37756" y="179409"/>
                </a:lnTo>
                <a:close/>
              </a:path>
              <a:path w="113664" h="290195">
                <a:moveTo>
                  <a:pt x="75484" y="174164"/>
                </a:moveTo>
                <a:lnTo>
                  <a:pt x="37756" y="179409"/>
                </a:lnTo>
                <a:lnTo>
                  <a:pt x="40386" y="198246"/>
                </a:lnTo>
                <a:lnTo>
                  <a:pt x="78105" y="193039"/>
                </a:lnTo>
                <a:lnTo>
                  <a:pt x="75484" y="174164"/>
                </a:lnTo>
                <a:close/>
              </a:path>
              <a:path w="113664" h="290195">
                <a:moveTo>
                  <a:pt x="113284" y="168909"/>
                </a:moveTo>
                <a:lnTo>
                  <a:pt x="75484" y="174164"/>
                </a:lnTo>
                <a:lnTo>
                  <a:pt x="78105" y="193039"/>
                </a:lnTo>
                <a:lnTo>
                  <a:pt x="40386" y="198246"/>
                </a:lnTo>
                <a:lnTo>
                  <a:pt x="103371" y="198246"/>
                </a:lnTo>
                <a:lnTo>
                  <a:pt x="113284" y="168909"/>
                </a:lnTo>
                <a:close/>
              </a:path>
              <a:path w="113664" h="290195">
                <a:moveTo>
                  <a:pt x="51308" y="0"/>
                </a:moveTo>
                <a:lnTo>
                  <a:pt x="13462" y="5333"/>
                </a:lnTo>
                <a:lnTo>
                  <a:pt x="37756" y="179409"/>
                </a:lnTo>
                <a:lnTo>
                  <a:pt x="75484" y="174164"/>
                </a:lnTo>
                <a:lnTo>
                  <a:pt x="51308" y="0"/>
                </a:lnTo>
                <a:close/>
              </a:path>
            </a:pathLst>
          </a:custGeom>
          <a:solidFill>
            <a:srgbClr val="FF0000"/>
          </a:solidFill>
        </p:spPr>
        <p:txBody>
          <a:bodyPr wrap="square" lIns="0" tIns="0" rIns="0" bIns="0" rtlCol="0"/>
          <a:lstStyle/>
          <a:p>
            <a:endParaRPr/>
          </a:p>
        </p:txBody>
      </p:sp>
      <p:sp>
        <p:nvSpPr>
          <p:cNvPr id="21" name="object 20">
            <a:extLst>
              <a:ext uri="{FF2B5EF4-FFF2-40B4-BE49-F238E27FC236}">
                <a16:creationId xmlns:a16="http://schemas.microsoft.com/office/drawing/2014/main" id="{F69E9073-A842-E624-E116-BA8A19CF585D}"/>
              </a:ext>
            </a:extLst>
          </p:cNvPr>
          <p:cNvSpPr/>
          <p:nvPr/>
        </p:nvSpPr>
        <p:spPr>
          <a:xfrm>
            <a:off x="3476641" y="3694728"/>
            <a:ext cx="113030" cy="257175"/>
          </a:xfrm>
          <a:custGeom>
            <a:avLst/>
            <a:gdLst/>
            <a:ahLst/>
            <a:cxnLst/>
            <a:rect l="l" t="t" r="r" b="b"/>
            <a:pathLst>
              <a:path w="113030" h="257175">
                <a:moveTo>
                  <a:pt x="37647" y="146858"/>
                </a:moveTo>
                <a:lnTo>
                  <a:pt x="0" y="152400"/>
                </a:lnTo>
                <a:lnTo>
                  <a:pt x="73025" y="257175"/>
                </a:lnTo>
                <a:lnTo>
                  <a:pt x="103196" y="165607"/>
                </a:lnTo>
                <a:lnTo>
                  <a:pt x="40385" y="165607"/>
                </a:lnTo>
                <a:lnTo>
                  <a:pt x="37647" y="146858"/>
                </a:lnTo>
                <a:close/>
              </a:path>
              <a:path w="113030" h="257175">
                <a:moveTo>
                  <a:pt x="75341" y="141310"/>
                </a:moveTo>
                <a:lnTo>
                  <a:pt x="37647" y="146858"/>
                </a:lnTo>
                <a:lnTo>
                  <a:pt x="40385" y="165607"/>
                </a:lnTo>
                <a:lnTo>
                  <a:pt x="78104" y="160147"/>
                </a:lnTo>
                <a:lnTo>
                  <a:pt x="75341" y="141310"/>
                </a:lnTo>
                <a:close/>
              </a:path>
              <a:path w="113030" h="257175">
                <a:moveTo>
                  <a:pt x="113029" y="135762"/>
                </a:moveTo>
                <a:lnTo>
                  <a:pt x="75341" y="141310"/>
                </a:lnTo>
                <a:lnTo>
                  <a:pt x="78104" y="160147"/>
                </a:lnTo>
                <a:lnTo>
                  <a:pt x="40385" y="165607"/>
                </a:lnTo>
                <a:lnTo>
                  <a:pt x="103196" y="165607"/>
                </a:lnTo>
                <a:lnTo>
                  <a:pt x="113029" y="135762"/>
                </a:lnTo>
                <a:close/>
              </a:path>
              <a:path w="113030" h="257175">
                <a:moveTo>
                  <a:pt x="54609" y="0"/>
                </a:moveTo>
                <a:lnTo>
                  <a:pt x="17017" y="5587"/>
                </a:lnTo>
                <a:lnTo>
                  <a:pt x="37647" y="146858"/>
                </a:lnTo>
                <a:lnTo>
                  <a:pt x="75341" y="141310"/>
                </a:lnTo>
                <a:lnTo>
                  <a:pt x="54609" y="0"/>
                </a:lnTo>
                <a:close/>
              </a:path>
            </a:pathLst>
          </a:custGeom>
          <a:solidFill>
            <a:srgbClr val="FF0000"/>
          </a:solidFill>
        </p:spPr>
        <p:txBody>
          <a:bodyPr wrap="square" lIns="0" tIns="0" rIns="0" bIns="0" rtlCol="0"/>
          <a:lstStyle/>
          <a:p>
            <a:endParaRPr/>
          </a:p>
        </p:txBody>
      </p:sp>
      <p:sp>
        <p:nvSpPr>
          <p:cNvPr id="22" name="object 21">
            <a:extLst>
              <a:ext uri="{FF2B5EF4-FFF2-40B4-BE49-F238E27FC236}">
                <a16:creationId xmlns:a16="http://schemas.microsoft.com/office/drawing/2014/main" id="{34E9386C-FDFA-401E-2640-AE8CC81DBD66}"/>
              </a:ext>
            </a:extLst>
          </p:cNvPr>
          <p:cNvSpPr/>
          <p:nvPr/>
        </p:nvSpPr>
        <p:spPr>
          <a:xfrm>
            <a:off x="3530616" y="3947330"/>
            <a:ext cx="114935" cy="276860"/>
          </a:xfrm>
          <a:custGeom>
            <a:avLst/>
            <a:gdLst/>
            <a:ahLst/>
            <a:cxnLst/>
            <a:rect l="l" t="t" r="r" b="b"/>
            <a:pathLst>
              <a:path w="114935" h="276860">
                <a:moveTo>
                  <a:pt x="40668" y="170363"/>
                </a:moveTo>
                <a:lnTo>
                  <a:pt x="3809" y="179705"/>
                </a:lnTo>
                <a:lnTo>
                  <a:pt x="87248" y="276479"/>
                </a:lnTo>
                <a:lnTo>
                  <a:pt x="106415" y="188849"/>
                </a:lnTo>
                <a:lnTo>
                  <a:pt x="45338" y="188849"/>
                </a:lnTo>
                <a:lnTo>
                  <a:pt x="40668" y="170363"/>
                </a:lnTo>
                <a:close/>
              </a:path>
              <a:path w="114935" h="276860">
                <a:moveTo>
                  <a:pt x="77620" y="160998"/>
                </a:moveTo>
                <a:lnTo>
                  <a:pt x="40668" y="170363"/>
                </a:lnTo>
                <a:lnTo>
                  <a:pt x="45338" y="188849"/>
                </a:lnTo>
                <a:lnTo>
                  <a:pt x="82295" y="179451"/>
                </a:lnTo>
                <a:lnTo>
                  <a:pt x="77620" y="160998"/>
                </a:lnTo>
                <a:close/>
              </a:path>
              <a:path w="114935" h="276860">
                <a:moveTo>
                  <a:pt x="114553" y="151638"/>
                </a:moveTo>
                <a:lnTo>
                  <a:pt x="77620" y="160998"/>
                </a:lnTo>
                <a:lnTo>
                  <a:pt x="82295" y="179451"/>
                </a:lnTo>
                <a:lnTo>
                  <a:pt x="45338" y="188849"/>
                </a:lnTo>
                <a:lnTo>
                  <a:pt x="106415" y="188849"/>
                </a:lnTo>
                <a:lnTo>
                  <a:pt x="114553" y="151638"/>
                </a:lnTo>
                <a:close/>
              </a:path>
              <a:path w="114935" h="276860">
                <a:moveTo>
                  <a:pt x="36829" y="0"/>
                </a:moveTo>
                <a:lnTo>
                  <a:pt x="0" y="9398"/>
                </a:lnTo>
                <a:lnTo>
                  <a:pt x="40668" y="170363"/>
                </a:lnTo>
                <a:lnTo>
                  <a:pt x="77620" y="160998"/>
                </a:lnTo>
                <a:lnTo>
                  <a:pt x="36829" y="0"/>
                </a:lnTo>
                <a:close/>
              </a:path>
            </a:pathLst>
          </a:custGeom>
          <a:solidFill>
            <a:srgbClr val="FF0000"/>
          </a:solidFill>
        </p:spPr>
        <p:txBody>
          <a:bodyPr wrap="square" lIns="0" tIns="0" rIns="0" bIns="0" rtlCol="0"/>
          <a:lstStyle/>
          <a:p>
            <a:endParaRPr/>
          </a:p>
        </p:txBody>
      </p:sp>
      <p:sp>
        <p:nvSpPr>
          <p:cNvPr id="23" name="object 22">
            <a:extLst>
              <a:ext uri="{FF2B5EF4-FFF2-40B4-BE49-F238E27FC236}">
                <a16:creationId xmlns:a16="http://schemas.microsoft.com/office/drawing/2014/main" id="{B3995D75-AE7F-B0B9-DA04-63B8226D6BEF}"/>
              </a:ext>
            </a:extLst>
          </p:cNvPr>
          <p:cNvSpPr/>
          <p:nvPr/>
        </p:nvSpPr>
        <p:spPr>
          <a:xfrm>
            <a:off x="5142372" y="3606843"/>
            <a:ext cx="170687" cy="170687"/>
          </a:xfrm>
          <a:prstGeom prst="rect">
            <a:avLst/>
          </a:prstGeom>
          <a:blipFill>
            <a:blip r:embed="rId10" cstate="print"/>
            <a:stretch>
              <a:fillRect/>
            </a:stretch>
          </a:blipFill>
        </p:spPr>
        <p:txBody>
          <a:bodyPr wrap="square" lIns="0" tIns="0" rIns="0" bIns="0" rtlCol="0"/>
          <a:lstStyle/>
          <a:p>
            <a:endParaRPr/>
          </a:p>
        </p:txBody>
      </p:sp>
      <p:sp>
        <p:nvSpPr>
          <p:cNvPr id="24" name="object 23">
            <a:extLst>
              <a:ext uri="{FF2B5EF4-FFF2-40B4-BE49-F238E27FC236}">
                <a16:creationId xmlns:a16="http://schemas.microsoft.com/office/drawing/2014/main" id="{8D1C1AD7-473A-ADA8-9A1D-FBC70E0F43DD}"/>
              </a:ext>
            </a:extLst>
          </p:cNvPr>
          <p:cNvSpPr/>
          <p:nvPr/>
        </p:nvSpPr>
        <p:spPr>
          <a:xfrm>
            <a:off x="3414157" y="2918757"/>
            <a:ext cx="114300" cy="487680"/>
          </a:xfrm>
          <a:custGeom>
            <a:avLst/>
            <a:gdLst/>
            <a:ahLst/>
            <a:cxnLst/>
            <a:rect l="l" t="t" r="r" b="b"/>
            <a:pathLst>
              <a:path w="114300" h="487679">
                <a:moveTo>
                  <a:pt x="38100" y="372872"/>
                </a:moveTo>
                <a:lnTo>
                  <a:pt x="0" y="372872"/>
                </a:lnTo>
                <a:lnTo>
                  <a:pt x="57150" y="487172"/>
                </a:lnTo>
                <a:lnTo>
                  <a:pt x="104775" y="391922"/>
                </a:lnTo>
                <a:lnTo>
                  <a:pt x="38100" y="391922"/>
                </a:lnTo>
                <a:lnTo>
                  <a:pt x="38100" y="372872"/>
                </a:lnTo>
                <a:close/>
              </a:path>
              <a:path w="114300" h="487679">
                <a:moveTo>
                  <a:pt x="76200" y="0"/>
                </a:moveTo>
                <a:lnTo>
                  <a:pt x="38100" y="0"/>
                </a:lnTo>
                <a:lnTo>
                  <a:pt x="38100" y="391922"/>
                </a:lnTo>
                <a:lnTo>
                  <a:pt x="76200" y="391922"/>
                </a:lnTo>
                <a:lnTo>
                  <a:pt x="76200" y="0"/>
                </a:lnTo>
                <a:close/>
              </a:path>
              <a:path w="114300" h="487679">
                <a:moveTo>
                  <a:pt x="114300" y="372872"/>
                </a:moveTo>
                <a:lnTo>
                  <a:pt x="76200" y="372872"/>
                </a:lnTo>
                <a:lnTo>
                  <a:pt x="76200" y="391922"/>
                </a:lnTo>
                <a:lnTo>
                  <a:pt x="104775" y="391922"/>
                </a:lnTo>
                <a:lnTo>
                  <a:pt x="114300" y="372872"/>
                </a:lnTo>
                <a:close/>
              </a:path>
            </a:pathLst>
          </a:custGeom>
          <a:solidFill>
            <a:srgbClr val="FF0000"/>
          </a:solidFill>
        </p:spPr>
        <p:txBody>
          <a:bodyPr wrap="square" lIns="0" tIns="0" rIns="0" bIns="0" rtlCol="0"/>
          <a:lstStyle/>
          <a:p>
            <a:endParaRPr/>
          </a:p>
        </p:txBody>
      </p:sp>
      <p:sp>
        <p:nvSpPr>
          <p:cNvPr id="25" name="object 24">
            <a:extLst>
              <a:ext uri="{FF2B5EF4-FFF2-40B4-BE49-F238E27FC236}">
                <a16:creationId xmlns:a16="http://schemas.microsoft.com/office/drawing/2014/main" id="{FFF61FAD-D4B9-3869-5FE5-03286CC43CCA}"/>
              </a:ext>
            </a:extLst>
          </p:cNvPr>
          <p:cNvSpPr/>
          <p:nvPr/>
        </p:nvSpPr>
        <p:spPr>
          <a:xfrm>
            <a:off x="4916059" y="4052105"/>
            <a:ext cx="204597" cy="342772"/>
          </a:xfrm>
          <a:prstGeom prst="rect">
            <a:avLst/>
          </a:prstGeom>
          <a:blipFill>
            <a:blip r:embed="rId11" cstate="print"/>
            <a:stretch>
              <a:fillRect/>
            </a:stretch>
          </a:blipFill>
        </p:spPr>
        <p:txBody>
          <a:bodyPr wrap="square" lIns="0" tIns="0" rIns="0" bIns="0" rtlCol="0"/>
          <a:lstStyle/>
          <a:p>
            <a:endParaRPr/>
          </a:p>
        </p:txBody>
      </p:sp>
      <p:sp>
        <p:nvSpPr>
          <p:cNvPr id="26" name="object 25">
            <a:extLst>
              <a:ext uri="{FF2B5EF4-FFF2-40B4-BE49-F238E27FC236}">
                <a16:creationId xmlns:a16="http://schemas.microsoft.com/office/drawing/2014/main" id="{21CBA2AA-5AA2-B690-1D2D-0F753C4C0D7C}"/>
              </a:ext>
            </a:extLst>
          </p:cNvPr>
          <p:cNvSpPr/>
          <p:nvPr/>
        </p:nvSpPr>
        <p:spPr>
          <a:xfrm>
            <a:off x="6014101" y="4477048"/>
            <a:ext cx="3913632" cy="1502663"/>
          </a:xfrm>
          <a:prstGeom prst="rect">
            <a:avLst/>
          </a:prstGeom>
          <a:blipFill>
            <a:blip r:embed="rId12"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object 26">
            <a:extLst>
              <a:ext uri="{FF2B5EF4-FFF2-40B4-BE49-F238E27FC236}">
                <a16:creationId xmlns:a16="http://schemas.microsoft.com/office/drawing/2014/main" id="{7D86620C-9C6C-8E35-2C72-09EB1FA3096F}"/>
              </a:ext>
            </a:extLst>
          </p:cNvPr>
          <p:cNvSpPr/>
          <p:nvPr/>
        </p:nvSpPr>
        <p:spPr>
          <a:xfrm>
            <a:off x="5892180" y="4416087"/>
            <a:ext cx="3863340" cy="1719072"/>
          </a:xfrm>
          <a:prstGeom prst="rect">
            <a:avLst/>
          </a:prstGeom>
          <a:blipFill>
            <a:blip r:embed="rId13"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object 27">
            <a:extLst>
              <a:ext uri="{FF2B5EF4-FFF2-40B4-BE49-F238E27FC236}">
                <a16:creationId xmlns:a16="http://schemas.microsoft.com/office/drawing/2014/main" id="{64504344-2A19-FAA7-D6BE-85BB9518E438}"/>
              </a:ext>
            </a:extLst>
          </p:cNvPr>
          <p:cNvSpPr/>
          <p:nvPr/>
        </p:nvSpPr>
        <p:spPr>
          <a:xfrm>
            <a:off x="6073536" y="4516672"/>
            <a:ext cx="3794760" cy="1385316"/>
          </a:xfrm>
          <a:prstGeom prst="rect">
            <a:avLst/>
          </a:prstGeom>
          <a:blipFill>
            <a:blip r:embed="rId14" cstate="print"/>
            <a:stretch>
              <a:fillRect/>
            </a:stretch>
          </a:blipFill>
        </p:spPr>
        <p:txBody>
          <a:bodyPr wrap="square" lIns="0" tIns="0" rIns="0" bIns="0" rtlCol="0"/>
          <a:lstStyle/>
          <a:p>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object 28">
            <a:extLst>
              <a:ext uri="{FF2B5EF4-FFF2-40B4-BE49-F238E27FC236}">
                <a16:creationId xmlns:a16="http://schemas.microsoft.com/office/drawing/2014/main" id="{B27B7DE1-A872-94A4-4B72-C70785695152}"/>
              </a:ext>
            </a:extLst>
          </p:cNvPr>
          <p:cNvSpPr txBox="1"/>
          <p:nvPr/>
        </p:nvSpPr>
        <p:spPr>
          <a:xfrm>
            <a:off x="6073536" y="4528355"/>
            <a:ext cx="3794760" cy="1304844"/>
          </a:xfrm>
          <a:prstGeom prst="rect">
            <a:avLst/>
          </a:prstGeom>
        </p:spPr>
        <p:txBody>
          <a:bodyPr vert="horz" wrap="square" lIns="0" tIns="12065" rIns="0" bIns="0" rtlCol="0">
            <a:spAutoFit/>
          </a:bodyPr>
          <a:lstStyle/>
          <a:p>
            <a:pPr marL="91440" marR="429895">
              <a:lnSpc>
                <a:spcPct val="100000"/>
              </a:lnSpc>
              <a:spcBef>
                <a:spcPts val="95"/>
              </a:spcBef>
            </a:pPr>
            <a:r>
              <a:rPr lang="zh-CN" altLang="en-US" sz="28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有一些技巧可以帮助你避免局部最小值，但不能保证</a:t>
            </a:r>
            <a:r>
              <a:rPr sz="2800" spc="-15"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a:extLst>
              <a:ext uri="{FF2B5EF4-FFF2-40B4-BE49-F238E27FC236}">
                <a16:creationId xmlns:a16="http://schemas.microsoft.com/office/drawing/2014/main" id="{8AEC88EB-C252-B224-D6E5-E084CA570342}"/>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6083A5B7-41BC-2849-583F-2216116D56F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0" name="组合 29">
              <a:extLst>
                <a:ext uri="{FF2B5EF4-FFF2-40B4-BE49-F238E27FC236}">
                  <a16:creationId xmlns:a16="http://schemas.microsoft.com/office/drawing/2014/main" id="{29A27137-C8C2-942E-CFA1-F5D239431526}"/>
                </a:ext>
              </a:extLst>
            </p:cNvPr>
            <p:cNvGrpSpPr/>
            <p:nvPr/>
          </p:nvGrpSpPr>
          <p:grpSpPr>
            <a:xfrm>
              <a:off x="695400" y="260648"/>
              <a:ext cx="3672271" cy="1166543"/>
              <a:chOff x="623392" y="310880"/>
              <a:chExt cx="3672271" cy="1166543"/>
            </a:xfrm>
          </p:grpSpPr>
          <p:sp>
            <p:nvSpPr>
              <p:cNvPr id="31" name="文本框 30">
                <a:extLst>
                  <a:ext uri="{FF2B5EF4-FFF2-40B4-BE49-F238E27FC236}">
                    <a16:creationId xmlns:a16="http://schemas.microsoft.com/office/drawing/2014/main" id="{1CEDBAFD-821D-1E18-DD8D-0682D203D256}"/>
                  </a:ext>
                </a:extLst>
              </p:cNvPr>
              <p:cNvSpPr txBox="1"/>
              <p:nvPr/>
            </p:nvSpPr>
            <p:spPr>
              <a:xfrm>
                <a:off x="623392" y="310880"/>
                <a:ext cx="236016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非凸优化问题</a:t>
                </a:r>
              </a:p>
            </p:txBody>
          </p:sp>
          <p:cxnSp>
            <p:nvCxnSpPr>
              <p:cNvPr id="32" name="直接连接符 31">
                <a:extLst>
                  <a:ext uri="{FF2B5EF4-FFF2-40B4-BE49-F238E27FC236}">
                    <a16:creationId xmlns:a16="http://schemas.microsoft.com/office/drawing/2014/main" id="{C2BC787F-0069-76DA-9119-4607BD2D66E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33" name="文本框 32">
                <a:extLst>
                  <a:ext uri="{FF2B5EF4-FFF2-40B4-BE49-F238E27FC236}">
                    <a16:creationId xmlns:a16="http://schemas.microsoft.com/office/drawing/2014/main" id="{BF871823-1C88-2AEC-EB11-8F0F57395F17}"/>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3427201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78BE540-C204-5103-59FE-FA7C71E987AD}"/>
              </a:ext>
            </a:extLst>
          </p:cNvPr>
          <p:cNvSpPr>
            <a:spLocks noGrp="1"/>
          </p:cNvSpPr>
          <p:nvPr/>
        </p:nvSpPr>
        <p:spPr bwMode="auto">
          <a:xfrm>
            <a:off x="2446351" y="1211913"/>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400" b="1" dirty="0">
                <a:latin typeface="Times New Roman" panose="02020603050405020304" pitchFamily="18" charset="0"/>
                <a:cs typeface="Times New Roman" panose="02020603050405020304" pitchFamily="18" charset="0"/>
              </a:rPr>
              <a:t>鞍点（ </a:t>
            </a:r>
            <a:r>
              <a:rPr lang="en-US" altLang="zh-CN" sz="2400" b="1" dirty="0">
                <a:latin typeface="Times New Roman" panose="02020603050405020304" pitchFamily="18" charset="0"/>
                <a:cs typeface="Times New Roman" panose="02020603050405020304" pitchFamily="18" charset="0"/>
              </a:rPr>
              <a:t>Saddle Point </a:t>
            </a:r>
            <a:r>
              <a:rPr lang="zh-CN" altLang="en-US" sz="2400" b="1" dirty="0">
                <a:latin typeface="Times New Roman" panose="02020603050405020304" pitchFamily="18" charset="0"/>
                <a:cs typeface="Times New Roman" panose="02020603050405020304" pitchFamily="18" charset="0"/>
              </a:rPr>
              <a:t>）</a:t>
            </a:r>
            <a:endParaRPr lang="en-US" altLang="zh-CN" sz="2400" b="1" dirty="0">
              <a:latin typeface="Times New Roman" panose="02020603050405020304" pitchFamily="18" charset="0"/>
              <a:cs typeface="Times New Roman" panose="02020603050405020304" pitchFamily="18" charset="0"/>
            </a:endParaRPr>
          </a:p>
          <a:p>
            <a:pPr lvl="1"/>
            <a:r>
              <a:rPr lang="zh-CN" altLang="en-US" sz="2000" b="1" dirty="0">
                <a:latin typeface="Times New Roman" panose="02020603050405020304" pitchFamily="18" charset="0"/>
                <a:cs typeface="Times New Roman" panose="02020603050405020304" pitchFamily="18" charset="0"/>
              </a:rPr>
              <a:t>驻点（</a:t>
            </a:r>
            <a:r>
              <a:rPr lang="en-US" altLang="zh-CN" sz="2000" b="1" dirty="0">
                <a:latin typeface="Times New Roman" panose="02020603050405020304" pitchFamily="18" charset="0"/>
                <a:cs typeface="Times New Roman" panose="02020603050405020304" pitchFamily="18" charset="0"/>
              </a:rPr>
              <a:t>Stationary Point</a:t>
            </a:r>
            <a:r>
              <a:rPr lang="zh-CN" altLang="en-US" sz="2000" b="1" dirty="0">
                <a:latin typeface="Times New Roman" panose="02020603050405020304" pitchFamily="18" charset="0"/>
                <a:cs typeface="Times New Roman" panose="02020603050405020304" pitchFamily="18" charset="0"/>
              </a:rPr>
              <a:t>）：梯度为 0 的点。</a:t>
            </a:r>
          </a:p>
          <a:p>
            <a:pPr lvl="1"/>
            <a:endParaRPr lang="zh-CN" altLang="en-US" dirty="0"/>
          </a:p>
          <a:p>
            <a:endParaRPr lang="en-US" altLang="zh-CN" dirty="0"/>
          </a:p>
          <a:p>
            <a:endParaRPr lang="en-US" altLang="zh-CN" dirty="0"/>
          </a:p>
          <a:p>
            <a:endParaRPr lang="en-US" altLang="zh-CN" dirty="0"/>
          </a:p>
          <a:p>
            <a:endParaRPr lang="en-US" altLang="zh-CN" dirty="0"/>
          </a:p>
          <a:p>
            <a:endParaRPr lang="en-US" altLang="zh-CN" dirty="0"/>
          </a:p>
        </p:txBody>
      </p:sp>
      <p:pic>
        <p:nvPicPr>
          <p:cNvPr id="5" name="图片 4">
            <a:extLst>
              <a:ext uri="{FF2B5EF4-FFF2-40B4-BE49-F238E27FC236}">
                <a16:creationId xmlns:a16="http://schemas.microsoft.com/office/drawing/2014/main" id="{99205F57-4DA1-DE23-E62E-BC86195906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12764" y="2308605"/>
            <a:ext cx="4321705" cy="3640825"/>
          </a:xfrm>
          <a:prstGeom prst="rect">
            <a:avLst/>
          </a:prstGeom>
        </p:spPr>
      </p:pic>
      <p:grpSp>
        <p:nvGrpSpPr>
          <p:cNvPr id="2" name="组合 1">
            <a:extLst>
              <a:ext uri="{FF2B5EF4-FFF2-40B4-BE49-F238E27FC236}">
                <a16:creationId xmlns:a16="http://schemas.microsoft.com/office/drawing/2014/main" id="{F3BEA702-1493-1E99-CA57-9C977BEA47C3}"/>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66B976BC-CBB7-D0BD-A853-E2015BC63505}"/>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6" name="组合 5">
              <a:extLst>
                <a:ext uri="{FF2B5EF4-FFF2-40B4-BE49-F238E27FC236}">
                  <a16:creationId xmlns:a16="http://schemas.microsoft.com/office/drawing/2014/main" id="{7E237578-57B4-8945-1A9D-2F0EAAE0CEF6}"/>
                </a:ext>
              </a:extLst>
            </p:cNvPr>
            <p:cNvGrpSpPr/>
            <p:nvPr/>
          </p:nvGrpSpPr>
          <p:grpSpPr>
            <a:xfrm>
              <a:off x="695400" y="260648"/>
              <a:ext cx="3672271" cy="1166543"/>
              <a:chOff x="623392" y="310880"/>
              <a:chExt cx="3672271" cy="1166543"/>
            </a:xfrm>
          </p:grpSpPr>
          <p:sp>
            <p:nvSpPr>
              <p:cNvPr id="7" name="文本框 6">
                <a:extLst>
                  <a:ext uri="{FF2B5EF4-FFF2-40B4-BE49-F238E27FC236}">
                    <a16:creationId xmlns:a16="http://schemas.microsoft.com/office/drawing/2014/main" id="{F72BDAB4-2A21-13CE-CA59-F9205D0E4DBB}"/>
                  </a:ext>
                </a:extLst>
              </p:cNvPr>
              <p:cNvSpPr txBox="1"/>
              <p:nvPr/>
            </p:nvSpPr>
            <p:spPr>
              <a:xfrm>
                <a:off x="623392" y="310880"/>
                <a:ext cx="236016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非凸优化问题</a:t>
                </a:r>
              </a:p>
            </p:txBody>
          </p:sp>
          <p:cxnSp>
            <p:nvCxnSpPr>
              <p:cNvPr id="8" name="直接连接符 7">
                <a:extLst>
                  <a:ext uri="{FF2B5EF4-FFF2-40B4-BE49-F238E27FC236}">
                    <a16:creationId xmlns:a16="http://schemas.microsoft.com/office/drawing/2014/main" id="{C2530BFA-EF5D-0FFA-D9EE-663E5C2E224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 name="文本框 8">
                <a:extLst>
                  <a:ext uri="{FF2B5EF4-FFF2-40B4-BE49-F238E27FC236}">
                    <a16:creationId xmlns:a16="http://schemas.microsoft.com/office/drawing/2014/main" id="{2AC1CE20-9C53-3933-D951-A850DF6FB1CA}"/>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264613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8EA15C9-FF92-1C43-A786-C0387A03A1F6}"/>
              </a:ext>
            </a:extLst>
          </p:cNvPr>
          <p:cNvSpPr txBox="1"/>
          <p:nvPr/>
        </p:nvSpPr>
        <p:spPr>
          <a:xfrm>
            <a:off x="720242" y="762279"/>
            <a:ext cx="3895725" cy="560070"/>
          </a:xfrm>
          <a:prstGeom prst="rect">
            <a:avLst/>
          </a:prstGeom>
        </p:spPr>
        <p:txBody>
          <a:bodyPr vert="horz" wrap="square" lIns="0" tIns="0" rIns="0" bIns="0" rtlCol="0">
            <a:spAutoFit/>
          </a:bodyPr>
          <a:lstStyle/>
          <a:p>
            <a:pPr>
              <a:lnSpc>
                <a:spcPts val="4185"/>
              </a:lnSpc>
            </a:pPr>
            <a:r>
              <a:rPr sz="4400" b="0" spc="-20" dirty="0">
                <a:latin typeface="Calibri Light"/>
                <a:cs typeface="Calibri Light"/>
              </a:rPr>
              <a:t>Gradient</a:t>
            </a:r>
            <a:r>
              <a:rPr sz="4400" b="0" spc="-55" dirty="0">
                <a:latin typeface="Calibri Light"/>
                <a:cs typeface="Calibri Light"/>
              </a:rPr>
              <a:t> </a:t>
            </a:r>
            <a:r>
              <a:rPr sz="4400" b="0" spc="-10" dirty="0">
                <a:latin typeface="Calibri Light"/>
                <a:cs typeface="Calibri Light"/>
              </a:rPr>
              <a:t>Descent</a:t>
            </a:r>
            <a:endParaRPr sz="4400">
              <a:latin typeface="Calibri Light"/>
              <a:cs typeface="Calibri Light"/>
            </a:endParaRPr>
          </a:p>
        </p:txBody>
      </p:sp>
      <p:sp>
        <p:nvSpPr>
          <p:cNvPr id="5" name="object 3">
            <a:extLst>
              <a:ext uri="{FF2B5EF4-FFF2-40B4-BE49-F238E27FC236}">
                <a16:creationId xmlns:a16="http://schemas.microsoft.com/office/drawing/2014/main" id="{D592FD5A-1354-9567-54B0-B3A99351395A}"/>
              </a:ext>
            </a:extLst>
          </p:cNvPr>
          <p:cNvSpPr/>
          <p:nvPr/>
        </p:nvSpPr>
        <p:spPr>
          <a:xfrm>
            <a:off x="0" y="0"/>
            <a:ext cx="12192000" cy="6857998"/>
          </a:xfrm>
          <a:prstGeom prst="rect">
            <a:avLst/>
          </a:prstGeom>
          <a:blipFill>
            <a:blip r:embed="rId2" cstate="print"/>
            <a:stretch>
              <a:fillRect/>
            </a:stretch>
          </a:blipFill>
        </p:spPr>
        <p:txBody>
          <a:bodyPr wrap="square" lIns="0" tIns="0" rIns="0" bIns="0" rtlCol="0"/>
          <a:lstStyle/>
          <a:p>
            <a:endParaRPr/>
          </a:p>
        </p:txBody>
      </p:sp>
      <p:sp>
        <p:nvSpPr>
          <p:cNvPr id="6" name="object 4">
            <a:extLst>
              <a:ext uri="{FF2B5EF4-FFF2-40B4-BE49-F238E27FC236}">
                <a16:creationId xmlns:a16="http://schemas.microsoft.com/office/drawing/2014/main" id="{68B19AA2-9E2A-BD43-71AD-A65083864699}"/>
              </a:ext>
            </a:extLst>
          </p:cNvPr>
          <p:cNvSpPr/>
          <p:nvPr/>
        </p:nvSpPr>
        <p:spPr>
          <a:xfrm>
            <a:off x="1837944" y="2740151"/>
            <a:ext cx="216407" cy="216408"/>
          </a:xfrm>
          <a:prstGeom prst="rect">
            <a:avLst/>
          </a:prstGeom>
          <a:blipFill>
            <a:blip r:embed="rId3" cstate="print"/>
            <a:stretch>
              <a:fillRect/>
            </a:stretch>
          </a:blipFill>
        </p:spPr>
        <p:txBody>
          <a:bodyPr wrap="square" lIns="0" tIns="0" rIns="0" bIns="0" rtlCol="0"/>
          <a:lstStyle/>
          <a:p>
            <a:endParaRPr/>
          </a:p>
        </p:txBody>
      </p:sp>
      <p:sp>
        <p:nvSpPr>
          <p:cNvPr id="7" name="object 5">
            <a:extLst>
              <a:ext uri="{FF2B5EF4-FFF2-40B4-BE49-F238E27FC236}">
                <a16:creationId xmlns:a16="http://schemas.microsoft.com/office/drawing/2014/main" id="{DDB793A2-85DD-714A-2E03-DB9B5C2156F6}"/>
              </a:ext>
            </a:extLst>
          </p:cNvPr>
          <p:cNvSpPr/>
          <p:nvPr/>
        </p:nvSpPr>
        <p:spPr>
          <a:xfrm>
            <a:off x="2021204" y="1757933"/>
            <a:ext cx="1504950" cy="1076325"/>
          </a:xfrm>
          <a:custGeom>
            <a:avLst/>
            <a:gdLst/>
            <a:ahLst/>
            <a:cxnLst/>
            <a:rect l="l" t="t" r="r" b="b"/>
            <a:pathLst>
              <a:path w="1504950" h="1076325">
                <a:moveTo>
                  <a:pt x="1400272" y="50648"/>
                </a:moveTo>
                <a:lnTo>
                  <a:pt x="0" y="1045082"/>
                </a:lnTo>
                <a:lnTo>
                  <a:pt x="22097" y="1076198"/>
                </a:lnTo>
                <a:lnTo>
                  <a:pt x="1422362" y="81769"/>
                </a:lnTo>
                <a:lnTo>
                  <a:pt x="1400272" y="50648"/>
                </a:lnTo>
                <a:close/>
              </a:path>
              <a:path w="1504950" h="1076325">
                <a:moveTo>
                  <a:pt x="1483418" y="39624"/>
                </a:moveTo>
                <a:lnTo>
                  <a:pt x="1415795" y="39624"/>
                </a:lnTo>
                <a:lnTo>
                  <a:pt x="1437894" y="70738"/>
                </a:lnTo>
                <a:lnTo>
                  <a:pt x="1422362" y="81769"/>
                </a:lnTo>
                <a:lnTo>
                  <a:pt x="1444370" y="112775"/>
                </a:lnTo>
                <a:lnTo>
                  <a:pt x="1483418" y="39624"/>
                </a:lnTo>
                <a:close/>
              </a:path>
              <a:path w="1504950" h="1076325">
                <a:moveTo>
                  <a:pt x="1415795" y="39624"/>
                </a:moveTo>
                <a:lnTo>
                  <a:pt x="1400272" y="50648"/>
                </a:lnTo>
                <a:lnTo>
                  <a:pt x="1422362" y="81769"/>
                </a:lnTo>
                <a:lnTo>
                  <a:pt x="1437894" y="70738"/>
                </a:lnTo>
                <a:lnTo>
                  <a:pt x="1415795" y="39624"/>
                </a:lnTo>
                <a:close/>
              </a:path>
              <a:path w="1504950" h="1076325">
                <a:moveTo>
                  <a:pt x="1504569" y="0"/>
                </a:moveTo>
                <a:lnTo>
                  <a:pt x="1378204" y="19557"/>
                </a:lnTo>
                <a:lnTo>
                  <a:pt x="1400272" y="50648"/>
                </a:lnTo>
                <a:lnTo>
                  <a:pt x="1415795" y="39624"/>
                </a:lnTo>
                <a:lnTo>
                  <a:pt x="1483418" y="39624"/>
                </a:lnTo>
                <a:lnTo>
                  <a:pt x="1504569" y="0"/>
                </a:lnTo>
                <a:close/>
              </a:path>
            </a:pathLst>
          </a:custGeom>
          <a:solidFill>
            <a:srgbClr val="FF0000"/>
          </a:solidFill>
        </p:spPr>
        <p:txBody>
          <a:bodyPr wrap="square" lIns="0" tIns="0" rIns="0" bIns="0" rtlCol="0"/>
          <a:lstStyle/>
          <a:p>
            <a:endParaRPr/>
          </a:p>
        </p:txBody>
      </p:sp>
      <p:sp>
        <p:nvSpPr>
          <p:cNvPr id="8" name="object 6">
            <a:extLst>
              <a:ext uri="{FF2B5EF4-FFF2-40B4-BE49-F238E27FC236}">
                <a16:creationId xmlns:a16="http://schemas.microsoft.com/office/drawing/2014/main" id="{42D65055-B6F5-05EF-778E-D23353EB7291}"/>
              </a:ext>
            </a:extLst>
          </p:cNvPr>
          <p:cNvSpPr/>
          <p:nvPr/>
        </p:nvSpPr>
        <p:spPr>
          <a:xfrm>
            <a:off x="6373495" y="3928109"/>
            <a:ext cx="1170305" cy="711200"/>
          </a:xfrm>
          <a:custGeom>
            <a:avLst/>
            <a:gdLst/>
            <a:ahLst/>
            <a:cxnLst/>
            <a:rect l="l" t="t" r="r" b="b"/>
            <a:pathLst>
              <a:path w="1170304" h="711200">
                <a:moveTo>
                  <a:pt x="1062181" y="42397"/>
                </a:moveTo>
                <a:lnTo>
                  <a:pt x="0" y="678179"/>
                </a:lnTo>
                <a:lnTo>
                  <a:pt x="19557" y="710945"/>
                </a:lnTo>
                <a:lnTo>
                  <a:pt x="1081752" y="75029"/>
                </a:lnTo>
                <a:lnTo>
                  <a:pt x="1062181" y="42397"/>
                </a:lnTo>
                <a:close/>
              </a:path>
              <a:path w="1170304" h="711200">
                <a:moveTo>
                  <a:pt x="1149228" y="32638"/>
                </a:moveTo>
                <a:lnTo>
                  <a:pt x="1078483" y="32638"/>
                </a:lnTo>
                <a:lnTo>
                  <a:pt x="1098041" y="65277"/>
                </a:lnTo>
                <a:lnTo>
                  <a:pt x="1081752" y="75029"/>
                </a:lnTo>
                <a:lnTo>
                  <a:pt x="1101344" y="107695"/>
                </a:lnTo>
                <a:lnTo>
                  <a:pt x="1149228" y="32638"/>
                </a:lnTo>
                <a:close/>
              </a:path>
              <a:path w="1170304" h="711200">
                <a:moveTo>
                  <a:pt x="1078483" y="32638"/>
                </a:moveTo>
                <a:lnTo>
                  <a:pt x="1062181" y="42397"/>
                </a:lnTo>
                <a:lnTo>
                  <a:pt x="1081752" y="75029"/>
                </a:lnTo>
                <a:lnTo>
                  <a:pt x="1098041" y="65277"/>
                </a:lnTo>
                <a:lnTo>
                  <a:pt x="1078483" y="32638"/>
                </a:lnTo>
                <a:close/>
              </a:path>
              <a:path w="1170304" h="711200">
                <a:moveTo>
                  <a:pt x="1170051" y="0"/>
                </a:moveTo>
                <a:lnTo>
                  <a:pt x="1042543" y="9651"/>
                </a:lnTo>
                <a:lnTo>
                  <a:pt x="1062181" y="42397"/>
                </a:lnTo>
                <a:lnTo>
                  <a:pt x="1078483" y="32638"/>
                </a:lnTo>
                <a:lnTo>
                  <a:pt x="1149228" y="32638"/>
                </a:lnTo>
                <a:lnTo>
                  <a:pt x="1170051" y="0"/>
                </a:lnTo>
                <a:close/>
              </a:path>
            </a:pathLst>
          </a:custGeom>
          <a:solidFill>
            <a:srgbClr val="FFFF00"/>
          </a:solidFill>
        </p:spPr>
        <p:txBody>
          <a:bodyPr wrap="square" lIns="0" tIns="0" rIns="0" bIns="0" rtlCol="0"/>
          <a:lstStyle/>
          <a:p>
            <a:endParaRPr/>
          </a:p>
        </p:txBody>
      </p:sp>
      <p:sp>
        <p:nvSpPr>
          <p:cNvPr id="9" name="object 7">
            <a:extLst>
              <a:ext uri="{FF2B5EF4-FFF2-40B4-BE49-F238E27FC236}">
                <a16:creationId xmlns:a16="http://schemas.microsoft.com/office/drawing/2014/main" id="{671E33B8-F153-FF4E-FCE4-9B0BADBDDD78}"/>
              </a:ext>
            </a:extLst>
          </p:cNvPr>
          <p:cNvSpPr/>
          <p:nvPr/>
        </p:nvSpPr>
        <p:spPr>
          <a:xfrm>
            <a:off x="5162550" y="3931158"/>
            <a:ext cx="1229360" cy="706120"/>
          </a:xfrm>
          <a:custGeom>
            <a:avLst/>
            <a:gdLst/>
            <a:ahLst/>
            <a:cxnLst/>
            <a:rect l="l" t="t" r="r" b="b"/>
            <a:pathLst>
              <a:path w="1229360" h="706120">
                <a:moveTo>
                  <a:pt x="108918" y="39601"/>
                </a:moveTo>
                <a:lnTo>
                  <a:pt x="90118" y="72871"/>
                </a:lnTo>
                <a:lnTo>
                  <a:pt x="1210183" y="705739"/>
                </a:lnTo>
                <a:lnTo>
                  <a:pt x="1228978" y="672592"/>
                </a:lnTo>
                <a:lnTo>
                  <a:pt x="108918" y="39601"/>
                </a:lnTo>
                <a:close/>
              </a:path>
              <a:path w="1229360" h="706120">
                <a:moveTo>
                  <a:pt x="0" y="0"/>
                </a:moveTo>
                <a:lnTo>
                  <a:pt x="71374" y="106045"/>
                </a:lnTo>
                <a:lnTo>
                  <a:pt x="90118" y="72871"/>
                </a:lnTo>
                <a:lnTo>
                  <a:pt x="73533" y="63500"/>
                </a:lnTo>
                <a:lnTo>
                  <a:pt x="92328" y="30226"/>
                </a:lnTo>
                <a:lnTo>
                  <a:pt x="114215" y="30226"/>
                </a:lnTo>
                <a:lnTo>
                  <a:pt x="127635" y="6477"/>
                </a:lnTo>
                <a:lnTo>
                  <a:pt x="0" y="0"/>
                </a:lnTo>
                <a:close/>
              </a:path>
              <a:path w="1229360" h="706120">
                <a:moveTo>
                  <a:pt x="92328" y="30226"/>
                </a:moveTo>
                <a:lnTo>
                  <a:pt x="73533" y="63500"/>
                </a:lnTo>
                <a:lnTo>
                  <a:pt x="90118" y="72871"/>
                </a:lnTo>
                <a:lnTo>
                  <a:pt x="108918" y="39601"/>
                </a:lnTo>
                <a:lnTo>
                  <a:pt x="92328" y="30226"/>
                </a:lnTo>
                <a:close/>
              </a:path>
              <a:path w="1229360" h="706120">
                <a:moveTo>
                  <a:pt x="114215" y="30226"/>
                </a:moveTo>
                <a:lnTo>
                  <a:pt x="92328" y="30226"/>
                </a:lnTo>
                <a:lnTo>
                  <a:pt x="108918" y="39601"/>
                </a:lnTo>
                <a:lnTo>
                  <a:pt x="114215" y="30226"/>
                </a:lnTo>
                <a:close/>
              </a:path>
            </a:pathLst>
          </a:custGeom>
          <a:solidFill>
            <a:srgbClr val="FFFF00"/>
          </a:solidFill>
        </p:spPr>
        <p:txBody>
          <a:bodyPr wrap="square" lIns="0" tIns="0" rIns="0" bIns="0" rtlCol="0"/>
          <a:lstStyle/>
          <a:p>
            <a:endParaRPr/>
          </a:p>
        </p:txBody>
      </p:sp>
      <p:sp>
        <p:nvSpPr>
          <p:cNvPr id="10" name="object 8">
            <a:extLst>
              <a:ext uri="{FF2B5EF4-FFF2-40B4-BE49-F238E27FC236}">
                <a16:creationId xmlns:a16="http://schemas.microsoft.com/office/drawing/2014/main" id="{ACB24F38-B1EF-E241-F398-BA4D2CC55FDA}"/>
              </a:ext>
            </a:extLst>
          </p:cNvPr>
          <p:cNvSpPr txBox="1"/>
          <p:nvPr/>
        </p:nvSpPr>
        <p:spPr>
          <a:xfrm>
            <a:off x="6985507" y="4244467"/>
            <a:ext cx="361950" cy="391160"/>
          </a:xfrm>
          <a:prstGeom prst="rect">
            <a:avLst/>
          </a:prstGeom>
        </p:spPr>
        <p:txBody>
          <a:bodyPr vert="horz" wrap="square" lIns="0" tIns="12700" rIns="0" bIns="0" rtlCol="0">
            <a:spAutoFit/>
          </a:bodyPr>
          <a:lstStyle/>
          <a:p>
            <a:pPr marL="12700">
              <a:lnSpc>
                <a:spcPct val="100000"/>
              </a:lnSpc>
              <a:spcBef>
                <a:spcPts val="100"/>
              </a:spcBef>
            </a:pPr>
            <a:r>
              <a:rPr sz="2400" spc="-145" dirty="0">
                <a:solidFill>
                  <a:srgbClr val="FFFFFF"/>
                </a:solidFill>
                <a:latin typeface="Cambria Math"/>
                <a:cs typeface="Cambria Math"/>
              </a:rPr>
              <a:t>𝑤</a:t>
            </a:r>
            <a:r>
              <a:rPr sz="2625" spc="52" baseline="-15873" dirty="0">
                <a:solidFill>
                  <a:srgbClr val="FFFFFF"/>
                </a:solidFill>
                <a:latin typeface="Cambria Math"/>
                <a:cs typeface="Cambria Math"/>
              </a:rPr>
              <a:t>1</a:t>
            </a:r>
            <a:endParaRPr sz="2625" baseline="-15873">
              <a:latin typeface="Cambria Math"/>
              <a:cs typeface="Cambria Math"/>
            </a:endParaRPr>
          </a:p>
        </p:txBody>
      </p:sp>
      <p:sp>
        <p:nvSpPr>
          <p:cNvPr id="11" name="object 9">
            <a:extLst>
              <a:ext uri="{FF2B5EF4-FFF2-40B4-BE49-F238E27FC236}">
                <a16:creationId xmlns:a16="http://schemas.microsoft.com/office/drawing/2014/main" id="{C145923B-CBB1-6F30-B8B8-8C96103C7369}"/>
              </a:ext>
            </a:extLst>
          </p:cNvPr>
          <p:cNvSpPr txBox="1"/>
          <p:nvPr/>
        </p:nvSpPr>
        <p:spPr>
          <a:xfrm>
            <a:off x="5367909" y="4219702"/>
            <a:ext cx="369570" cy="391160"/>
          </a:xfrm>
          <a:prstGeom prst="rect">
            <a:avLst/>
          </a:prstGeom>
        </p:spPr>
        <p:txBody>
          <a:bodyPr vert="horz" wrap="square" lIns="0" tIns="12700" rIns="0" bIns="0" rtlCol="0">
            <a:spAutoFit/>
          </a:bodyPr>
          <a:lstStyle/>
          <a:p>
            <a:pPr marL="12700">
              <a:lnSpc>
                <a:spcPct val="100000"/>
              </a:lnSpc>
              <a:spcBef>
                <a:spcPts val="100"/>
              </a:spcBef>
            </a:pPr>
            <a:r>
              <a:rPr sz="2400" spc="-85" dirty="0">
                <a:solidFill>
                  <a:srgbClr val="FFFFFF"/>
                </a:solidFill>
                <a:latin typeface="Cambria Math"/>
                <a:cs typeface="Cambria Math"/>
              </a:rPr>
              <a:t>𝑤</a:t>
            </a:r>
            <a:r>
              <a:rPr sz="2625" spc="52" baseline="-15873" dirty="0">
                <a:solidFill>
                  <a:srgbClr val="FFFFFF"/>
                </a:solidFill>
                <a:latin typeface="Cambria Math"/>
                <a:cs typeface="Cambria Math"/>
              </a:rPr>
              <a:t>2</a:t>
            </a:r>
            <a:endParaRPr sz="2625" baseline="-15873">
              <a:latin typeface="Cambria Math"/>
              <a:cs typeface="Cambria Math"/>
            </a:endParaRPr>
          </a:p>
        </p:txBody>
      </p:sp>
      <p:sp>
        <p:nvSpPr>
          <p:cNvPr id="12" name="object 10">
            <a:extLst>
              <a:ext uri="{FF2B5EF4-FFF2-40B4-BE49-F238E27FC236}">
                <a16:creationId xmlns:a16="http://schemas.microsoft.com/office/drawing/2014/main" id="{5B9B09BD-CAEA-7978-C7DA-2081D2E959A9}"/>
              </a:ext>
            </a:extLst>
          </p:cNvPr>
          <p:cNvSpPr/>
          <p:nvPr/>
        </p:nvSpPr>
        <p:spPr>
          <a:xfrm>
            <a:off x="1972055" y="3006851"/>
            <a:ext cx="4027932" cy="579120"/>
          </a:xfrm>
          <a:prstGeom prst="rect">
            <a:avLst/>
          </a:prstGeom>
          <a:blipFill>
            <a:blip r:embed="rId4" cstate="print"/>
            <a:stretch>
              <a:fillRect/>
            </a:stretch>
          </a:blipFill>
        </p:spPr>
        <p:txBody>
          <a:bodyPr wrap="square" lIns="0" tIns="0" rIns="0" bIns="0" rtlCol="0"/>
          <a:lstStyle/>
          <a:p>
            <a:endParaRPr/>
          </a:p>
        </p:txBody>
      </p:sp>
      <p:sp>
        <p:nvSpPr>
          <p:cNvPr id="13" name="object 11">
            <a:extLst>
              <a:ext uri="{FF2B5EF4-FFF2-40B4-BE49-F238E27FC236}">
                <a16:creationId xmlns:a16="http://schemas.microsoft.com/office/drawing/2014/main" id="{B2CEDD54-C263-B12E-FFA1-414F30ED94DF}"/>
              </a:ext>
            </a:extLst>
          </p:cNvPr>
          <p:cNvSpPr/>
          <p:nvPr/>
        </p:nvSpPr>
        <p:spPr>
          <a:xfrm>
            <a:off x="2031492" y="2418588"/>
            <a:ext cx="4149852" cy="2060448"/>
          </a:xfrm>
          <a:prstGeom prst="rect">
            <a:avLst/>
          </a:prstGeom>
          <a:blipFill>
            <a:blip r:embed="rId5" cstate="print"/>
            <a:stretch>
              <a:fillRect/>
            </a:stretch>
          </a:blipFill>
        </p:spPr>
        <p:txBody>
          <a:bodyPr wrap="square" lIns="0" tIns="0" rIns="0" bIns="0" rtlCol="0"/>
          <a:lstStyle/>
          <a:p>
            <a:endParaRPr/>
          </a:p>
        </p:txBody>
      </p:sp>
      <p:sp>
        <p:nvSpPr>
          <p:cNvPr id="14" name="object 12">
            <a:extLst>
              <a:ext uri="{FF2B5EF4-FFF2-40B4-BE49-F238E27FC236}">
                <a16:creationId xmlns:a16="http://schemas.microsoft.com/office/drawing/2014/main" id="{381FA6CC-5324-0EB9-D9F9-459C02A74003}"/>
              </a:ext>
            </a:extLst>
          </p:cNvPr>
          <p:cNvSpPr/>
          <p:nvPr/>
        </p:nvSpPr>
        <p:spPr>
          <a:xfrm>
            <a:off x="2031492" y="3046476"/>
            <a:ext cx="3909059" cy="461772"/>
          </a:xfrm>
          <a:prstGeom prst="rect">
            <a:avLst/>
          </a:prstGeom>
          <a:blipFill>
            <a:blip r:embed="rId6" cstate="print"/>
            <a:stretch>
              <a:fillRect/>
            </a:stretch>
          </a:blipFill>
        </p:spPr>
        <p:txBody>
          <a:bodyPr wrap="square" lIns="0" tIns="0" rIns="0" bIns="0" rtlCol="0"/>
          <a:lstStyle/>
          <a:p>
            <a:endParaRPr/>
          </a:p>
        </p:txBody>
      </p:sp>
      <p:sp>
        <p:nvSpPr>
          <p:cNvPr id="15" name="object 13">
            <a:extLst>
              <a:ext uri="{FF2B5EF4-FFF2-40B4-BE49-F238E27FC236}">
                <a16:creationId xmlns:a16="http://schemas.microsoft.com/office/drawing/2014/main" id="{2D6F68F7-8BC6-2011-707C-5149252A9614}"/>
              </a:ext>
            </a:extLst>
          </p:cNvPr>
          <p:cNvSpPr/>
          <p:nvPr/>
        </p:nvSpPr>
        <p:spPr>
          <a:xfrm>
            <a:off x="3244595" y="1967483"/>
            <a:ext cx="3834383" cy="579120"/>
          </a:xfrm>
          <a:prstGeom prst="rect">
            <a:avLst/>
          </a:prstGeom>
          <a:blipFill>
            <a:blip r:embed="rId7" cstate="print"/>
            <a:stretch>
              <a:fillRect/>
            </a:stretch>
          </a:blipFill>
        </p:spPr>
        <p:txBody>
          <a:bodyPr wrap="square" lIns="0" tIns="0" rIns="0" bIns="0" rtlCol="0"/>
          <a:lstStyle/>
          <a:p>
            <a:endParaRPr/>
          </a:p>
        </p:txBody>
      </p:sp>
      <p:sp>
        <p:nvSpPr>
          <p:cNvPr id="16" name="object 14">
            <a:extLst>
              <a:ext uri="{FF2B5EF4-FFF2-40B4-BE49-F238E27FC236}">
                <a16:creationId xmlns:a16="http://schemas.microsoft.com/office/drawing/2014/main" id="{C95FF8CD-011A-3D2E-92CC-07E57A1C3740}"/>
              </a:ext>
            </a:extLst>
          </p:cNvPr>
          <p:cNvSpPr/>
          <p:nvPr/>
        </p:nvSpPr>
        <p:spPr>
          <a:xfrm>
            <a:off x="3278123" y="1380744"/>
            <a:ext cx="3924300" cy="2060448"/>
          </a:xfrm>
          <a:prstGeom prst="rect">
            <a:avLst/>
          </a:prstGeom>
          <a:blipFill>
            <a:blip r:embed="rId8" cstate="print"/>
            <a:stretch>
              <a:fillRect/>
            </a:stretch>
          </a:blipFill>
        </p:spPr>
        <p:txBody>
          <a:bodyPr wrap="square" lIns="0" tIns="0" rIns="0" bIns="0" rtlCol="0"/>
          <a:lstStyle/>
          <a:p>
            <a:endParaRPr/>
          </a:p>
        </p:txBody>
      </p:sp>
      <p:sp>
        <p:nvSpPr>
          <p:cNvPr id="17" name="object 15">
            <a:extLst>
              <a:ext uri="{FF2B5EF4-FFF2-40B4-BE49-F238E27FC236}">
                <a16:creationId xmlns:a16="http://schemas.microsoft.com/office/drawing/2014/main" id="{A6F2A895-D8F0-5012-948F-F5416AD42E3B}"/>
              </a:ext>
            </a:extLst>
          </p:cNvPr>
          <p:cNvSpPr/>
          <p:nvPr/>
        </p:nvSpPr>
        <p:spPr>
          <a:xfrm>
            <a:off x="3304032" y="2007107"/>
            <a:ext cx="3715512" cy="461772"/>
          </a:xfrm>
          <a:prstGeom prst="rect">
            <a:avLst/>
          </a:prstGeom>
          <a:blipFill>
            <a:blip r:embed="rId9" cstate="print"/>
            <a:stretch>
              <a:fillRect/>
            </a:stretch>
          </a:blipFill>
        </p:spPr>
        <p:txBody>
          <a:bodyPr wrap="square" lIns="0" tIns="0" rIns="0" bIns="0" rtlCol="0"/>
          <a:lstStyle/>
          <a:p>
            <a:endParaRPr/>
          </a:p>
        </p:txBody>
      </p:sp>
      <p:sp>
        <p:nvSpPr>
          <p:cNvPr id="18" name="object 16">
            <a:extLst>
              <a:ext uri="{FF2B5EF4-FFF2-40B4-BE49-F238E27FC236}">
                <a16:creationId xmlns:a16="http://schemas.microsoft.com/office/drawing/2014/main" id="{5E8DF869-CD5A-8D2F-BFE4-38EFFE73572F}"/>
              </a:ext>
            </a:extLst>
          </p:cNvPr>
          <p:cNvSpPr txBox="1"/>
          <p:nvPr/>
        </p:nvSpPr>
        <p:spPr>
          <a:xfrm>
            <a:off x="2261107" y="2022805"/>
            <a:ext cx="4758690" cy="1451679"/>
          </a:xfrm>
          <a:prstGeom prst="rect">
            <a:avLst/>
          </a:prstGeom>
        </p:spPr>
        <p:txBody>
          <a:bodyPr vert="horz" wrap="square" lIns="0" tIns="12700" rIns="0" bIns="0" rtlCol="0">
            <a:spAutoFit/>
          </a:bodyPr>
          <a:lstStyle/>
          <a:p>
            <a:pPr marL="1217930">
              <a:lnSpc>
                <a:spcPct val="100000"/>
              </a:lnSpc>
              <a:spcBef>
                <a:spcPts val="100"/>
              </a:spcBef>
            </a:pPr>
            <a:r>
              <a:rPr sz="2400" spc="-5" dirty="0">
                <a:solidFill>
                  <a:srgbClr val="FFFFFF"/>
                </a:solidFill>
                <a:latin typeface="Cambria Math"/>
                <a:cs typeface="Cambria Math"/>
              </a:rPr>
              <a:t>(−𝜂 </a:t>
            </a:r>
            <a:r>
              <a:rPr sz="2400" spc="15" dirty="0">
                <a:solidFill>
                  <a:srgbClr val="FFFFFF"/>
                </a:solidFill>
                <a:latin typeface="Cambria Math"/>
                <a:cs typeface="Cambria Math"/>
              </a:rPr>
              <a:t>𝜕𝐿</a:t>
            </a:r>
            <a:r>
              <a:rPr lang="en-US" sz="3600" spc="22" baseline="2314" dirty="0">
                <a:solidFill>
                  <a:srgbClr val="FFFFFF"/>
                </a:solidFill>
                <a:latin typeface="Cambria Math"/>
                <a:cs typeface="Cambria Math"/>
              </a:rPr>
              <a:t>/</a:t>
            </a:r>
            <a:r>
              <a:rPr sz="2400" spc="5" dirty="0">
                <a:solidFill>
                  <a:srgbClr val="FFFFFF"/>
                </a:solidFill>
                <a:latin typeface="Cambria Math"/>
                <a:cs typeface="Cambria Math"/>
              </a:rPr>
              <a:t>𝜕𝑤</a:t>
            </a:r>
            <a:r>
              <a:rPr sz="2625" spc="7" baseline="-15873" dirty="0">
                <a:solidFill>
                  <a:srgbClr val="FFFFFF"/>
                </a:solidFill>
                <a:latin typeface="Cambria Math"/>
                <a:cs typeface="Cambria Math"/>
              </a:rPr>
              <a:t>1</a:t>
            </a:r>
            <a:r>
              <a:rPr sz="2400" spc="5" dirty="0">
                <a:solidFill>
                  <a:srgbClr val="FFFFFF"/>
                </a:solidFill>
                <a:latin typeface="Calibri"/>
                <a:cs typeface="Calibri"/>
              </a:rPr>
              <a:t>, </a:t>
            </a:r>
            <a:r>
              <a:rPr sz="2400" spc="-5" dirty="0">
                <a:solidFill>
                  <a:srgbClr val="FFFFFF"/>
                </a:solidFill>
                <a:latin typeface="Cambria Math"/>
                <a:cs typeface="Cambria Math"/>
              </a:rPr>
              <a:t>−𝜂 </a:t>
            </a:r>
            <a:r>
              <a:rPr sz="2400" spc="15" dirty="0">
                <a:solidFill>
                  <a:srgbClr val="FFFFFF"/>
                </a:solidFill>
                <a:latin typeface="Cambria Math"/>
                <a:cs typeface="Cambria Math"/>
              </a:rPr>
              <a:t>𝜕𝐿</a:t>
            </a:r>
            <a:r>
              <a:rPr lang="en-US" sz="3600" spc="509" baseline="2314" dirty="0">
                <a:solidFill>
                  <a:srgbClr val="FFFFFF"/>
                </a:solidFill>
                <a:latin typeface="Cambria Math"/>
                <a:cs typeface="Cambria Math"/>
              </a:rPr>
              <a:t>/</a:t>
            </a:r>
            <a:r>
              <a:rPr sz="2400" spc="25" dirty="0">
                <a:solidFill>
                  <a:srgbClr val="FFFFFF"/>
                </a:solidFill>
                <a:latin typeface="Cambria Math"/>
                <a:cs typeface="Cambria Math"/>
              </a:rPr>
              <a:t>𝜕𝑤</a:t>
            </a:r>
            <a:r>
              <a:rPr sz="2625" spc="37" baseline="-15873" dirty="0">
                <a:solidFill>
                  <a:srgbClr val="FFFFFF"/>
                </a:solidFill>
                <a:latin typeface="Cambria Math"/>
                <a:cs typeface="Cambria Math"/>
              </a:rPr>
              <a:t>2</a:t>
            </a:r>
            <a:r>
              <a:rPr sz="2400" spc="25" dirty="0">
                <a:solidFill>
                  <a:srgbClr val="FFFFFF"/>
                </a:solidFill>
                <a:latin typeface="Cambria Math"/>
                <a:cs typeface="Cambria Math"/>
              </a:rPr>
              <a:t>)</a:t>
            </a:r>
            <a:endParaRPr sz="2400" dirty="0">
              <a:latin typeface="Cambria Math"/>
              <a:cs typeface="Cambria Math"/>
            </a:endParaRPr>
          </a:p>
          <a:p>
            <a:pPr>
              <a:lnSpc>
                <a:spcPct val="100000"/>
              </a:lnSpc>
            </a:pPr>
            <a:endParaRPr sz="2800" dirty="0">
              <a:latin typeface="Times New Roman"/>
              <a:cs typeface="Times New Roman"/>
            </a:endParaRPr>
          </a:p>
          <a:p>
            <a:pPr marL="12700">
              <a:lnSpc>
                <a:spcPct val="100000"/>
              </a:lnSpc>
              <a:spcBef>
                <a:spcPts val="2075"/>
              </a:spcBef>
            </a:pPr>
            <a:r>
              <a:rPr lang="zh-CN" altLang="en-US" sz="2400" spc="-10" dirty="0">
                <a:solidFill>
                  <a:srgbClr val="FFFFFF"/>
                </a:solidFill>
                <a:latin typeface="Calibri"/>
                <a:cs typeface="Calibri"/>
              </a:rPr>
              <a:t>计算</a:t>
            </a:r>
            <a:r>
              <a:rPr sz="2400" spc="-10" dirty="0">
                <a:solidFill>
                  <a:srgbClr val="FFFFFF"/>
                </a:solidFill>
                <a:latin typeface="Calibri"/>
                <a:cs typeface="Calibri"/>
              </a:rPr>
              <a:t> </a:t>
            </a:r>
            <a:r>
              <a:rPr sz="2400" spc="15" dirty="0">
                <a:solidFill>
                  <a:srgbClr val="FFFFFF"/>
                </a:solidFill>
                <a:latin typeface="Cambria Math"/>
                <a:cs typeface="Cambria Math"/>
              </a:rPr>
              <a:t>𝜕𝐿</a:t>
            </a:r>
            <a:r>
              <a:rPr lang="en-US" sz="3600" spc="22" baseline="2314" dirty="0">
                <a:solidFill>
                  <a:srgbClr val="FFFFFF"/>
                </a:solidFill>
                <a:latin typeface="Cambria Math"/>
                <a:cs typeface="Cambria Math"/>
              </a:rPr>
              <a:t>/</a:t>
            </a:r>
            <a:r>
              <a:rPr sz="2400" spc="5" dirty="0">
                <a:solidFill>
                  <a:srgbClr val="FFFFFF"/>
                </a:solidFill>
                <a:latin typeface="Cambria Math"/>
                <a:cs typeface="Cambria Math"/>
              </a:rPr>
              <a:t>𝜕𝑤</a:t>
            </a:r>
            <a:r>
              <a:rPr sz="2625" spc="7" baseline="-15873" dirty="0">
                <a:solidFill>
                  <a:srgbClr val="FFFFFF"/>
                </a:solidFill>
                <a:latin typeface="Cambria Math"/>
                <a:cs typeface="Cambria Math"/>
              </a:rPr>
              <a:t>1</a:t>
            </a:r>
            <a:r>
              <a:rPr sz="2400" spc="5" dirty="0">
                <a:solidFill>
                  <a:srgbClr val="FFFFFF"/>
                </a:solidFill>
                <a:latin typeface="Calibri"/>
                <a:cs typeface="Calibri"/>
              </a:rPr>
              <a:t>, </a:t>
            </a:r>
            <a:r>
              <a:rPr sz="2400" spc="25" dirty="0">
                <a:solidFill>
                  <a:srgbClr val="FFFFFF"/>
                </a:solidFill>
                <a:latin typeface="Cambria Math"/>
                <a:cs typeface="Cambria Math"/>
              </a:rPr>
              <a:t>𝜕𝐿</a:t>
            </a:r>
            <a:r>
              <a:rPr lang="en-US" sz="3600" spc="660" baseline="2314" dirty="0">
                <a:solidFill>
                  <a:srgbClr val="FFFFFF"/>
                </a:solidFill>
                <a:latin typeface="Cambria Math"/>
                <a:cs typeface="Cambria Math"/>
              </a:rPr>
              <a:t>/</a:t>
            </a:r>
            <a:r>
              <a:rPr sz="2400" dirty="0">
                <a:solidFill>
                  <a:srgbClr val="FFFFFF"/>
                </a:solidFill>
                <a:latin typeface="Cambria Math"/>
                <a:cs typeface="Cambria Math"/>
              </a:rPr>
              <a:t>𝜕𝑤</a:t>
            </a:r>
            <a:r>
              <a:rPr sz="2625" baseline="-15873" dirty="0">
                <a:solidFill>
                  <a:srgbClr val="FFFFFF"/>
                </a:solidFill>
                <a:latin typeface="Cambria Math"/>
                <a:cs typeface="Cambria Math"/>
              </a:rPr>
              <a:t>2</a:t>
            </a:r>
            <a:endParaRPr sz="2625" baseline="-15873" dirty="0">
              <a:latin typeface="Cambria Math"/>
              <a:cs typeface="Cambria Math"/>
            </a:endParaRPr>
          </a:p>
        </p:txBody>
      </p:sp>
      <p:sp>
        <p:nvSpPr>
          <p:cNvPr id="19" name="object 17">
            <a:extLst>
              <a:ext uri="{FF2B5EF4-FFF2-40B4-BE49-F238E27FC236}">
                <a16:creationId xmlns:a16="http://schemas.microsoft.com/office/drawing/2014/main" id="{1FA539EA-4073-4021-6649-92B8479C7037}"/>
              </a:ext>
            </a:extLst>
          </p:cNvPr>
          <p:cNvSpPr txBox="1">
            <a:spLocks noGrp="1"/>
          </p:cNvSpPr>
          <p:nvPr>
            <p:ph type="title"/>
          </p:nvPr>
        </p:nvSpPr>
        <p:spPr>
          <a:xfrm>
            <a:off x="435355" y="527822"/>
            <a:ext cx="7209790" cy="937894"/>
          </a:xfrm>
          <a:prstGeom prst="rect">
            <a:avLst/>
          </a:prstGeom>
        </p:spPr>
        <p:txBody>
          <a:bodyPr vert="horz" wrap="square" lIns="0" tIns="41910" rIns="0" bIns="0" rtlCol="0">
            <a:spAutoFit/>
          </a:bodyPr>
          <a:lstStyle/>
          <a:p>
            <a:pPr marL="12700">
              <a:lnSpc>
                <a:spcPct val="100000"/>
              </a:lnSpc>
              <a:spcBef>
                <a:spcPts val="330"/>
              </a:spcBef>
            </a:pPr>
            <a:r>
              <a:rPr lang="zh-CN" altLang="en-US" sz="2800" spc="-70" dirty="0">
                <a:solidFill>
                  <a:srgbClr val="FFFFFF"/>
                </a:solidFill>
                <a:latin typeface="Calibri"/>
                <a:cs typeface="Calibri"/>
              </a:rPr>
              <a:t>当你在玩帝国时代</a:t>
            </a:r>
            <a:r>
              <a:rPr sz="2800" b="0" spc="-5" dirty="0">
                <a:solidFill>
                  <a:srgbClr val="FFFFFF"/>
                </a:solidFill>
                <a:latin typeface="Calibri"/>
                <a:cs typeface="Calibri"/>
              </a:rPr>
              <a:t>…</a:t>
            </a:r>
            <a:endParaRPr sz="2800" dirty="0">
              <a:latin typeface="Calibri"/>
              <a:cs typeface="Calibri"/>
            </a:endParaRPr>
          </a:p>
          <a:p>
            <a:pPr marL="2674620">
              <a:lnSpc>
                <a:spcPct val="100000"/>
              </a:lnSpc>
              <a:spcBef>
                <a:spcPts val="229"/>
              </a:spcBef>
            </a:pPr>
            <a:r>
              <a:rPr lang="zh-CN" altLang="en-US" sz="2800" b="0" spc="-5" dirty="0">
                <a:solidFill>
                  <a:srgbClr val="FFFFFF"/>
                </a:solidFill>
                <a:latin typeface="Calibri"/>
                <a:cs typeface="Calibri"/>
              </a:rPr>
              <a:t>你不可能看到整个地图</a:t>
            </a:r>
            <a:r>
              <a:rPr sz="2800" b="0" spc="-5" dirty="0">
                <a:solidFill>
                  <a:srgbClr val="FFFFFF"/>
                </a:solidFill>
                <a:latin typeface="Calibri"/>
                <a:cs typeface="Calibri"/>
              </a:rPr>
              <a:t>.</a:t>
            </a:r>
            <a:endParaRPr sz="2800" dirty="0">
              <a:latin typeface="Calibri"/>
              <a:cs typeface="Calibri"/>
            </a:endParaRPr>
          </a:p>
        </p:txBody>
      </p:sp>
    </p:spTree>
    <p:extLst>
      <p:ext uri="{BB962C8B-B14F-4D97-AF65-F5344CB8AC3E}">
        <p14:creationId xmlns:p14="http://schemas.microsoft.com/office/powerpoint/2010/main" val="1477541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0">
            <a:extLst>
              <a:ext uri="{FF2B5EF4-FFF2-40B4-BE49-F238E27FC236}">
                <a16:creationId xmlns:a16="http://schemas.microsoft.com/office/drawing/2014/main" id="{B3BEDE72-9668-87AC-70BD-1331056EA74B}"/>
              </a:ext>
            </a:extLst>
          </p:cNvPr>
          <p:cNvSpPr/>
          <p:nvPr/>
        </p:nvSpPr>
        <p:spPr>
          <a:xfrm>
            <a:off x="6087711" y="2657295"/>
            <a:ext cx="1219195" cy="78105"/>
          </a:xfrm>
          <a:custGeom>
            <a:avLst/>
            <a:gdLst/>
            <a:ahLst/>
            <a:cxnLst/>
            <a:rect l="l" t="t" r="r" b="b"/>
            <a:pathLst>
              <a:path w="906145" h="78104">
                <a:moveTo>
                  <a:pt x="828039" y="0"/>
                </a:moveTo>
                <a:lnTo>
                  <a:pt x="828039" y="77723"/>
                </a:lnTo>
                <a:lnTo>
                  <a:pt x="879855" y="51815"/>
                </a:lnTo>
                <a:lnTo>
                  <a:pt x="840994" y="51815"/>
                </a:lnTo>
                <a:lnTo>
                  <a:pt x="840994" y="25907"/>
                </a:lnTo>
                <a:lnTo>
                  <a:pt x="879855" y="25907"/>
                </a:lnTo>
                <a:lnTo>
                  <a:pt x="828039" y="0"/>
                </a:lnTo>
                <a:close/>
              </a:path>
              <a:path w="906145" h="78104">
                <a:moveTo>
                  <a:pt x="828039" y="25907"/>
                </a:moveTo>
                <a:lnTo>
                  <a:pt x="0" y="25907"/>
                </a:lnTo>
                <a:lnTo>
                  <a:pt x="0" y="51815"/>
                </a:lnTo>
                <a:lnTo>
                  <a:pt x="828039" y="51815"/>
                </a:lnTo>
                <a:lnTo>
                  <a:pt x="828039" y="25907"/>
                </a:lnTo>
                <a:close/>
              </a:path>
              <a:path w="906145" h="78104">
                <a:moveTo>
                  <a:pt x="879855" y="25907"/>
                </a:moveTo>
                <a:lnTo>
                  <a:pt x="840994" y="25907"/>
                </a:lnTo>
                <a:lnTo>
                  <a:pt x="840994" y="51815"/>
                </a:lnTo>
                <a:lnTo>
                  <a:pt x="879855" y="51815"/>
                </a:lnTo>
                <a:lnTo>
                  <a:pt x="905763" y="38862"/>
                </a:lnTo>
                <a:lnTo>
                  <a:pt x="879855" y="25907"/>
                </a:lnTo>
                <a:close/>
              </a:path>
            </a:pathLst>
          </a:custGeom>
          <a:solidFill>
            <a:srgbClr val="000000"/>
          </a:solidFill>
        </p:spPr>
        <p:txBody>
          <a:bodyPr wrap="square" lIns="0" tIns="0" rIns="0" bIns="0" rtlCol="0"/>
          <a:lstStyle/>
          <a:p>
            <a:endParaRPr/>
          </a:p>
        </p:txBody>
      </p:sp>
      <p:sp>
        <p:nvSpPr>
          <p:cNvPr id="5" name="object 23">
            <a:extLst>
              <a:ext uri="{FF2B5EF4-FFF2-40B4-BE49-F238E27FC236}">
                <a16:creationId xmlns:a16="http://schemas.microsoft.com/office/drawing/2014/main" id="{9BD922C6-8486-119A-9A1D-1C61E9C2EA75}"/>
              </a:ext>
            </a:extLst>
          </p:cNvPr>
          <p:cNvSpPr/>
          <p:nvPr/>
        </p:nvSpPr>
        <p:spPr>
          <a:xfrm>
            <a:off x="3719294" y="2378021"/>
            <a:ext cx="574548" cy="574547"/>
          </a:xfrm>
          <a:prstGeom prst="rect">
            <a:avLst/>
          </a:prstGeom>
          <a:blipFill>
            <a:blip r:embed="rId2" cstate="print"/>
            <a:stretch>
              <a:fillRect/>
            </a:stretch>
          </a:blipFill>
        </p:spPr>
        <p:txBody>
          <a:bodyPr wrap="square" lIns="0" tIns="0" rIns="0" bIns="0" rtlCol="0"/>
          <a:lstStyle/>
          <a:p>
            <a:endParaRPr/>
          </a:p>
        </p:txBody>
      </p:sp>
      <p:sp>
        <p:nvSpPr>
          <p:cNvPr id="6" name="object 24">
            <a:extLst>
              <a:ext uri="{FF2B5EF4-FFF2-40B4-BE49-F238E27FC236}">
                <a16:creationId xmlns:a16="http://schemas.microsoft.com/office/drawing/2014/main" id="{9283FC5B-54D9-453B-E8DD-98623C66DBB2}"/>
              </a:ext>
            </a:extLst>
          </p:cNvPr>
          <p:cNvSpPr/>
          <p:nvPr/>
        </p:nvSpPr>
        <p:spPr>
          <a:xfrm>
            <a:off x="3719294" y="2378021"/>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5B9BD4"/>
            </a:solidFill>
          </a:ln>
        </p:spPr>
        <p:txBody>
          <a:bodyPr wrap="square" lIns="0" tIns="0" rIns="0" bIns="0" rtlCol="0"/>
          <a:lstStyle/>
          <a:p>
            <a:endParaRPr/>
          </a:p>
        </p:txBody>
      </p:sp>
      <p:sp>
        <p:nvSpPr>
          <p:cNvPr id="9" name="object 28">
            <a:extLst>
              <a:ext uri="{FF2B5EF4-FFF2-40B4-BE49-F238E27FC236}">
                <a16:creationId xmlns:a16="http://schemas.microsoft.com/office/drawing/2014/main" id="{5494D31A-0636-4D5F-564E-519494780C34}"/>
              </a:ext>
            </a:extLst>
          </p:cNvPr>
          <p:cNvSpPr txBox="1"/>
          <p:nvPr/>
        </p:nvSpPr>
        <p:spPr>
          <a:xfrm>
            <a:off x="2148717" y="2425455"/>
            <a:ext cx="315595" cy="417195"/>
          </a:xfrm>
          <a:prstGeom prst="rect">
            <a:avLst/>
          </a:prstGeom>
        </p:spPr>
        <p:txBody>
          <a:bodyPr vert="horz" wrap="square" lIns="0" tIns="14604" rIns="0" bIns="0" rtlCol="0">
            <a:spAutoFit/>
          </a:bodyPr>
          <a:lstStyle/>
          <a:p>
            <a:pPr marL="12700">
              <a:lnSpc>
                <a:spcPct val="100000"/>
              </a:lnSpc>
              <a:spcBef>
                <a:spcPts val="114"/>
              </a:spcBef>
            </a:pPr>
            <a:r>
              <a:rPr sz="2550" i="1" spc="60" dirty="0">
                <a:latin typeface="Times New Roman"/>
                <a:cs typeface="Times New Roman"/>
              </a:rPr>
              <a:t>x</a:t>
            </a:r>
            <a:endParaRPr sz="2250" baseline="-24074" dirty="0">
              <a:latin typeface="Times New Roman"/>
              <a:cs typeface="Times New Roman"/>
            </a:endParaRPr>
          </a:p>
        </p:txBody>
      </p:sp>
      <p:sp>
        <p:nvSpPr>
          <p:cNvPr id="10" name="object 36">
            <a:extLst>
              <a:ext uri="{FF2B5EF4-FFF2-40B4-BE49-F238E27FC236}">
                <a16:creationId xmlns:a16="http://schemas.microsoft.com/office/drawing/2014/main" id="{631185BB-7215-7270-AB0D-43C34E46E68F}"/>
              </a:ext>
            </a:extLst>
          </p:cNvPr>
          <p:cNvSpPr/>
          <p:nvPr/>
        </p:nvSpPr>
        <p:spPr>
          <a:xfrm>
            <a:off x="5513164" y="2394565"/>
            <a:ext cx="574548" cy="574547"/>
          </a:xfrm>
          <a:prstGeom prst="rect">
            <a:avLst/>
          </a:prstGeom>
          <a:blipFill>
            <a:blip r:embed="rId3" cstate="print"/>
            <a:stretch>
              <a:fillRect/>
            </a:stretch>
          </a:blipFill>
        </p:spPr>
        <p:txBody>
          <a:bodyPr wrap="square" lIns="0" tIns="0" rIns="0" bIns="0" rtlCol="0"/>
          <a:lstStyle/>
          <a:p>
            <a:endParaRPr/>
          </a:p>
        </p:txBody>
      </p:sp>
      <p:sp>
        <p:nvSpPr>
          <p:cNvPr id="11" name="object 37">
            <a:extLst>
              <a:ext uri="{FF2B5EF4-FFF2-40B4-BE49-F238E27FC236}">
                <a16:creationId xmlns:a16="http://schemas.microsoft.com/office/drawing/2014/main" id="{772D6BF1-6F33-7BCC-70A8-D96B1C4313E1}"/>
              </a:ext>
            </a:extLst>
          </p:cNvPr>
          <p:cNvSpPr/>
          <p:nvPr/>
        </p:nvSpPr>
        <p:spPr>
          <a:xfrm>
            <a:off x="5513164" y="2394565"/>
            <a:ext cx="574675" cy="574675"/>
          </a:xfrm>
          <a:custGeom>
            <a:avLst/>
            <a:gdLst/>
            <a:ahLst/>
            <a:cxnLst/>
            <a:rect l="l" t="t" r="r" b="b"/>
            <a:pathLst>
              <a:path w="574675" h="574675">
                <a:moveTo>
                  <a:pt x="0" y="287273"/>
                </a:moveTo>
                <a:lnTo>
                  <a:pt x="3760" y="240684"/>
                </a:lnTo>
                <a:lnTo>
                  <a:pt x="14648" y="196486"/>
                </a:lnTo>
                <a:lnTo>
                  <a:pt x="32071" y="155270"/>
                </a:lnTo>
                <a:lnTo>
                  <a:pt x="55437" y="117628"/>
                </a:lnTo>
                <a:lnTo>
                  <a:pt x="84153" y="84153"/>
                </a:lnTo>
                <a:lnTo>
                  <a:pt x="117628" y="55437"/>
                </a:lnTo>
                <a:lnTo>
                  <a:pt x="155270" y="32071"/>
                </a:lnTo>
                <a:lnTo>
                  <a:pt x="196486" y="14648"/>
                </a:lnTo>
                <a:lnTo>
                  <a:pt x="240684" y="3760"/>
                </a:lnTo>
                <a:lnTo>
                  <a:pt x="287274" y="0"/>
                </a:lnTo>
                <a:lnTo>
                  <a:pt x="333863" y="3760"/>
                </a:lnTo>
                <a:lnTo>
                  <a:pt x="378061" y="14648"/>
                </a:lnTo>
                <a:lnTo>
                  <a:pt x="419277" y="32071"/>
                </a:lnTo>
                <a:lnTo>
                  <a:pt x="456919" y="55437"/>
                </a:lnTo>
                <a:lnTo>
                  <a:pt x="490394" y="84153"/>
                </a:lnTo>
                <a:lnTo>
                  <a:pt x="519110" y="117628"/>
                </a:lnTo>
                <a:lnTo>
                  <a:pt x="542476" y="155270"/>
                </a:lnTo>
                <a:lnTo>
                  <a:pt x="559899" y="196486"/>
                </a:lnTo>
                <a:lnTo>
                  <a:pt x="570787" y="240684"/>
                </a:lnTo>
                <a:lnTo>
                  <a:pt x="574548" y="287273"/>
                </a:lnTo>
                <a:lnTo>
                  <a:pt x="570787" y="333863"/>
                </a:lnTo>
                <a:lnTo>
                  <a:pt x="559899" y="378061"/>
                </a:lnTo>
                <a:lnTo>
                  <a:pt x="542476" y="419277"/>
                </a:lnTo>
                <a:lnTo>
                  <a:pt x="519110" y="456919"/>
                </a:lnTo>
                <a:lnTo>
                  <a:pt x="490394" y="490394"/>
                </a:lnTo>
                <a:lnTo>
                  <a:pt x="456919" y="519110"/>
                </a:lnTo>
                <a:lnTo>
                  <a:pt x="419277" y="542476"/>
                </a:lnTo>
                <a:lnTo>
                  <a:pt x="378061" y="559899"/>
                </a:lnTo>
                <a:lnTo>
                  <a:pt x="333863" y="570787"/>
                </a:lnTo>
                <a:lnTo>
                  <a:pt x="287274" y="574547"/>
                </a:lnTo>
                <a:lnTo>
                  <a:pt x="240684" y="570787"/>
                </a:lnTo>
                <a:lnTo>
                  <a:pt x="196486" y="559899"/>
                </a:lnTo>
                <a:lnTo>
                  <a:pt x="155270" y="542476"/>
                </a:lnTo>
                <a:lnTo>
                  <a:pt x="117628" y="519110"/>
                </a:lnTo>
                <a:lnTo>
                  <a:pt x="84153" y="490394"/>
                </a:lnTo>
                <a:lnTo>
                  <a:pt x="55437" y="456919"/>
                </a:lnTo>
                <a:lnTo>
                  <a:pt x="32071" y="419277"/>
                </a:lnTo>
                <a:lnTo>
                  <a:pt x="14648" y="378061"/>
                </a:lnTo>
                <a:lnTo>
                  <a:pt x="3760" y="333863"/>
                </a:lnTo>
                <a:lnTo>
                  <a:pt x="0" y="287273"/>
                </a:lnTo>
                <a:close/>
              </a:path>
            </a:pathLst>
          </a:custGeom>
          <a:ln w="6096">
            <a:solidFill>
              <a:srgbClr val="EC7C30"/>
            </a:solidFill>
          </a:ln>
        </p:spPr>
        <p:txBody>
          <a:bodyPr wrap="square" lIns="0" tIns="0" rIns="0" bIns="0" rtlCol="0"/>
          <a:lstStyle/>
          <a:p>
            <a:endParaRPr/>
          </a:p>
        </p:txBody>
      </p:sp>
      <p:sp>
        <p:nvSpPr>
          <p:cNvPr id="15" name="object 53">
            <a:extLst>
              <a:ext uri="{FF2B5EF4-FFF2-40B4-BE49-F238E27FC236}">
                <a16:creationId xmlns:a16="http://schemas.microsoft.com/office/drawing/2014/main" id="{BEA9CC39-D67E-C180-312A-4372D9DF8A85}"/>
              </a:ext>
            </a:extLst>
          </p:cNvPr>
          <p:cNvSpPr/>
          <p:nvPr/>
        </p:nvSpPr>
        <p:spPr>
          <a:xfrm>
            <a:off x="4294603" y="2634053"/>
            <a:ext cx="1218179" cy="68961"/>
          </a:xfrm>
          <a:custGeom>
            <a:avLst/>
            <a:gdLst/>
            <a:ahLst/>
            <a:cxnLst/>
            <a:rect l="l" t="t" r="r" b="b"/>
            <a:pathLst>
              <a:path w="741679" h="78104">
                <a:moveTo>
                  <a:pt x="663701" y="0"/>
                </a:moveTo>
                <a:lnTo>
                  <a:pt x="663701" y="77724"/>
                </a:lnTo>
                <a:lnTo>
                  <a:pt x="715518" y="51815"/>
                </a:lnTo>
                <a:lnTo>
                  <a:pt x="676655" y="51815"/>
                </a:lnTo>
                <a:lnTo>
                  <a:pt x="676655" y="25907"/>
                </a:lnTo>
                <a:lnTo>
                  <a:pt x="715517" y="25907"/>
                </a:lnTo>
                <a:lnTo>
                  <a:pt x="663701" y="0"/>
                </a:lnTo>
                <a:close/>
              </a:path>
              <a:path w="741679" h="78104">
                <a:moveTo>
                  <a:pt x="663701" y="25907"/>
                </a:moveTo>
                <a:lnTo>
                  <a:pt x="0" y="25907"/>
                </a:lnTo>
                <a:lnTo>
                  <a:pt x="0" y="51815"/>
                </a:lnTo>
                <a:lnTo>
                  <a:pt x="663701" y="51815"/>
                </a:lnTo>
                <a:lnTo>
                  <a:pt x="663701" y="25907"/>
                </a:lnTo>
                <a:close/>
              </a:path>
              <a:path w="741679" h="78104">
                <a:moveTo>
                  <a:pt x="715517" y="25907"/>
                </a:moveTo>
                <a:lnTo>
                  <a:pt x="676655" y="25907"/>
                </a:lnTo>
                <a:lnTo>
                  <a:pt x="676655" y="51815"/>
                </a:lnTo>
                <a:lnTo>
                  <a:pt x="715518" y="51815"/>
                </a:lnTo>
                <a:lnTo>
                  <a:pt x="741426" y="38862"/>
                </a:lnTo>
                <a:lnTo>
                  <a:pt x="715517" y="25907"/>
                </a:lnTo>
                <a:close/>
              </a:path>
            </a:pathLst>
          </a:custGeom>
          <a:solidFill>
            <a:srgbClr val="000000"/>
          </a:solidFill>
        </p:spPr>
        <p:txBody>
          <a:bodyPr wrap="square" lIns="0" tIns="0" rIns="0" bIns="0" rtlCol="0"/>
          <a:lstStyle/>
          <a:p>
            <a:endParaRPr/>
          </a:p>
        </p:txBody>
      </p:sp>
      <p:sp>
        <p:nvSpPr>
          <p:cNvPr id="16" name="object 68">
            <a:extLst>
              <a:ext uri="{FF2B5EF4-FFF2-40B4-BE49-F238E27FC236}">
                <a16:creationId xmlns:a16="http://schemas.microsoft.com/office/drawing/2014/main" id="{DC245EC7-7381-4AD3-F934-9DFCCE420C74}"/>
              </a:ext>
            </a:extLst>
          </p:cNvPr>
          <p:cNvSpPr/>
          <p:nvPr/>
        </p:nvSpPr>
        <p:spPr>
          <a:xfrm>
            <a:off x="2422249" y="2657295"/>
            <a:ext cx="1296920" cy="45719"/>
          </a:xfrm>
          <a:custGeom>
            <a:avLst/>
            <a:gdLst/>
            <a:ahLst/>
            <a:cxnLst/>
            <a:rect l="l" t="t" r="r" b="b"/>
            <a:pathLst>
              <a:path w="814705" h="78104">
                <a:moveTo>
                  <a:pt x="737743" y="0"/>
                </a:moveTo>
                <a:lnTo>
                  <a:pt x="737278" y="25822"/>
                </a:lnTo>
                <a:lnTo>
                  <a:pt x="750188" y="26035"/>
                </a:lnTo>
                <a:lnTo>
                  <a:pt x="749807" y="51943"/>
                </a:lnTo>
                <a:lnTo>
                  <a:pt x="736807" y="51943"/>
                </a:lnTo>
                <a:lnTo>
                  <a:pt x="736346" y="77597"/>
                </a:lnTo>
                <a:lnTo>
                  <a:pt x="790001" y="51943"/>
                </a:lnTo>
                <a:lnTo>
                  <a:pt x="749807" y="51943"/>
                </a:lnTo>
                <a:lnTo>
                  <a:pt x="736811" y="51729"/>
                </a:lnTo>
                <a:lnTo>
                  <a:pt x="790448" y="51729"/>
                </a:lnTo>
                <a:lnTo>
                  <a:pt x="814705" y="40132"/>
                </a:lnTo>
                <a:lnTo>
                  <a:pt x="737743" y="0"/>
                </a:lnTo>
                <a:close/>
              </a:path>
              <a:path w="814705" h="78104">
                <a:moveTo>
                  <a:pt x="737278" y="25822"/>
                </a:moveTo>
                <a:lnTo>
                  <a:pt x="736811" y="51729"/>
                </a:lnTo>
                <a:lnTo>
                  <a:pt x="749807" y="51943"/>
                </a:lnTo>
                <a:lnTo>
                  <a:pt x="750188" y="26035"/>
                </a:lnTo>
                <a:lnTo>
                  <a:pt x="737278" y="25822"/>
                </a:lnTo>
                <a:close/>
              </a:path>
              <a:path w="814705" h="78104">
                <a:moveTo>
                  <a:pt x="507" y="13716"/>
                </a:moveTo>
                <a:lnTo>
                  <a:pt x="0" y="39624"/>
                </a:lnTo>
                <a:lnTo>
                  <a:pt x="736811" y="51729"/>
                </a:lnTo>
                <a:lnTo>
                  <a:pt x="737278" y="25822"/>
                </a:lnTo>
                <a:lnTo>
                  <a:pt x="507" y="13716"/>
                </a:lnTo>
                <a:close/>
              </a:path>
            </a:pathLst>
          </a:custGeom>
          <a:solidFill>
            <a:srgbClr val="000000"/>
          </a:solidFill>
        </p:spPr>
        <p:txBody>
          <a:bodyPr wrap="square" lIns="0" tIns="0" rIns="0" bIns="0" rtlCol="0"/>
          <a:lstStyle/>
          <a:p>
            <a:endParaRPr/>
          </a:p>
        </p:txBody>
      </p:sp>
      <p:sp>
        <p:nvSpPr>
          <p:cNvPr id="17" name="object 72">
            <a:extLst>
              <a:ext uri="{FF2B5EF4-FFF2-40B4-BE49-F238E27FC236}">
                <a16:creationId xmlns:a16="http://schemas.microsoft.com/office/drawing/2014/main" id="{0066416D-EE8E-0590-F2C7-45D78AAD564A}"/>
              </a:ext>
            </a:extLst>
          </p:cNvPr>
          <p:cNvSpPr txBox="1"/>
          <p:nvPr/>
        </p:nvSpPr>
        <p:spPr>
          <a:xfrm>
            <a:off x="9400784" y="2481200"/>
            <a:ext cx="389255" cy="381515"/>
          </a:xfrm>
          <a:prstGeom prst="rect">
            <a:avLst/>
          </a:prstGeom>
        </p:spPr>
        <p:txBody>
          <a:bodyPr vert="horz" wrap="square" lIns="0" tIns="12065" rIns="0" bIns="0" rtlCol="0">
            <a:spAutoFit/>
          </a:bodyPr>
          <a:lstStyle/>
          <a:p>
            <a:pPr marL="12700">
              <a:lnSpc>
                <a:spcPct val="100000"/>
              </a:lnSpc>
              <a:spcBef>
                <a:spcPts val="95"/>
              </a:spcBef>
            </a:pPr>
            <a:r>
              <a:rPr sz="2400" spc="-10" dirty="0">
                <a:latin typeface="Times New Roman" panose="02020603050405020304" pitchFamily="18" charset="0"/>
                <a:cs typeface="Times New Roman" panose="02020603050405020304" pitchFamily="18" charset="0"/>
              </a:rPr>
              <a:t>y</a:t>
            </a:r>
            <a:endParaRPr sz="2400" baseline="-21021"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9B7CF4D2-BB12-DC33-FBE8-38A62BF28D7B}"/>
              </a:ext>
            </a:extLst>
          </p:cNvPr>
          <p:cNvSpPr txBox="1"/>
          <p:nvPr/>
        </p:nvSpPr>
        <p:spPr>
          <a:xfrm>
            <a:off x="2410204" y="2863968"/>
            <a:ext cx="1412655"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z1=w1x+b1</a:t>
            </a:r>
            <a:endParaRPr lang="zh-CN" altLang="en-US"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4F6E403-F434-CBB7-DF9F-C026C04BE495}"/>
                  </a:ext>
                </a:extLst>
              </p:cNvPr>
              <p:cNvSpPr txBox="1"/>
              <p:nvPr/>
            </p:nvSpPr>
            <p:spPr>
              <a:xfrm>
                <a:off x="3641443" y="2502148"/>
                <a:ext cx="630994" cy="338554"/>
              </a:xfrm>
              <a:prstGeom prst="rect">
                <a:avLst/>
              </a:prstGeom>
              <a:noFill/>
            </p:spPr>
            <p:txBody>
              <a:bodyPr wrap="square">
                <a:spAutoFit/>
              </a:bodyPr>
              <a:lstStyle/>
              <a:p>
                <a14:m>
                  <m:oMath xmlns:m="http://schemas.openxmlformats.org/officeDocument/2006/math">
                    <m:r>
                      <a:rPr lang="pt-BR" altLang="zh-CN" sz="1600" i="1" smtClean="0">
                        <a:solidFill>
                          <a:schemeClr val="tx1"/>
                        </a:solidFill>
                        <a:latin typeface="Cambria Math" panose="02040503050406030204" pitchFamily="18" charset="0"/>
                        <a:ea typeface="Cambria Math" panose="02040503050406030204" pitchFamily="18" charset="0"/>
                      </a:rPr>
                      <m:t>𝑓</m:t>
                    </m:r>
                    <m:d>
                      <m:dPr>
                        <m:ctrlPr>
                          <a:rPr lang="pt-BR" altLang="zh-CN" sz="1600" i="1">
                            <a:solidFill>
                              <a:schemeClr val="tx1"/>
                            </a:solidFill>
                            <a:latin typeface="Cambria Math" panose="02040503050406030204" pitchFamily="18" charset="0"/>
                            <a:ea typeface="Cambria Math" panose="02040503050406030204" pitchFamily="18" charset="0"/>
                          </a:rPr>
                        </m:ctrlPr>
                      </m:dPr>
                      <m:e>
                        <m:r>
                          <a:rPr lang="en-US" altLang="zh-CN" sz="1600" b="0" i="1" smtClean="0">
                            <a:solidFill>
                              <a:schemeClr val="tx1"/>
                            </a:solidFill>
                            <a:latin typeface="Cambria Math" panose="02040503050406030204" pitchFamily="18" charset="0"/>
                            <a:ea typeface="Cambria Math" panose="02040503050406030204" pitchFamily="18" charset="0"/>
                          </a:rPr>
                          <m:t>𝑧</m:t>
                        </m:r>
                        <m:r>
                          <a:rPr lang="en-US" altLang="zh-CN" sz="1600" b="0" i="1" smtClean="0">
                            <a:solidFill>
                              <a:schemeClr val="tx1"/>
                            </a:solidFill>
                            <a:latin typeface="Cambria Math" panose="02040503050406030204" pitchFamily="18" charset="0"/>
                            <a:ea typeface="Cambria Math" panose="02040503050406030204" pitchFamily="18" charset="0"/>
                          </a:rPr>
                          <m:t>1</m:t>
                        </m:r>
                      </m:e>
                    </m:d>
                  </m:oMath>
                </a14:m>
                <a:r>
                  <a:rPr lang="zh-CN" altLang="en-US" sz="1600" dirty="0">
                    <a:solidFill>
                      <a:schemeClr val="tx1"/>
                    </a:solidFill>
                  </a:rPr>
                  <a:t> </a:t>
                </a:r>
              </a:p>
            </p:txBody>
          </p:sp>
        </mc:Choice>
        <mc:Fallback xmlns="">
          <p:sp>
            <p:nvSpPr>
              <p:cNvPr id="21" name="文本框 20">
                <a:extLst>
                  <a:ext uri="{FF2B5EF4-FFF2-40B4-BE49-F238E27FC236}">
                    <a16:creationId xmlns:a16="http://schemas.microsoft.com/office/drawing/2014/main" id="{D4F6E403-F434-CBB7-DF9F-C026C04BE495}"/>
                  </a:ext>
                </a:extLst>
              </p:cNvPr>
              <p:cNvSpPr txBox="1">
                <a:spLocks noRot="1" noChangeAspect="1" noMove="1" noResize="1" noEditPoints="1" noAdjustHandles="1" noChangeArrowheads="1" noChangeShapeType="1" noTextEdit="1"/>
              </p:cNvSpPr>
              <p:nvPr/>
            </p:nvSpPr>
            <p:spPr>
              <a:xfrm>
                <a:off x="3641443" y="2502148"/>
                <a:ext cx="630994" cy="338554"/>
              </a:xfrm>
              <a:prstGeom prst="rect">
                <a:avLst/>
              </a:prstGeom>
              <a:blipFill>
                <a:blip r:embed="rId4"/>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FC3FD27B-6421-732C-4735-C44B4EBA3929}"/>
                  </a:ext>
                </a:extLst>
              </p:cNvPr>
              <p:cNvSpPr txBox="1"/>
              <p:nvPr/>
            </p:nvSpPr>
            <p:spPr>
              <a:xfrm>
                <a:off x="5422611" y="2518692"/>
                <a:ext cx="630994" cy="338554"/>
              </a:xfrm>
              <a:prstGeom prst="rect">
                <a:avLst/>
              </a:prstGeom>
              <a:noFill/>
            </p:spPr>
            <p:txBody>
              <a:bodyPr wrap="square">
                <a:spAutoFit/>
              </a:bodyPr>
              <a:lstStyle/>
              <a:p>
                <a14:m>
                  <m:oMath xmlns:m="http://schemas.openxmlformats.org/officeDocument/2006/math">
                    <m:r>
                      <a:rPr lang="pt-BR" altLang="zh-CN" sz="1600" i="1" smtClean="0">
                        <a:solidFill>
                          <a:schemeClr val="tx1"/>
                        </a:solidFill>
                        <a:latin typeface="Cambria Math" panose="02040503050406030204" pitchFamily="18" charset="0"/>
                        <a:ea typeface="Cambria Math" panose="02040503050406030204" pitchFamily="18" charset="0"/>
                      </a:rPr>
                      <m:t>𝑓</m:t>
                    </m:r>
                    <m:d>
                      <m:dPr>
                        <m:ctrlPr>
                          <a:rPr lang="pt-BR" altLang="zh-CN" sz="1600" i="1">
                            <a:solidFill>
                              <a:schemeClr val="tx1"/>
                            </a:solidFill>
                            <a:latin typeface="Cambria Math" panose="02040503050406030204" pitchFamily="18" charset="0"/>
                            <a:ea typeface="Cambria Math" panose="02040503050406030204" pitchFamily="18" charset="0"/>
                          </a:rPr>
                        </m:ctrlPr>
                      </m:dPr>
                      <m:e>
                        <m:r>
                          <a:rPr lang="en-US" altLang="zh-CN" sz="1600" b="0" i="1" smtClean="0">
                            <a:solidFill>
                              <a:schemeClr val="tx1"/>
                            </a:solidFill>
                            <a:latin typeface="Cambria Math" panose="02040503050406030204" pitchFamily="18" charset="0"/>
                            <a:ea typeface="Cambria Math" panose="02040503050406030204" pitchFamily="18" charset="0"/>
                          </a:rPr>
                          <m:t>𝑧</m:t>
                        </m:r>
                        <m:r>
                          <a:rPr lang="en-US" altLang="zh-CN" sz="1600" b="0" i="1" smtClean="0">
                            <a:solidFill>
                              <a:schemeClr val="tx1"/>
                            </a:solidFill>
                            <a:latin typeface="Cambria Math" panose="02040503050406030204" pitchFamily="18" charset="0"/>
                            <a:ea typeface="Cambria Math" panose="02040503050406030204" pitchFamily="18" charset="0"/>
                          </a:rPr>
                          <m:t>2</m:t>
                        </m:r>
                      </m:e>
                    </m:d>
                  </m:oMath>
                </a14:m>
                <a:r>
                  <a:rPr lang="zh-CN" altLang="en-US" sz="1600" dirty="0">
                    <a:solidFill>
                      <a:schemeClr val="tx1"/>
                    </a:solidFill>
                  </a:rPr>
                  <a:t> </a:t>
                </a:r>
              </a:p>
            </p:txBody>
          </p:sp>
        </mc:Choice>
        <mc:Fallback xmlns="">
          <p:sp>
            <p:nvSpPr>
              <p:cNvPr id="22" name="文本框 21">
                <a:extLst>
                  <a:ext uri="{FF2B5EF4-FFF2-40B4-BE49-F238E27FC236}">
                    <a16:creationId xmlns:a16="http://schemas.microsoft.com/office/drawing/2014/main" id="{FC3FD27B-6421-732C-4735-C44B4EBA3929}"/>
                  </a:ext>
                </a:extLst>
              </p:cNvPr>
              <p:cNvSpPr txBox="1">
                <a:spLocks noRot="1" noChangeAspect="1" noMove="1" noResize="1" noEditPoints="1" noAdjustHandles="1" noChangeArrowheads="1" noChangeShapeType="1" noTextEdit="1"/>
              </p:cNvSpPr>
              <p:nvPr/>
            </p:nvSpPr>
            <p:spPr>
              <a:xfrm>
                <a:off x="5422611" y="2518692"/>
                <a:ext cx="630994" cy="338554"/>
              </a:xfrm>
              <a:prstGeom prst="rect">
                <a:avLst/>
              </a:prstGeom>
              <a:blipFill>
                <a:blip r:embed="rId5"/>
                <a:stretch>
                  <a:fillRect l="-971" b="-8929"/>
                </a:stretch>
              </a:blipFill>
            </p:spPr>
            <p:txBody>
              <a:bodyPr/>
              <a:lstStyle/>
              <a:p>
                <a:r>
                  <a:rPr lang="zh-CN" altLang="en-US">
                    <a:noFill/>
                  </a:rPr>
                  <a:t> </a:t>
                </a:r>
              </a:p>
            </p:txBody>
          </p:sp>
        </mc:Fallback>
      </mc:AlternateContent>
      <p:sp>
        <p:nvSpPr>
          <p:cNvPr id="23" name="object 10">
            <a:extLst>
              <a:ext uri="{FF2B5EF4-FFF2-40B4-BE49-F238E27FC236}">
                <a16:creationId xmlns:a16="http://schemas.microsoft.com/office/drawing/2014/main" id="{6BE6DBC5-06BA-CD68-6149-FE93EDA05082}"/>
              </a:ext>
            </a:extLst>
          </p:cNvPr>
          <p:cNvSpPr/>
          <p:nvPr/>
        </p:nvSpPr>
        <p:spPr>
          <a:xfrm>
            <a:off x="7787203" y="2676854"/>
            <a:ext cx="1450033" cy="78105"/>
          </a:xfrm>
          <a:custGeom>
            <a:avLst/>
            <a:gdLst/>
            <a:ahLst/>
            <a:cxnLst/>
            <a:rect l="l" t="t" r="r" b="b"/>
            <a:pathLst>
              <a:path w="906145" h="78104">
                <a:moveTo>
                  <a:pt x="828039" y="0"/>
                </a:moveTo>
                <a:lnTo>
                  <a:pt x="828039" y="77723"/>
                </a:lnTo>
                <a:lnTo>
                  <a:pt x="879855" y="51815"/>
                </a:lnTo>
                <a:lnTo>
                  <a:pt x="840994" y="51815"/>
                </a:lnTo>
                <a:lnTo>
                  <a:pt x="840994" y="25907"/>
                </a:lnTo>
                <a:lnTo>
                  <a:pt x="879855" y="25907"/>
                </a:lnTo>
                <a:lnTo>
                  <a:pt x="828039" y="0"/>
                </a:lnTo>
                <a:close/>
              </a:path>
              <a:path w="906145" h="78104">
                <a:moveTo>
                  <a:pt x="828039" y="25907"/>
                </a:moveTo>
                <a:lnTo>
                  <a:pt x="0" y="25907"/>
                </a:lnTo>
                <a:lnTo>
                  <a:pt x="0" y="51815"/>
                </a:lnTo>
                <a:lnTo>
                  <a:pt x="828039" y="51815"/>
                </a:lnTo>
                <a:lnTo>
                  <a:pt x="828039" y="25907"/>
                </a:lnTo>
                <a:close/>
              </a:path>
              <a:path w="906145" h="78104">
                <a:moveTo>
                  <a:pt x="879855" y="25907"/>
                </a:moveTo>
                <a:lnTo>
                  <a:pt x="840994" y="25907"/>
                </a:lnTo>
                <a:lnTo>
                  <a:pt x="840994" y="51815"/>
                </a:lnTo>
                <a:lnTo>
                  <a:pt x="879855" y="51815"/>
                </a:lnTo>
                <a:lnTo>
                  <a:pt x="905763" y="38862"/>
                </a:lnTo>
                <a:lnTo>
                  <a:pt x="879855" y="25907"/>
                </a:lnTo>
                <a:close/>
              </a:path>
            </a:pathLst>
          </a:custGeom>
          <a:solidFill>
            <a:srgbClr val="000000"/>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9D6DDEE-5D4D-B3A5-F018-FB65F565D254}"/>
                  </a:ext>
                </a:extLst>
              </p:cNvPr>
              <p:cNvSpPr txBox="1"/>
              <p:nvPr/>
            </p:nvSpPr>
            <p:spPr>
              <a:xfrm>
                <a:off x="7158433" y="2439234"/>
                <a:ext cx="74065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400" i="1" dirty="0" smtClean="0">
                              <a:latin typeface="Cambria Math" panose="02040503050406030204" pitchFamily="18" charset="0"/>
                            </a:rPr>
                          </m:ctrlPr>
                        </m:accPr>
                        <m:e>
                          <m:r>
                            <a:rPr lang="en-US" altLang="zh-CN" sz="2400" i="1" dirty="0">
                              <a:latin typeface="Cambria Math" panose="02040503050406030204" pitchFamily="18" charset="0"/>
                            </a:rPr>
                            <m:t>𝑦</m:t>
                          </m:r>
                        </m:e>
                      </m:acc>
                    </m:oMath>
                  </m:oMathPara>
                </a14:m>
                <a:endParaRPr lang="zh-CN" altLang="en-US" sz="2400" dirty="0"/>
              </a:p>
            </p:txBody>
          </p:sp>
        </mc:Choice>
        <mc:Fallback xmlns="">
          <p:sp>
            <p:nvSpPr>
              <p:cNvPr id="25" name="文本框 24">
                <a:extLst>
                  <a:ext uri="{FF2B5EF4-FFF2-40B4-BE49-F238E27FC236}">
                    <a16:creationId xmlns:a16="http://schemas.microsoft.com/office/drawing/2014/main" id="{59D6DDEE-5D4D-B3A5-F018-FB65F565D254}"/>
                  </a:ext>
                </a:extLst>
              </p:cNvPr>
              <p:cNvSpPr txBox="1">
                <a:spLocks noRot="1" noChangeAspect="1" noMove="1" noResize="1" noEditPoints="1" noAdjustHandles="1" noChangeArrowheads="1" noChangeShapeType="1" noTextEdit="1"/>
              </p:cNvSpPr>
              <p:nvPr/>
            </p:nvSpPr>
            <p:spPr>
              <a:xfrm>
                <a:off x="7158433" y="2439234"/>
                <a:ext cx="740650" cy="461665"/>
              </a:xfrm>
              <a:prstGeom prst="rect">
                <a:avLst/>
              </a:prstGeom>
              <a:blipFill>
                <a:blip r:embed="rId6"/>
                <a:stretch>
                  <a:fillRect t="-3947" r="-27869" b="-10526"/>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51B791F3-054C-19EE-3022-809E42FE3F80}"/>
              </a:ext>
            </a:extLst>
          </p:cNvPr>
          <p:cNvSpPr txBox="1"/>
          <p:nvPr/>
        </p:nvSpPr>
        <p:spPr>
          <a:xfrm>
            <a:off x="4071531" y="2871486"/>
            <a:ext cx="1669930"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z2 =w2f(z1)+b2</a:t>
            </a:r>
            <a:endParaRPr lang="zh-CN" altLang="en-US" i="1" dirty="0">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2EEFB141-654B-AF16-BC56-D701D3D346E7}"/>
              </a:ext>
            </a:extLst>
          </p:cNvPr>
          <p:cNvSpPr txBox="1"/>
          <p:nvPr/>
        </p:nvSpPr>
        <p:spPr>
          <a:xfrm>
            <a:off x="2852147" y="2240789"/>
            <a:ext cx="528770" cy="369332"/>
          </a:xfrm>
          <a:prstGeom prst="rect">
            <a:avLst/>
          </a:prstGeom>
          <a:noFill/>
        </p:spPr>
        <p:txBody>
          <a:bodyPr wrap="square" rtlCol="0">
            <a:spAutoFit/>
          </a:bodyPr>
          <a:lstStyle/>
          <a:p>
            <a:r>
              <a:rPr lang="en-US" altLang="zh-CN" b="1" i="1" dirty="0">
                <a:latin typeface="Times New Roman" panose="02020603050405020304" pitchFamily="18" charset="0"/>
                <a:cs typeface="Times New Roman" panose="02020603050405020304" pitchFamily="18" charset="0"/>
              </a:rPr>
              <a:t>w1</a:t>
            </a:r>
            <a:endParaRPr lang="zh-CN" altLang="en-US" b="1" i="1" dirty="0">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40CAC5BA-F763-40A0-91C2-7BADC4AFFDAD}"/>
              </a:ext>
            </a:extLst>
          </p:cNvPr>
          <p:cNvSpPr txBox="1"/>
          <p:nvPr/>
        </p:nvSpPr>
        <p:spPr>
          <a:xfrm>
            <a:off x="3743667" y="1946626"/>
            <a:ext cx="528770" cy="369332"/>
          </a:xfrm>
          <a:prstGeom prst="rect">
            <a:avLst/>
          </a:prstGeom>
          <a:noFill/>
        </p:spPr>
        <p:txBody>
          <a:bodyPr wrap="square" rtlCol="0">
            <a:spAutoFit/>
          </a:bodyPr>
          <a:lstStyle/>
          <a:p>
            <a:pPr algn="ctr"/>
            <a:r>
              <a:rPr lang="en-US" altLang="zh-CN" b="1" i="1" dirty="0">
                <a:latin typeface="Times New Roman" panose="02020603050405020304" pitchFamily="18" charset="0"/>
                <a:cs typeface="Times New Roman" panose="02020603050405020304" pitchFamily="18" charset="0"/>
              </a:rPr>
              <a:t>b1</a:t>
            </a:r>
            <a:endParaRPr lang="zh-CN" altLang="en-US" b="1" i="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883CC2B2-F043-3BFA-A8FB-4B72930F1475}"/>
              </a:ext>
            </a:extLst>
          </p:cNvPr>
          <p:cNvSpPr txBox="1"/>
          <p:nvPr/>
        </p:nvSpPr>
        <p:spPr>
          <a:xfrm>
            <a:off x="4620333" y="2226132"/>
            <a:ext cx="528770" cy="369332"/>
          </a:xfrm>
          <a:prstGeom prst="rect">
            <a:avLst/>
          </a:prstGeom>
          <a:noFill/>
        </p:spPr>
        <p:txBody>
          <a:bodyPr wrap="square" rtlCol="0">
            <a:spAutoFit/>
          </a:bodyPr>
          <a:lstStyle/>
          <a:p>
            <a:r>
              <a:rPr lang="en-US" altLang="zh-CN" b="1" i="1" dirty="0">
                <a:latin typeface="Times New Roman" panose="02020603050405020304" pitchFamily="18" charset="0"/>
                <a:cs typeface="Times New Roman" panose="02020603050405020304" pitchFamily="18" charset="0"/>
              </a:rPr>
              <a:t>w2</a:t>
            </a:r>
            <a:endParaRPr lang="zh-CN" altLang="en-US" b="1" i="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971E8DAB-5055-35C1-D883-7B946CC8DD14}"/>
              </a:ext>
            </a:extLst>
          </p:cNvPr>
          <p:cNvSpPr txBox="1"/>
          <p:nvPr/>
        </p:nvSpPr>
        <p:spPr>
          <a:xfrm>
            <a:off x="5558941" y="1998021"/>
            <a:ext cx="528770" cy="369332"/>
          </a:xfrm>
          <a:prstGeom prst="rect">
            <a:avLst/>
          </a:prstGeom>
          <a:noFill/>
        </p:spPr>
        <p:txBody>
          <a:bodyPr wrap="square" rtlCol="0">
            <a:spAutoFit/>
          </a:bodyPr>
          <a:lstStyle/>
          <a:p>
            <a:pPr algn="ctr"/>
            <a:r>
              <a:rPr lang="en-US" altLang="zh-CN" b="1" i="1" dirty="0">
                <a:latin typeface="Times New Roman" panose="02020603050405020304" pitchFamily="18" charset="0"/>
                <a:cs typeface="Times New Roman" panose="02020603050405020304" pitchFamily="18" charset="0"/>
              </a:rPr>
              <a:t>b2</a:t>
            </a:r>
            <a:endParaRPr lang="zh-CN" altLang="en-US"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B4A1774-790E-A268-4FD7-676CA28158BC}"/>
                  </a:ext>
                </a:extLst>
              </p:cNvPr>
              <p:cNvSpPr txBox="1"/>
              <p:nvPr/>
            </p:nvSpPr>
            <p:spPr>
              <a:xfrm>
                <a:off x="7758746" y="2858602"/>
                <a:ext cx="1693628" cy="483466"/>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L</a:t>
                </a:r>
                <a14:m>
                  <m:oMath xmlns:m="http://schemas.openxmlformats.org/officeDocument/2006/math">
                    <m:r>
                      <a:rPr lang="en-US" altLang="zh-CN" i="1" smtClean="0">
                        <a:latin typeface="Cambria Math" panose="02040503050406030204" pitchFamily="18" charset="0"/>
                      </a:rPr>
                      <m:t>=</m:t>
                    </m:r>
                    <m:sSup>
                      <m:sSupPr>
                        <m:ctrlPr>
                          <a:rPr lang="en-US" altLang="zh-CN" b="0" i="1" smtClean="0">
                            <a:latin typeface="Cambria Math" panose="02040503050406030204" pitchFamily="18" charset="0"/>
                          </a:rPr>
                        </m:ctrlPr>
                      </m:sSup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r>
                          <a:rPr lang="en-US" altLang="zh-CN" i="1" dirty="0">
                            <a:latin typeface="Cambria Math" panose="02040503050406030204" pitchFamily="18" charset="0"/>
                          </a:rPr>
                          <m:t>−</m:t>
                        </m:r>
                        <m:r>
                          <m:rPr>
                            <m:sty m:val="p"/>
                          </m:rPr>
                          <a:rPr lang="en-US" altLang="zh-CN" i="1" dirty="0">
                            <a:latin typeface="Cambria Math" panose="02040503050406030204" pitchFamily="18" charset="0"/>
                          </a:rPr>
                          <m:t>y</m:t>
                        </m:r>
                        <m:r>
                          <a:rPr lang="en-US" altLang="zh-CN" i="1">
                            <a:latin typeface="Cambria Math" panose="02040503050406030204" pitchFamily="18" charset="0"/>
                          </a:rPr>
                          <m:t>)</m:t>
                        </m:r>
                      </m:e>
                      <m:sup>
                        <m:r>
                          <a:rPr lang="en-US" altLang="zh-CN" i="1">
                            <a:latin typeface="Cambria Math" panose="02040503050406030204" pitchFamily="18" charset="0"/>
                          </a:rPr>
                          <m:t>2</m:t>
                        </m:r>
                      </m:sup>
                    </m:sSup>
                  </m:oMath>
                </a14:m>
                <a:endParaRPr lang="zh-CN" altLang="en-US" dirty="0"/>
              </a:p>
            </p:txBody>
          </p:sp>
        </mc:Choice>
        <mc:Fallback xmlns="">
          <p:sp>
            <p:nvSpPr>
              <p:cNvPr id="31" name="文本框 30">
                <a:extLst>
                  <a:ext uri="{FF2B5EF4-FFF2-40B4-BE49-F238E27FC236}">
                    <a16:creationId xmlns:a16="http://schemas.microsoft.com/office/drawing/2014/main" id="{4B4A1774-790E-A268-4FD7-676CA28158BC}"/>
                  </a:ext>
                </a:extLst>
              </p:cNvPr>
              <p:cNvSpPr txBox="1">
                <a:spLocks noRot="1" noChangeAspect="1" noMove="1" noResize="1" noEditPoints="1" noAdjustHandles="1" noChangeArrowheads="1" noChangeShapeType="1" noTextEdit="1"/>
              </p:cNvSpPr>
              <p:nvPr/>
            </p:nvSpPr>
            <p:spPr>
              <a:xfrm>
                <a:off x="7758746" y="2858602"/>
                <a:ext cx="1693628" cy="483466"/>
              </a:xfrm>
              <a:prstGeom prst="rect">
                <a:avLst/>
              </a:prstGeom>
              <a:blipFill>
                <a:blip r:embed="rId7"/>
                <a:stretch>
                  <a:fillRect l="-3237" b="-7595"/>
                </a:stretch>
              </a:blipFill>
            </p:spPr>
            <p:txBody>
              <a:bodyPr/>
              <a:lstStyle/>
              <a:p>
                <a:r>
                  <a:rPr lang="zh-CN" altLang="en-US">
                    <a:noFill/>
                  </a:rPr>
                  <a:t> </a:t>
                </a:r>
              </a:p>
            </p:txBody>
          </p:sp>
        </mc:Fallback>
      </mc:AlternateContent>
      <p:sp>
        <p:nvSpPr>
          <p:cNvPr id="33" name="文本框 32">
            <a:extLst>
              <a:ext uri="{FF2B5EF4-FFF2-40B4-BE49-F238E27FC236}">
                <a16:creationId xmlns:a16="http://schemas.microsoft.com/office/drawing/2014/main" id="{BC64C646-6A46-EE0C-F92A-E64CF36392A1}"/>
              </a:ext>
            </a:extLst>
          </p:cNvPr>
          <p:cNvSpPr txBox="1"/>
          <p:nvPr/>
        </p:nvSpPr>
        <p:spPr>
          <a:xfrm>
            <a:off x="879842" y="4346337"/>
            <a:ext cx="2390707" cy="379591"/>
          </a:xfrm>
          <a:prstGeom prst="rect">
            <a:avLst/>
          </a:prstGeom>
          <a:noFill/>
        </p:spPr>
        <p:txBody>
          <a:bodyPr wrap="square">
            <a:spAutoFit/>
          </a:bodyPr>
          <a:lstStyle/>
          <a:p>
            <a:pPr>
              <a:lnSpc>
                <a:spcPct val="100000"/>
              </a:lnSpc>
              <a:spcBef>
                <a:spcPts val="585"/>
              </a:spcBef>
            </a:pPr>
            <a:r>
              <a:rPr lang="zh-CN" altLang="en-US" sz="1800" dirty="0">
                <a:latin typeface="Cambria Math"/>
                <a:cs typeface="Cambria Math"/>
              </a:rPr>
              <a:t>𝑤</a:t>
            </a:r>
            <a:r>
              <a:rPr lang="en-US" altLang="zh-CN" sz="1800" dirty="0">
                <a:latin typeface="Cambria Math"/>
                <a:cs typeface="Cambria Math"/>
              </a:rPr>
              <a:t>2</a:t>
            </a:r>
            <a:r>
              <a:rPr lang="zh-CN" altLang="en-US" sz="1800" dirty="0">
                <a:latin typeface="Cambria Math"/>
                <a:cs typeface="Cambria Math"/>
              </a:rPr>
              <a:t> ← 𝑤</a:t>
            </a:r>
            <a:r>
              <a:rPr lang="en-US" altLang="zh-CN" sz="1800" dirty="0">
                <a:latin typeface="Cambria Math"/>
                <a:cs typeface="Cambria Math"/>
              </a:rPr>
              <a:t>2</a:t>
            </a:r>
            <a:r>
              <a:rPr lang="zh-CN" altLang="en-US" sz="1800" dirty="0">
                <a:latin typeface="Cambria Math"/>
                <a:cs typeface="Cambria Math"/>
              </a:rPr>
              <a:t> − </a:t>
            </a:r>
            <a:r>
              <a:rPr lang="zh-CN" altLang="en-US" sz="1800" spc="10" dirty="0">
                <a:latin typeface="Cambria Math"/>
                <a:cs typeface="Cambria Math"/>
              </a:rPr>
              <a:t>𝜂𝜕𝐿</a:t>
            </a:r>
            <a:r>
              <a:rPr lang="en-US" altLang="zh-CN" sz="2800" spc="509" baseline="2314" dirty="0">
                <a:latin typeface="Cambria Math"/>
                <a:cs typeface="Cambria Math"/>
              </a:rPr>
              <a:t>/</a:t>
            </a:r>
            <a:r>
              <a:rPr lang="zh-CN" altLang="en-US" sz="1800" spc="-5" dirty="0">
                <a:latin typeface="Cambria Math"/>
                <a:cs typeface="Cambria Math"/>
              </a:rPr>
              <a:t>𝜕𝑤</a:t>
            </a:r>
            <a:r>
              <a:rPr lang="en-US" altLang="zh-CN" sz="1800" spc="-5" dirty="0">
                <a:latin typeface="Cambria Math"/>
                <a:cs typeface="Cambria Math"/>
              </a:rPr>
              <a:t>2</a:t>
            </a:r>
            <a:endParaRPr lang="zh-CN" altLang="en-US" sz="1800" dirty="0">
              <a:latin typeface="Cambria Math"/>
              <a:cs typeface="Cambria Math"/>
            </a:endParaRPr>
          </a:p>
        </p:txBody>
      </p:sp>
      <p:sp>
        <p:nvSpPr>
          <p:cNvPr id="34" name="文本框 33">
            <a:extLst>
              <a:ext uri="{FF2B5EF4-FFF2-40B4-BE49-F238E27FC236}">
                <a16:creationId xmlns:a16="http://schemas.microsoft.com/office/drawing/2014/main" id="{4E1E6F79-99D5-2572-2240-D6574800D516}"/>
              </a:ext>
            </a:extLst>
          </p:cNvPr>
          <p:cNvSpPr txBox="1"/>
          <p:nvPr/>
        </p:nvSpPr>
        <p:spPr>
          <a:xfrm>
            <a:off x="904340" y="4982005"/>
            <a:ext cx="2390707" cy="379591"/>
          </a:xfrm>
          <a:prstGeom prst="rect">
            <a:avLst/>
          </a:prstGeom>
          <a:noFill/>
        </p:spPr>
        <p:txBody>
          <a:bodyPr wrap="square">
            <a:spAutoFit/>
          </a:bodyPr>
          <a:lstStyle/>
          <a:p>
            <a:pPr>
              <a:lnSpc>
                <a:spcPct val="100000"/>
              </a:lnSpc>
              <a:spcBef>
                <a:spcPts val="585"/>
              </a:spcBef>
            </a:pPr>
            <a:r>
              <a:rPr lang="en-US" altLang="zh-CN" sz="1800" dirty="0">
                <a:latin typeface="Cambria Math"/>
                <a:cs typeface="Cambria Math"/>
              </a:rPr>
              <a:t>b2</a:t>
            </a:r>
            <a:r>
              <a:rPr lang="zh-CN" altLang="en-US" sz="1800" dirty="0">
                <a:latin typeface="Cambria Math"/>
                <a:cs typeface="Cambria Math"/>
              </a:rPr>
              <a:t> ← </a:t>
            </a:r>
            <a:r>
              <a:rPr lang="en-US" altLang="zh-CN" sz="1800" dirty="0">
                <a:latin typeface="Cambria Math"/>
                <a:cs typeface="Cambria Math"/>
              </a:rPr>
              <a:t>b2</a:t>
            </a:r>
            <a:r>
              <a:rPr lang="zh-CN" altLang="en-US" sz="1800" dirty="0">
                <a:latin typeface="Cambria Math"/>
                <a:cs typeface="Cambria Math"/>
              </a:rPr>
              <a:t> − </a:t>
            </a:r>
            <a:r>
              <a:rPr lang="zh-CN" altLang="en-US" sz="1800" spc="10" dirty="0">
                <a:latin typeface="Cambria Math"/>
                <a:cs typeface="Cambria Math"/>
              </a:rPr>
              <a:t>𝜂𝜕𝐿</a:t>
            </a:r>
            <a:r>
              <a:rPr lang="en-US" altLang="zh-CN" sz="2800" spc="509" baseline="2314" dirty="0">
                <a:latin typeface="Cambria Math"/>
                <a:cs typeface="Cambria Math"/>
              </a:rPr>
              <a:t>/</a:t>
            </a:r>
            <a:r>
              <a:rPr lang="zh-CN" altLang="en-US" sz="1800" spc="-5" dirty="0">
                <a:latin typeface="Cambria Math"/>
                <a:cs typeface="Cambria Math"/>
              </a:rPr>
              <a:t>𝜕</a:t>
            </a:r>
            <a:r>
              <a:rPr lang="en-US" altLang="zh-CN" sz="1800" spc="-5" dirty="0">
                <a:latin typeface="Cambria Math"/>
                <a:cs typeface="Cambria Math"/>
              </a:rPr>
              <a:t>b2</a:t>
            </a:r>
            <a:endParaRPr lang="zh-CN" altLang="en-US" sz="1800" dirty="0">
              <a:latin typeface="Cambria Math"/>
              <a:cs typeface="Cambria Math"/>
            </a:endParaRPr>
          </a:p>
        </p:txBody>
      </p:sp>
      <p:sp>
        <p:nvSpPr>
          <p:cNvPr id="35" name="矩形 34">
            <a:extLst>
              <a:ext uri="{FF2B5EF4-FFF2-40B4-BE49-F238E27FC236}">
                <a16:creationId xmlns:a16="http://schemas.microsoft.com/office/drawing/2014/main" id="{9A567B54-3110-0CFC-7A98-320686D4F285}"/>
              </a:ext>
            </a:extLst>
          </p:cNvPr>
          <p:cNvSpPr/>
          <p:nvPr/>
        </p:nvSpPr>
        <p:spPr>
          <a:xfrm>
            <a:off x="2240056" y="4310072"/>
            <a:ext cx="952767" cy="45212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3DEC1FAF-CAEF-7B37-AB63-97105D2A19FF}"/>
              </a:ext>
            </a:extLst>
          </p:cNvPr>
          <p:cNvSpPr/>
          <p:nvPr/>
        </p:nvSpPr>
        <p:spPr>
          <a:xfrm>
            <a:off x="2191528" y="4974607"/>
            <a:ext cx="863819" cy="45212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FA95431C-A4F1-E2E9-F8EC-6AE1AF3CA40B}"/>
                  </a:ext>
                </a:extLst>
              </p:cNvPr>
              <p:cNvSpPr txBox="1"/>
              <p:nvPr/>
            </p:nvSpPr>
            <p:spPr>
              <a:xfrm>
                <a:off x="5064162" y="4280201"/>
                <a:ext cx="2006896" cy="481991"/>
              </a:xfrm>
              <a:prstGeom prst="rect">
                <a:avLst/>
              </a:prstGeom>
              <a:noFill/>
            </p:spPr>
            <p:txBody>
              <a:bodyPr wrap="none" lIns="0" tIns="0" rIns="0" bIns="0" rtlCol="0">
                <a:spAutoFit/>
              </a:bodyPr>
              <a:lstStyle/>
              <a:p>
                <a14:m>
                  <m:oMath xmlns:m="http://schemas.openxmlformats.org/officeDocument/2006/math">
                    <m:f>
                      <m:fPr>
                        <m:ctrlPr>
                          <a:rPr lang="en-US" altLang="zh-CN" i="1" smtClean="0">
                            <a:latin typeface="Cambria Math" panose="02040503050406030204" pitchFamily="18" charset="0"/>
                          </a:rPr>
                        </m:ctrlPr>
                      </m:fPr>
                      <m:num>
                        <m:r>
                          <m:rPr>
                            <m:nor/>
                          </m:rPr>
                          <a:rPr lang="zh-CN" altLang="en-US" spc="10" dirty="0">
                            <a:latin typeface="Cambria Math"/>
                            <a:cs typeface="Cambria Math"/>
                          </a:rPr>
                          <m:t>𝜕</m:t>
                        </m:r>
                        <m:r>
                          <m:rPr>
                            <m:nor/>
                          </m:rPr>
                          <a:rPr lang="zh-CN" altLang="en-US" spc="10" dirty="0">
                            <a:latin typeface="Cambria Math"/>
                            <a:cs typeface="Cambria Math"/>
                          </a:rPr>
                          <m:t>𝐿</m:t>
                        </m:r>
                      </m:num>
                      <m:den>
                        <m:r>
                          <m:rPr>
                            <m:nor/>
                          </m:rPr>
                          <a:rPr lang="zh-CN" altLang="en-US" spc="-5" dirty="0">
                            <a:latin typeface="Cambria Math"/>
                            <a:cs typeface="Cambria Math"/>
                          </a:rPr>
                          <m:t>𝜕</m:t>
                        </m:r>
                        <m:r>
                          <m:rPr>
                            <m:nor/>
                          </m:rPr>
                          <a:rPr lang="zh-CN" altLang="en-US" spc="-5" dirty="0">
                            <a:latin typeface="Cambria Math"/>
                            <a:cs typeface="Cambria Math"/>
                          </a:rPr>
                          <m:t>𝑤</m:t>
                        </m:r>
                        <m:r>
                          <m:rPr>
                            <m:nor/>
                          </m:rPr>
                          <a:rPr lang="en-US" altLang="zh-CN" spc="-5" dirty="0">
                            <a:latin typeface="Cambria Math"/>
                            <a:cs typeface="Cambria Math"/>
                          </a:rPr>
                          <m:t>2</m:t>
                        </m:r>
                      </m:den>
                    </m:f>
                    <m:r>
                      <a:rPr lang="en-US" altLang="zh-CN" i="1" smtClean="0">
                        <a:latin typeface="Cambria Math" panose="02040503050406030204" pitchFamily="18" charset="0"/>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m:rPr>
                            <m:nor/>
                          </m:rPr>
                          <a:rPr lang="zh-CN" altLang="en-US" spc="10" dirty="0">
                            <a:latin typeface="Cambria Math"/>
                            <a:cs typeface="Cambria Math"/>
                          </a:rPr>
                          <m:t>𝜕</m:t>
                        </m:r>
                        <m:r>
                          <m:rPr>
                            <m:nor/>
                          </m:rPr>
                          <a:rPr lang="zh-CN" altLang="en-US" spc="10" dirty="0">
                            <a:latin typeface="Cambria Math"/>
                            <a:cs typeface="Cambria Math"/>
                          </a:rPr>
                          <m:t>𝐿</m:t>
                        </m:r>
                      </m:num>
                      <m:den>
                        <m:r>
                          <m:rPr>
                            <m:nor/>
                          </m:rPr>
                          <a:rPr lang="zh-CN" altLang="en-US" spc="-5" dirty="0">
                            <a:latin typeface="Cambria Math"/>
                            <a:cs typeface="Cambria Math"/>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den>
                    </m:f>
                    <m:r>
                      <a:rPr lang="en-US" altLang="zh-CN" i="1" spc="-5" dirty="0" smtClean="0">
                        <a:latin typeface="Cambria Math" panose="02040503050406030204" pitchFamily="18" charset="0"/>
                        <a:ea typeface="Cambria Math" panose="02040503050406030204" pitchFamily="18" charset="0"/>
                        <a:cs typeface="Cambria Math"/>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m:rPr>
                            <m:nor/>
                          </m:rPr>
                          <a:rPr lang="zh-CN" altLang="en-US" spc="10" dirty="0">
                            <a:latin typeface="Cambria Math"/>
                            <a:cs typeface="Cambria Math"/>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num>
                      <m:den>
                        <m:r>
                          <m:rPr>
                            <m:nor/>
                          </m:rPr>
                          <a:rPr lang="zh-CN" altLang="en-US" spc="-5" dirty="0">
                            <a:latin typeface="Cambria Math"/>
                            <a:cs typeface="Cambria Math"/>
                          </a:rPr>
                          <m:t>𝜕</m:t>
                        </m:r>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2</m:t>
                        </m:r>
                      </m:den>
                    </m:f>
                    <m:r>
                      <a:rPr lang="en-US" altLang="zh-CN" i="1" spc="-5" dirty="0">
                        <a:latin typeface="Cambria Math" panose="02040503050406030204" pitchFamily="18" charset="0"/>
                        <a:ea typeface="Cambria Math" panose="02040503050406030204" pitchFamily="18" charset="0"/>
                        <a:cs typeface="Cambria Math"/>
                      </a:rPr>
                      <m:t>∙</m:t>
                    </m:r>
                    <m:f>
                      <m:fPr>
                        <m:ctrlPr>
                          <a:rPr lang="en-US" altLang="zh-CN" i="1">
                            <a:latin typeface="Cambria Math" panose="02040503050406030204" pitchFamily="18" charset="0"/>
                          </a:rPr>
                        </m:ctrlPr>
                      </m:fPr>
                      <m:num>
                        <m:r>
                          <m:rPr>
                            <m:nor/>
                          </m:rPr>
                          <a:rPr lang="zh-CN" altLang="en-US" spc="10" dirty="0">
                            <a:latin typeface="Cambria Math"/>
                            <a:cs typeface="Cambria Math"/>
                          </a:rPr>
                          <m:t>𝜕</m:t>
                        </m:r>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2</m:t>
                        </m:r>
                      </m:num>
                      <m:den>
                        <m:r>
                          <m:rPr>
                            <m:nor/>
                          </m:rPr>
                          <a:rPr lang="zh-CN" altLang="en-US" spc="-5" dirty="0">
                            <a:latin typeface="Cambria Math"/>
                            <a:cs typeface="Cambria Math"/>
                          </a:rPr>
                          <m:t>𝜕</m:t>
                        </m:r>
                        <m:r>
                          <a:rPr lang="en-US" altLang="zh-CN" b="0" i="1" dirty="0" smtClean="0">
                            <a:latin typeface="Cambria Math" panose="02040503050406030204" pitchFamily="18" charset="0"/>
                          </a:rPr>
                          <m:t>𝑤</m:t>
                        </m:r>
                        <m:r>
                          <a:rPr lang="en-US" altLang="zh-CN" i="1" dirty="0">
                            <a:latin typeface="Cambria Math" panose="02040503050406030204" pitchFamily="18" charset="0"/>
                          </a:rPr>
                          <m:t>2</m:t>
                        </m:r>
                      </m:den>
                    </m:f>
                  </m:oMath>
                </a14:m>
                <a:endParaRPr lang="zh-CN" altLang="en-US" dirty="0"/>
              </a:p>
            </p:txBody>
          </p:sp>
        </mc:Choice>
        <mc:Fallback xmlns="">
          <p:sp>
            <p:nvSpPr>
              <p:cNvPr id="38" name="文本框 37">
                <a:extLst>
                  <a:ext uri="{FF2B5EF4-FFF2-40B4-BE49-F238E27FC236}">
                    <a16:creationId xmlns:a16="http://schemas.microsoft.com/office/drawing/2014/main" id="{FA95431C-A4F1-E2E9-F8EC-6AE1AF3CA40B}"/>
                  </a:ext>
                </a:extLst>
              </p:cNvPr>
              <p:cNvSpPr txBox="1">
                <a:spLocks noRot="1" noChangeAspect="1" noMove="1" noResize="1" noEditPoints="1" noAdjustHandles="1" noChangeArrowheads="1" noChangeShapeType="1" noTextEdit="1"/>
              </p:cNvSpPr>
              <p:nvPr/>
            </p:nvSpPr>
            <p:spPr>
              <a:xfrm>
                <a:off x="5064162" y="4280201"/>
                <a:ext cx="2006896" cy="481991"/>
              </a:xfrm>
              <a:prstGeom prst="rect">
                <a:avLst/>
              </a:prstGeom>
              <a:blipFill>
                <a:blip r:embed="rId8"/>
                <a:stretch>
                  <a:fillRect l="-3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E9BA25B7-5778-98B0-48A3-1E5808307798}"/>
                  </a:ext>
                </a:extLst>
              </p:cNvPr>
              <p:cNvSpPr txBox="1"/>
              <p:nvPr/>
            </p:nvSpPr>
            <p:spPr>
              <a:xfrm>
                <a:off x="5064162" y="5018480"/>
                <a:ext cx="1963614" cy="481991"/>
              </a:xfrm>
              <a:prstGeom prst="rect">
                <a:avLst/>
              </a:prstGeom>
              <a:noFill/>
            </p:spPr>
            <p:txBody>
              <a:bodyPr wrap="none" lIns="0" tIns="0" rIns="0" bIns="0" rtlCol="0">
                <a:spAutoFit/>
              </a:bodyPr>
              <a:lstStyle/>
              <a:p>
                <a14:m>
                  <m:oMath xmlns:m="http://schemas.openxmlformats.org/officeDocument/2006/math">
                    <m:f>
                      <m:fPr>
                        <m:ctrlPr>
                          <a:rPr lang="en-US" altLang="zh-CN" i="1" smtClean="0">
                            <a:latin typeface="Cambria Math" panose="02040503050406030204" pitchFamily="18" charset="0"/>
                          </a:rPr>
                        </m:ctrlPr>
                      </m:fPr>
                      <m:num>
                        <m:r>
                          <m:rPr>
                            <m:nor/>
                          </m:rPr>
                          <a:rPr lang="zh-CN" altLang="en-US" spc="10" dirty="0">
                            <a:latin typeface="Cambria Math"/>
                            <a:cs typeface="Cambria Math"/>
                          </a:rPr>
                          <m:t>𝜕</m:t>
                        </m:r>
                        <m:r>
                          <m:rPr>
                            <m:nor/>
                          </m:rPr>
                          <a:rPr lang="zh-CN" altLang="en-US" spc="10" dirty="0">
                            <a:latin typeface="Cambria Math"/>
                            <a:cs typeface="Cambria Math"/>
                          </a:rPr>
                          <m:t>𝐿</m:t>
                        </m:r>
                      </m:num>
                      <m:den>
                        <m:r>
                          <m:rPr>
                            <m:nor/>
                          </m:rPr>
                          <a:rPr lang="zh-CN" altLang="en-US" spc="-5" dirty="0">
                            <a:latin typeface="Cambria Math"/>
                            <a:cs typeface="Cambria Math"/>
                          </a:rPr>
                          <m:t>𝜕</m:t>
                        </m:r>
                        <m:r>
                          <m:rPr>
                            <m:nor/>
                          </m:rPr>
                          <a:rPr lang="en-US" altLang="zh-CN" b="0" i="1" spc="-5" dirty="0" smtClean="0">
                            <a:latin typeface="Cambria Math"/>
                            <a:cs typeface="Cambria Math"/>
                          </a:rPr>
                          <m:t>b</m:t>
                        </m:r>
                        <m:r>
                          <m:rPr>
                            <m:nor/>
                          </m:rPr>
                          <a:rPr lang="en-US" altLang="zh-CN" spc="-5" dirty="0">
                            <a:latin typeface="Cambria Math"/>
                            <a:cs typeface="Cambria Math"/>
                          </a:rPr>
                          <m:t>2</m:t>
                        </m:r>
                      </m:den>
                    </m:f>
                    <m:r>
                      <a:rPr lang="en-US" altLang="zh-CN" i="1" smtClean="0">
                        <a:latin typeface="Cambria Math" panose="02040503050406030204" pitchFamily="18" charset="0"/>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m:rPr>
                            <m:nor/>
                          </m:rPr>
                          <a:rPr lang="zh-CN" altLang="en-US" spc="10" dirty="0">
                            <a:latin typeface="Cambria Math"/>
                            <a:cs typeface="Cambria Math"/>
                          </a:rPr>
                          <m:t>𝜕</m:t>
                        </m:r>
                        <m:r>
                          <m:rPr>
                            <m:nor/>
                          </m:rPr>
                          <a:rPr lang="zh-CN" altLang="en-US" spc="10" dirty="0">
                            <a:latin typeface="Cambria Math"/>
                            <a:cs typeface="Cambria Math"/>
                          </a:rPr>
                          <m:t>𝐿</m:t>
                        </m:r>
                      </m:num>
                      <m:den>
                        <m:r>
                          <m:rPr>
                            <m:nor/>
                          </m:rPr>
                          <a:rPr lang="zh-CN" altLang="en-US" spc="-5" dirty="0">
                            <a:latin typeface="Cambria Math"/>
                            <a:cs typeface="Cambria Math"/>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den>
                    </m:f>
                    <m:r>
                      <a:rPr lang="en-US" altLang="zh-CN" i="1" spc="-5" dirty="0" smtClean="0">
                        <a:latin typeface="Cambria Math" panose="02040503050406030204" pitchFamily="18" charset="0"/>
                        <a:ea typeface="Cambria Math" panose="02040503050406030204" pitchFamily="18" charset="0"/>
                        <a:cs typeface="Cambria Math"/>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r>
                          <m:rPr>
                            <m:nor/>
                          </m:rPr>
                          <a:rPr lang="zh-CN" altLang="en-US" spc="10" dirty="0">
                            <a:latin typeface="Cambria Math"/>
                            <a:cs typeface="Cambria Math"/>
                          </a:rPr>
                          <m:t>𝜕</m:t>
                        </m:r>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𝑦</m:t>
                            </m:r>
                          </m:e>
                        </m:acc>
                      </m:num>
                      <m:den>
                        <m:r>
                          <m:rPr>
                            <m:nor/>
                          </m:rPr>
                          <a:rPr lang="zh-CN" altLang="en-US" spc="-5" dirty="0">
                            <a:latin typeface="Cambria Math"/>
                            <a:cs typeface="Cambria Math"/>
                          </a:rPr>
                          <m:t>𝜕</m:t>
                        </m:r>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2</m:t>
                        </m:r>
                      </m:den>
                    </m:f>
                    <m:r>
                      <a:rPr lang="en-US" altLang="zh-CN" i="1" spc="-5" dirty="0">
                        <a:latin typeface="Cambria Math" panose="02040503050406030204" pitchFamily="18" charset="0"/>
                        <a:ea typeface="Cambria Math" panose="02040503050406030204" pitchFamily="18" charset="0"/>
                        <a:cs typeface="Cambria Math"/>
                      </a:rPr>
                      <m:t>∙</m:t>
                    </m:r>
                    <m:f>
                      <m:fPr>
                        <m:ctrlPr>
                          <a:rPr lang="en-US" altLang="zh-CN" i="1">
                            <a:latin typeface="Cambria Math" panose="02040503050406030204" pitchFamily="18" charset="0"/>
                          </a:rPr>
                        </m:ctrlPr>
                      </m:fPr>
                      <m:num>
                        <m:r>
                          <m:rPr>
                            <m:nor/>
                          </m:rPr>
                          <a:rPr lang="zh-CN" altLang="en-US" spc="10" dirty="0">
                            <a:latin typeface="Cambria Math"/>
                            <a:cs typeface="Cambria Math"/>
                          </a:rPr>
                          <m:t>𝜕</m:t>
                        </m:r>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2</m:t>
                        </m:r>
                      </m:num>
                      <m:den>
                        <m:r>
                          <m:rPr>
                            <m:nor/>
                          </m:rPr>
                          <a:rPr lang="zh-CN" altLang="en-US" spc="-5" dirty="0">
                            <a:latin typeface="Cambria Math"/>
                            <a:cs typeface="Cambria Math"/>
                          </a:rPr>
                          <m:t>𝜕</m:t>
                        </m:r>
                        <m:r>
                          <a:rPr lang="en-US" altLang="zh-CN" b="0" i="1" spc="-5" dirty="0" smtClean="0">
                            <a:latin typeface="Cambria Math" panose="02040503050406030204" pitchFamily="18" charset="0"/>
                            <a:cs typeface="Cambria Math"/>
                          </a:rPr>
                          <m:t>𝑏</m:t>
                        </m:r>
                        <m:r>
                          <a:rPr lang="en-US" altLang="zh-CN" i="1" dirty="0">
                            <a:latin typeface="Cambria Math" panose="02040503050406030204" pitchFamily="18" charset="0"/>
                          </a:rPr>
                          <m:t>2</m:t>
                        </m:r>
                      </m:den>
                    </m:f>
                  </m:oMath>
                </a14:m>
                <a:endParaRPr lang="zh-CN" altLang="en-US" dirty="0"/>
              </a:p>
            </p:txBody>
          </p:sp>
        </mc:Choice>
        <mc:Fallback xmlns="">
          <p:sp>
            <p:nvSpPr>
              <p:cNvPr id="39" name="文本框 38">
                <a:extLst>
                  <a:ext uri="{FF2B5EF4-FFF2-40B4-BE49-F238E27FC236}">
                    <a16:creationId xmlns:a16="http://schemas.microsoft.com/office/drawing/2014/main" id="{E9BA25B7-5778-98B0-48A3-1E5808307798}"/>
                  </a:ext>
                </a:extLst>
              </p:cNvPr>
              <p:cNvSpPr txBox="1">
                <a:spLocks noRot="1" noChangeAspect="1" noMove="1" noResize="1" noEditPoints="1" noAdjustHandles="1" noChangeArrowheads="1" noChangeShapeType="1" noTextEdit="1"/>
              </p:cNvSpPr>
              <p:nvPr/>
            </p:nvSpPr>
            <p:spPr>
              <a:xfrm>
                <a:off x="5064162" y="5018480"/>
                <a:ext cx="1963614" cy="481991"/>
              </a:xfrm>
              <a:prstGeom prst="rect">
                <a:avLst/>
              </a:prstGeom>
              <a:blipFill>
                <a:blip r:embed="rId9"/>
                <a:stretch>
                  <a:fillRect l="-311"/>
                </a:stretch>
              </a:blipFill>
            </p:spPr>
            <p:txBody>
              <a:bodyPr/>
              <a:lstStyle/>
              <a:p>
                <a:r>
                  <a:rPr lang="zh-CN" altLang="en-US">
                    <a:noFill/>
                  </a:rPr>
                  <a:t> </a:t>
                </a:r>
              </a:p>
            </p:txBody>
          </p:sp>
        </mc:Fallback>
      </mc:AlternateContent>
      <p:sp>
        <p:nvSpPr>
          <p:cNvPr id="41" name="文本框 40">
            <a:extLst>
              <a:ext uri="{FF2B5EF4-FFF2-40B4-BE49-F238E27FC236}">
                <a16:creationId xmlns:a16="http://schemas.microsoft.com/office/drawing/2014/main" id="{B219DBDF-0670-DC90-E388-E9317D37999B}"/>
              </a:ext>
            </a:extLst>
          </p:cNvPr>
          <p:cNvSpPr txBox="1"/>
          <p:nvPr/>
        </p:nvSpPr>
        <p:spPr>
          <a:xfrm rot="10800000">
            <a:off x="3834905" y="4387118"/>
            <a:ext cx="664900" cy="369332"/>
          </a:xfrm>
          <a:prstGeom prst="rect">
            <a:avLst/>
          </a:prstGeom>
          <a:noFill/>
        </p:spPr>
        <p:txBody>
          <a:bodyPr wrap="square">
            <a:spAutoFit/>
          </a:bodyPr>
          <a:lstStyle/>
          <a:p>
            <a:r>
              <a:rPr lang="zh-CN" altLang="en-US" sz="1800" dirty="0">
                <a:latin typeface="Cambria Math"/>
                <a:cs typeface="Cambria Math"/>
              </a:rPr>
              <a:t>←</a:t>
            </a:r>
            <a:endParaRPr lang="zh-CN" altLang="en-US" dirty="0"/>
          </a:p>
        </p:txBody>
      </p:sp>
      <p:sp>
        <p:nvSpPr>
          <p:cNvPr id="42" name="文本框 41">
            <a:extLst>
              <a:ext uri="{FF2B5EF4-FFF2-40B4-BE49-F238E27FC236}">
                <a16:creationId xmlns:a16="http://schemas.microsoft.com/office/drawing/2014/main" id="{1FE81CE5-D2E8-80D5-0D7D-391D56351957}"/>
              </a:ext>
            </a:extLst>
          </p:cNvPr>
          <p:cNvSpPr txBox="1"/>
          <p:nvPr/>
        </p:nvSpPr>
        <p:spPr>
          <a:xfrm rot="10800000">
            <a:off x="3838544" y="5074809"/>
            <a:ext cx="664900" cy="369332"/>
          </a:xfrm>
          <a:prstGeom prst="rect">
            <a:avLst/>
          </a:prstGeom>
          <a:noFill/>
        </p:spPr>
        <p:txBody>
          <a:bodyPr wrap="square">
            <a:spAutoFit/>
          </a:bodyPr>
          <a:lstStyle/>
          <a:p>
            <a:r>
              <a:rPr lang="zh-CN" altLang="en-US" sz="1800" dirty="0">
                <a:latin typeface="Cambria Math"/>
                <a:cs typeface="Cambria Math"/>
              </a:rPr>
              <a:t>←</a:t>
            </a:r>
            <a:endParaRPr lang="zh-CN" altLang="en-US" dirty="0"/>
          </a:p>
        </p:txBody>
      </p:sp>
      <p:sp>
        <p:nvSpPr>
          <p:cNvPr id="43" name="文本框 42">
            <a:extLst>
              <a:ext uri="{FF2B5EF4-FFF2-40B4-BE49-F238E27FC236}">
                <a16:creationId xmlns:a16="http://schemas.microsoft.com/office/drawing/2014/main" id="{50D1272D-479B-EAAD-4A17-36E9D5A2C14C}"/>
              </a:ext>
            </a:extLst>
          </p:cNvPr>
          <p:cNvSpPr txBox="1"/>
          <p:nvPr/>
        </p:nvSpPr>
        <p:spPr>
          <a:xfrm>
            <a:off x="8204990" y="4300717"/>
            <a:ext cx="528770" cy="400110"/>
          </a:xfrm>
          <a:prstGeom prst="rect">
            <a:avLst/>
          </a:prstGeom>
          <a:noFill/>
        </p:spPr>
        <p:txBody>
          <a:bodyPr wrap="square" rtlCol="0">
            <a:spAutoFit/>
          </a:bodyPr>
          <a:lstStyle/>
          <a:p>
            <a:r>
              <a:rPr lang="en-US" altLang="zh-CN" sz="2000" b="1" i="1" dirty="0">
                <a:latin typeface="Times New Roman" panose="02020603050405020304" pitchFamily="18" charset="0"/>
                <a:cs typeface="Times New Roman" panose="02020603050405020304" pitchFamily="18" charset="0"/>
              </a:rPr>
              <a:t>w2</a:t>
            </a:r>
            <a:endParaRPr lang="zh-CN" altLang="en-US" sz="2000" b="1" i="1" dirty="0">
              <a:latin typeface="Times New Roman" panose="02020603050405020304" pitchFamily="18" charset="0"/>
              <a:cs typeface="Times New Roman" panose="02020603050405020304" pitchFamily="18" charset="0"/>
            </a:endParaRPr>
          </a:p>
        </p:txBody>
      </p:sp>
      <p:cxnSp>
        <p:nvCxnSpPr>
          <p:cNvPr id="45" name="直接箭头连接符 44">
            <a:extLst>
              <a:ext uri="{FF2B5EF4-FFF2-40B4-BE49-F238E27FC236}">
                <a16:creationId xmlns:a16="http://schemas.microsoft.com/office/drawing/2014/main" id="{8F28C23C-AC5E-8F99-182A-E2F3BF3CAF16}"/>
              </a:ext>
            </a:extLst>
          </p:cNvPr>
          <p:cNvCxnSpPr>
            <a:cxnSpLocks/>
            <a:stCxn id="43" idx="3"/>
            <a:endCxn id="49" idx="1"/>
          </p:cNvCxnSpPr>
          <p:nvPr/>
        </p:nvCxnSpPr>
        <p:spPr>
          <a:xfrm>
            <a:off x="8733760" y="4500772"/>
            <a:ext cx="51911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9" name="文本框 48">
            <a:extLst>
              <a:ext uri="{FF2B5EF4-FFF2-40B4-BE49-F238E27FC236}">
                <a16:creationId xmlns:a16="http://schemas.microsoft.com/office/drawing/2014/main" id="{38034CEE-BE56-C0B5-B832-62EBB732F437}"/>
              </a:ext>
            </a:extLst>
          </p:cNvPr>
          <p:cNvSpPr txBox="1"/>
          <p:nvPr/>
        </p:nvSpPr>
        <p:spPr>
          <a:xfrm>
            <a:off x="9252874" y="4300717"/>
            <a:ext cx="465892" cy="400110"/>
          </a:xfrm>
          <a:prstGeom prst="rect">
            <a:avLst/>
          </a:prstGeom>
          <a:noFill/>
        </p:spPr>
        <p:txBody>
          <a:bodyPr wrap="square">
            <a:spAutoFit/>
          </a:bodyPr>
          <a:lstStyle/>
          <a:p>
            <a:r>
              <a:rPr lang="en-US" altLang="zh-CN" sz="2000" b="1" i="1" dirty="0">
                <a:latin typeface="Times New Roman" panose="02020603050405020304" pitchFamily="18" charset="0"/>
                <a:cs typeface="Times New Roman" panose="02020603050405020304" pitchFamily="18" charset="0"/>
              </a:rPr>
              <a:t>z2</a:t>
            </a:r>
            <a:endParaRPr lang="zh-CN" altLang="en-US" sz="2000" b="1" dirty="0"/>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EB561601-49FB-929E-3670-1447641CD49C}"/>
                  </a:ext>
                </a:extLst>
              </p:cNvPr>
              <p:cNvSpPr txBox="1"/>
              <p:nvPr/>
            </p:nvSpPr>
            <p:spPr>
              <a:xfrm>
                <a:off x="9915322" y="4300717"/>
                <a:ext cx="74065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r>
                            <a:rPr lang="en-US" altLang="zh-CN" sz="2000" b="1" i="1" dirty="0" smtClean="0">
                              <a:latin typeface="Cambria Math" panose="02040503050406030204" pitchFamily="18" charset="0"/>
                            </a:rPr>
                            <m:t>𝒚</m:t>
                          </m:r>
                        </m:e>
                      </m:acc>
                    </m:oMath>
                  </m:oMathPara>
                </a14:m>
                <a:endParaRPr lang="zh-CN" altLang="en-US" sz="2000" b="1" dirty="0"/>
              </a:p>
            </p:txBody>
          </p:sp>
        </mc:Choice>
        <mc:Fallback xmlns="">
          <p:sp>
            <p:nvSpPr>
              <p:cNvPr id="51" name="文本框 50">
                <a:extLst>
                  <a:ext uri="{FF2B5EF4-FFF2-40B4-BE49-F238E27FC236}">
                    <a16:creationId xmlns:a16="http://schemas.microsoft.com/office/drawing/2014/main" id="{EB561601-49FB-929E-3670-1447641CD49C}"/>
                  </a:ext>
                </a:extLst>
              </p:cNvPr>
              <p:cNvSpPr txBox="1">
                <a:spLocks noRot="1" noChangeAspect="1" noMove="1" noResize="1" noEditPoints="1" noAdjustHandles="1" noChangeArrowheads="1" noChangeShapeType="1" noTextEdit="1"/>
              </p:cNvSpPr>
              <p:nvPr/>
            </p:nvSpPr>
            <p:spPr>
              <a:xfrm>
                <a:off x="9915322" y="4300717"/>
                <a:ext cx="740650" cy="400110"/>
              </a:xfrm>
              <a:prstGeom prst="rect">
                <a:avLst/>
              </a:prstGeom>
              <a:blipFill>
                <a:blip r:embed="rId10"/>
                <a:stretch>
                  <a:fillRect t="-7576" r="-28099" b="-7576"/>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0790344E-404F-EBFC-88AC-76FB66793DBC}"/>
              </a:ext>
            </a:extLst>
          </p:cNvPr>
          <p:cNvCxnSpPr>
            <a:cxnSpLocks/>
            <a:stCxn id="49" idx="3"/>
          </p:cNvCxnSpPr>
          <p:nvPr/>
        </p:nvCxnSpPr>
        <p:spPr>
          <a:xfrm>
            <a:off x="9718766" y="4500772"/>
            <a:ext cx="43753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直接箭头连接符 52">
            <a:extLst>
              <a:ext uri="{FF2B5EF4-FFF2-40B4-BE49-F238E27FC236}">
                <a16:creationId xmlns:a16="http://schemas.microsoft.com/office/drawing/2014/main" id="{4E94AC11-D443-A865-6699-1668A8239959}"/>
              </a:ext>
            </a:extLst>
          </p:cNvPr>
          <p:cNvCxnSpPr>
            <a:cxnSpLocks/>
            <a:stCxn id="51" idx="3"/>
            <a:endCxn id="55" idx="1"/>
          </p:cNvCxnSpPr>
          <p:nvPr/>
        </p:nvCxnSpPr>
        <p:spPr>
          <a:xfrm>
            <a:off x="10655972" y="4500772"/>
            <a:ext cx="45051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文本框 54">
            <a:extLst>
              <a:ext uri="{FF2B5EF4-FFF2-40B4-BE49-F238E27FC236}">
                <a16:creationId xmlns:a16="http://schemas.microsoft.com/office/drawing/2014/main" id="{7399CDAB-EABB-DE22-24E6-01DD6499E0B3}"/>
              </a:ext>
            </a:extLst>
          </p:cNvPr>
          <p:cNvSpPr txBox="1"/>
          <p:nvPr/>
        </p:nvSpPr>
        <p:spPr>
          <a:xfrm>
            <a:off x="11106489" y="4300717"/>
            <a:ext cx="346674" cy="400110"/>
          </a:xfrm>
          <a:prstGeom prst="rect">
            <a:avLst/>
          </a:prstGeom>
          <a:noFill/>
        </p:spPr>
        <p:txBody>
          <a:bodyPr wrap="square">
            <a:spAutoFit/>
          </a:bodyPr>
          <a:lstStyle/>
          <a:p>
            <a:r>
              <a:rPr lang="en-US" altLang="zh-CN" sz="2000" b="1" i="1" dirty="0">
                <a:latin typeface="Times New Roman" panose="02020603050405020304" pitchFamily="18" charset="0"/>
                <a:cs typeface="Times New Roman" panose="02020603050405020304" pitchFamily="18" charset="0"/>
              </a:rPr>
              <a:t>L</a:t>
            </a:r>
            <a:endParaRPr lang="zh-CN" altLang="en-US" sz="2000" b="1" dirty="0"/>
          </a:p>
        </p:txBody>
      </p:sp>
      <p:sp>
        <p:nvSpPr>
          <p:cNvPr id="65" name="文本框 64">
            <a:extLst>
              <a:ext uri="{FF2B5EF4-FFF2-40B4-BE49-F238E27FC236}">
                <a16:creationId xmlns:a16="http://schemas.microsoft.com/office/drawing/2014/main" id="{81DABECE-C19A-F97A-0363-F98EC626961A}"/>
              </a:ext>
            </a:extLst>
          </p:cNvPr>
          <p:cNvSpPr txBox="1"/>
          <p:nvPr/>
        </p:nvSpPr>
        <p:spPr>
          <a:xfrm>
            <a:off x="8204990" y="5125832"/>
            <a:ext cx="528770" cy="400110"/>
          </a:xfrm>
          <a:prstGeom prst="rect">
            <a:avLst/>
          </a:prstGeom>
          <a:noFill/>
        </p:spPr>
        <p:txBody>
          <a:bodyPr wrap="square" rtlCol="0">
            <a:spAutoFit/>
          </a:bodyPr>
          <a:lstStyle/>
          <a:p>
            <a:r>
              <a:rPr lang="en-US" altLang="zh-CN" sz="2000" b="1" i="1" dirty="0">
                <a:latin typeface="Times New Roman" panose="02020603050405020304" pitchFamily="18" charset="0"/>
                <a:cs typeface="Times New Roman" panose="02020603050405020304" pitchFamily="18" charset="0"/>
              </a:rPr>
              <a:t>b2</a:t>
            </a:r>
            <a:endParaRPr lang="zh-CN" altLang="en-US" sz="2000" b="1" i="1" dirty="0">
              <a:latin typeface="Times New Roman" panose="02020603050405020304" pitchFamily="18" charset="0"/>
              <a:cs typeface="Times New Roman" panose="02020603050405020304" pitchFamily="18" charset="0"/>
            </a:endParaRPr>
          </a:p>
        </p:txBody>
      </p:sp>
      <p:cxnSp>
        <p:nvCxnSpPr>
          <p:cNvPr id="66" name="直接箭头连接符 65">
            <a:extLst>
              <a:ext uri="{FF2B5EF4-FFF2-40B4-BE49-F238E27FC236}">
                <a16:creationId xmlns:a16="http://schemas.microsoft.com/office/drawing/2014/main" id="{02FFF93D-5C52-06A4-24C0-EA72153E0353}"/>
              </a:ext>
            </a:extLst>
          </p:cNvPr>
          <p:cNvCxnSpPr>
            <a:cxnSpLocks/>
            <a:stCxn id="65" idx="3"/>
            <a:endCxn id="67" idx="1"/>
          </p:cNvCxnSpPr>
          <p:nvPr/>
        </p:nvCxnSpPr>
        <p:spPr>
          <a:xfrm>
            <a:off x="8733760" y="5325887"/>
            <a:ext cx="51911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7" name="文本框 66">
            <a:extLst>
              <a:ext uri="{FF2B5EF4-FFF2-40B4-BE49-F238E27FC236}">
                <a16:creationId xmlns:a16="http://schemas.microsoft.com/office/drawing/2014/main" id="{E2A3428B-D782-61F4-3A5D-02B26E6C28DB}"/>
              </a:ext>
            </a:extLst>
          </p:cNvPr>
          <p:cNvSpPr txBox="1"/>
          <p:nvPr/>
        </p:nvSpPr>
        <p:spPr>
          <a:xfrm>
            <a:off x="9252874" y="5125832"/>
            <a:ext cx="465892" cy="400110"/>
          </a:xfrm>
          <a:prstGeom prst="rect">
            <a:avLst/>
          </a:prstGeom>
          <a:noFill/>
        </p:spPr>
        <p:txBody>
          <a:bodyPr wrap="square">
            <a:spAutoFit/>
          </a:bodyPr>
          <a:lstStyle/>
          <a:p>
            <a:r>
              <a:rPr lang="en-US" altLang="zh-CN" sz="2000" b="1" i="1" dirty="0">
                <a:latin typeface="Times New Roman" panose="02020603050405020304" pitchFamily="18" charset="0"/>
                <a:cs typeface="Times New Roman" panose="02020603050405020304" pitchFamily="18" charset="0"/>
              </a:rPr>
              <a:t>z2</a:t>
            </a:r>
            <a:endParaRPr lang="zh-CN" altLang="en-US" sz="2000" b="1" dirty="0"/>
          </a:p>
        </p:txBody>
      </p: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90DEF22A-950D-C5E4-CA42-15B0416D49C4}"/>
                  </a:ext>
                </a:extLst>
              </p:cNvPr>
              <p:cNvSpPr txBox="1"/>
              <p:nvPr/>
            </p:nvSpPr>
            <p:spPr>
              <a:xfrm>
                <a:off x="9915322" y="5125832"/>
                <a:ext cx="74065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r>
                            <a:rPr lang="en-US" altLang="zh-CN" sz="2000" b="1" i="1" dirty="0" smtClean="0">
                              <a:latin typeface="Cambria Math" panose="02040503050406030204" pitchFamily="18" charset="0"/>
                            </a:rPr>
                            <m:t>𝒚</m:t>
                          </m:r>
                        </m:e>
                      </m:acc>
                    </m:oMath>
                  </m:oMathPara>
                </a14:m>
                <a:endParaRPr lang="zh-CN" altLang="en-US" sz="2000" b="1" dirty="0"/>
              </a:p>
            </p:txBody>
          </p:sp>
        </mc:Choice>
        <mc:Fallback xmlns="">
          <p:sp>
            <p:nvSpPr>
              <p:cNvPr id="68" name="文本框 67">
                <a:extLst>
                  <a:ext uri="{FF2B5EF4-FFF2-40B4-BE49-F238E27FC236}">
                    <a16:creationId xmlns:a16="http://schemas.microsoft.com/office/drawing/2014/main" id="{90DEF22A-950D-C5E4-CA42-15B0416D49C4}"/>
                  </a:ext>
                </a:extLst>
              </p:cNvPr>
              <p:cNvSpPr txBox="1">
                <a:spLocks noRot="1" noChangeAspect="1" noMove="1" noResize="1" noEditPoints="1" noAdjustHandles="1" noChangeArrowheads="1" noChangeShapeType="1" noTextEdit="1"/>
              </p:cNvSpPr>
              <p:nvPr/>
            </p:nvSpPr>
            <p:spPr>
              <a:xfrm>
                <a:off x="9915322" y="5125832"/>
                <a:ext cx="740650" cy="400110"/>
              </a:xfrm>
              <a:prstGeom prst="rect">
                <a:avLst/>
              </a:prstGeom>
              <a:blipFill>
                <a:blip r:embed="rId11"/>
                <a:stretch>
                  <a:fillRect t="-7692" r="-28099" b="-9231"/>
                </a:stretch>
              </a:blipFill>
            </p:spPr>
            <p:txBody>
              <a:bodyPr/>
              <a:lstStyle/>
              <a:p>
                <a:r>
                  <a:rPr lang="zh-CN" altLang="en-US">
                    <a:noFill/>
                  </a:rPr>
                  <a:t> </a:t>
                </a:r>
              </a:p>
            </p:txBody>
          </p:sp>
        </mc:Fallback>
      </mc:AlternateContent>
      <p:cxnSp>
        <p:nvCxnSpPr>
          <p:cNvPr id="69" name="直接箭头连接符 68">
            <a:extLst>
              <a:ext uri="{FF2B5EF4-FFF2-40B4-BE49-F238E27FC236}">
                <a16:creationId xmlns:a16="http://schemas.microsoft.com/office/drawing/2014/main" id="{721D5569-61DD-6404-3F15-5D7F30F77032}"/>
              </a:ext>
            </a:extLst>
          </p:cNvPr>
          <p:cNvCxnSpPr>
            <a:cxnSpLocks/>
            <a:stCxn id="67" idx="3"/>
          </p:cNvCxnSpPr>
          <p:nvPr/>
        </p:nvCxnSpPr>
        <p:spPr>
          <a:xfrm>
            <a:off x="9718766" y="5325887"/>
            <a:ext cx="43753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接箭头连接符 69">
            <a:extLst>
              <a:ext uri="{FF2B5EF4-FFF2-40B4-BE49-F238E27FC236}">
                <a16:creationId xmlns:a16="http://schemas.microsoft.com/office/drawing/2014/main" id="{CEF6DBEB-E611-0B2C-931E-40045B4BEFF6}"/>
              </a:ext>
            </a:extLst>
          </p:cNvPr>
          <p:cNvCxnSpPr>
            <a:cxnSpLocks/>
            <a:stCxn id="68" idx="3"/>
            <a:endCxn id="71" idx="1"/>
          </p:cNvCxnSpPr>
          <p:nvPr/>
        </p:nvCxnSpPr>
        <p:spPr>
          <a:xfrm>
            <a:off x="10655972" y="5325887"/>
            <a:ext cx="45051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文本框 70">
            <a:extLst>
              <a:ext uri="{FF2B5EF4-FFF2-40B4-BE49-F238E27FC236}">
                <a16:creationId xmlns:a16="http://schemas.microsoft.com/office/drawing/2014/main" id="{E5285033-FFC1-7793-4A99-E42615045B81}"/>
              </a:ext>
            </a:extLst>
          </p:cNvPr>
          <p:cNvSpPr txBox="1"/>
          <p:nvPr/>
        </p:nvSpPr>
        <p:spPr>
          <a:xfrm>
            <a:off x="11106489" y="5125832"/>
            <a:ext cx="346674" cy="400110"/>
          </a:xfrm>
          <a:prstGeom prst="rect">
            <a:avLst/>
          </a:prstGeom>
          <a:noFill/>
        </p:spPr>
        <p:txBody>
          <a:bodyPr wrap="square">
            <a:spAutoFit/>
          </a:bodyPr>
          <a:lstStyle/>
          <a:p>
            <a:r>
              <a:rPr lang="en-US" altLang="zh-CN" sz="2000" b="1" i="1" dirty="0">
                <a:latin typeface="Times New Roman" panose="02020603050405020304" pitchFamily="18" charset="0"/>
                <a:cs typeface="Times New Roman" panose="02020603050405020304" pitchFamily="18" charset="0"/>
              </a:rPr>
              <a:t>L</a:t>
            </a:r>
            <a:endParaRPr lang="zh-CN" altLang="en-US" sz="2000" b="1" dirty="0"/>
          </a:p>
        </p:txBody>
      </p:sp>
      <p:cxnSp>
        <p:nvCxnSpPr>
          <p:cNvPr id="74" name="直接箭头连接符 73">
            <a:extLst>
              <a:ext uri="{FF2B5EF4-FFF2-40B4-BE49-F238E27FC236}">
                <a16:creationId xmlns:a16="http://schemas.microsoft.com/office/drawing/2014/main" id="{FEDCF7F6-2769-FE27-14CA-FBE950E6ABE3}"/>
              </a:ext>
            </a:extLst>
          </p:cNvPr>
          <p:cNvCxnSpPr/>
          <p:nvPr/>
        </p:nvCxnSpPr>
        <p:spPr>
          <a:xfrm flipH="1">
            <a:off x="8254287" y="5614245"/>
            <a:ext cx="3322069" cy="0"/>
          </a:xfrm>
          <a:prstGeom prst="straightConnector1">
            <a:avLst/>
          </a:prstGeom>
          <a:ln w="34925">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75" name="文本框 74">
            <a:extLst>
              <a:ext uri="{FF2B5EF4-FFF2-40B4-BE49-F238E27FC236}">
                <a16:creationId xmlns:a16="http://schemas.microsoft.com/office/drawing/2014/main" id="{615696E4-35B7-C220-068D-110117BACEFC}"/>
              </a:ext>
            </a:extLst>
          </p:cNvPr>
          <p:cNvSpPr txBox="1"/>
          <p:nvPr/>
        </p:nvSpPr>
        <p:spPr>
          <a:xfrm>
            <a:off x="9051804" y="5740140"/>
            <a:ext cx="1889760" cy="369332"/>
          </a:xfrm>
          <a:prstGeom prst="rect">
            <a:avLst/>
          </a:prstGeom>
          <a:noFill/>
        </p:spPr>
        <p:txBody>
          <a:bodyPr wrap="square" rtlCol="0">
            <a:spAutoFit/>
          </a:bodyPr>
          <a:lstStyle/>
          <a:p>
            <a:pPr algn="ctr"/>
            <a:r>
              <a:rPr lang="zh-CN" altLang="en-US" dirty="0">
                <a:solidFill>
                  <a:srgbClr val="FF0000"/>
                </a:solidFill>
                <a:latin typeface="黑体" panose="02010609060101010101" pitchFamily="49" charset="-122"/>
                <a:ea typeface="黑体" panose="02010609060101010101" pitchFamily="49" charset="-122"/>
              </a:rPr>
              <a:t>反向传播</a:t>
            </a:r>
          </a:p>
        </p:txBody>
      </p:sp>
      <p:sp>
        <p:nvSpPr>
          <p:cNvPr id="76" name="文本框 75">
            <a:extLst>
              <a:ext uri="{FF2B5EF4-FFF2-40B4-BE49-F238E27FC236}">
                <a16:creationId xmlns:a16="http://schemas.microsoft.com/office/drawing/2014/main" id="{CCDFFF03-F930-239D-68D2-334E022B9CA1}"/>
              </a:ext>
            </a:extLst>
          </p:cNvPr>
          <p:cNvSpPr txBox="1"/>
          <p:nvPr/>
        </p:nvSpPr>
        <p:spPr>
          <a:xfrm>
            <a:off x="3734742" y="3788481"/>
            <a:ext cx="1181317" cy="369332"/>
          </a:xfrm>
          <a:prstGeom prst="rect">
            <a:avLst/>
          </a:prstGeom>
          <a:noFill/>
        </p:spPr>
        <p:txBody>
          <a:bodyPr wrap="square" rtlCol="0">
            <a:spAutoFit/>
          </a:bodyPr>
          <a:lstStyle/>
          <a:p>
            <a:r>
              <a:rPr lang="zh-CN" altLang="en-US" b="1" dirty="0">
                <a:solidFill>
                  <a:srgbClr val="C00000"/>
                </a:solidFill>
              </a:rPr>
              <a:t>链式法则</a:t>
            </a:r>
          </a:p>
        </p:txBody>
      </p:sp>
      <p:sp>
        <p:nvSpPr>
          <p:cNvPr id="77" name="文本框 76">
            <a:extLst>
              <a:ext uri="{FF2B5EF4-FFF2-40B4-BE49-F238E27FC236}">
                <a16:creationId xmlns:a16="http://schemas.microsoft.com/office/drawing/2014/main" id="{8AB9812C-E303-3BA1-75CF-435A6886EE4F}"/>
              </a:ext>
            </a:extLst>
          </p:cNvPr>
          <p:cNvSpPr txBox="1"/>
          <p:nvPr/>
        </p:nvSpPr>
        <p:spPr>
          <a:xfrm>
            <a:off x="1282995" y="3793850"/>
            <a:ext cx="1181317" cy="369332"/>
          </a:xfrm>
          <a:prstGeom prst="rect">
            <a:avLst/>
          </a:prstGeom>
          <a:noFill/>
        </p:spPr>
        <p:txBody>
          <a:bodyPr wrap="square" rtlCol="0">
            <a:spAutoFit/>
          </a:bodyPr>
          <a:lstStyle/>
          <a:p>
            <a:r>
              <a:rPr lang="zh-CN" altLang="en-US" dirty="0"/>
              <a:t>梯度下降</a:t>
            </a:r>
          </a:p>
        </p:txBody>
      </p:sp>
      <p:grpSp>
        <p:nvGrpSpPr>
          <p:cNvPr id="2" name="组合 1">
            <a:extLst>
              <a:ext uri="{FF2B5EF4-FFF2-40B4-BE49-F238E27FC236}">
                <a16:creationId xmlns:a16="http://schemas.microsoft.com/office/drawing/2014/main" id="{85FA9868-4023-1E15-75E0-C596EC0E55C2}"/>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D912880A-5AFC-CC53-FE3F-E72C7B2096FF}"/>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7" name="组合 6">
              <a:extLst>
                <a:ext uri="{FF2B5EF4-FFF2-40B4-BE49-F238E27FC236}">
                  <a16:creationId xmlns:a16="http://schemas.microsoft.com/office/drawing/2014/main" id="{3102BDB6-30BC-C633-6DD6-522BE4D5E0CE}"/>
                </a:ext>
              </a:extLst>
            </p:cNvPr>
            <p:cNvGrpSpPr/>
            <p:nvPr/>
          </p:nvGrpSpPr>
          <p:grpSpPr>
            <a:xfrm>
              <a:off x="695400" y="260648"/>
              <a:ext cx="3672271" cy="1166543"/>
              <a:chOff x="623392" y="310880"/>
              <a:chExt cx="3672271" cy="1166543"/>
            </a:xfrm>
          </p:grpSpPr>
          <p:sp>
            <p:nvSpPr>
              <p:cNvPr id="8" name="文本框 7">
                <a:extLst>
                  <a:ext uri="{FF2B5EF4-FFF2-40B4-BE49-F238E27FC236}">
                    <a16:creationId xmlns:a16="http://schemas.microsoft.com/office/drawing/2014/main" id="{77473836-AEE1-AB89-F67F-5E071606E916}"/>
                  </a:ext>
                </a:extLst>
              </p:cNvPr>
              <p:cNvSpPr txBox="1"/>
              <p:nvPr/>
            </p:nvSpPr>
            <p:spPr>
              <a:xfrm>
                <a:off x="623392" y="310880"/>
                <a:ext cx="1628131"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反向传播</a:t>
                </a:r>
              </a:p>
            </p:txBody>
          </p:sp>
          <p:cxnSp>
            <p:nvCxnSpPr>
              <p:cNvPr id="12" name="直接连接符 11">
                <a:extLst>
                  <a:ext uri="{FF2B5EF4-FFF2-40B4-BE49-F238E27FC236}">
                    <a16:creationId xmlns:a16="http://schemas.microsoft.com/office/drawing/2014/main" id="{ED85933D-75CA-A8B7-45C6-8B9F7FC4B4B2}"/>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 name="文本框 12">
                <a:extLst>
                  <a:ext uri="{FF2B5EF4-FFF2-40B4-BE49-F238E27FC236}">
                    <a16:creationId xmlns:a16="http://schemas.microsoft.com/office/drawing/2014/main" id="{E39B7E0C-B82F-EA3E-588B-8FD35D7073E5}"/>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
        <p:nvSpPr>
          <p:cNvPr id="14" name="文本框 13">
            <a:extLst>
              <a:ext uri="{FF2B5EF4-FFF2-40B4-BE49-F238E27FC236}">
                <a16:creationId xmlns:a16="http://schemas.microsoft.com/office/drawing/2014/main" id="{C1AF19AF-4F52-923B-772A-387514AA65C0}"/>
              </a:ext>
            </a:extLst>
          </p:cNvPr>
          <p:cNvSpPr txBox="1"/>
          <p:nvPr/>
        </p:nvSpPr>
        <p:spPr>
          <a:xfrm>
            <a:off x="7636327" y="2147622"/>
            <a:ext cx="2078803" cy="369332"/>
          </a:xfrm>
          <a:prstGeom prst="rect">
            <a:avLst/>
          </a:prstGeom>
          <a:noFill/>
        </p:spPr>
        <p:txBody>
          <a:bodyPr wrap="square" rtlCol="0">
            <a:spAutoFit/>
          </a:bodyPr>
          <a:lstStyle/>
          <a:p>
            <a:r>
              <a:rPr lang="zh-CN" altLang="en-US" b="1" dirty="0"/>
              <a:t>损失函数：均方差</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97B5A92-E452-E808-8C05-FA6068A23C02}"/>
                  </a:ext>
                </a:extLst>
              </p:cNvPr>
              <p:cNvSpPr txBox="1"/>
              <p:nvPr/>
            </p:nvSpPr>
            <p:spPr>
              <a:xfrm>
                <a:off x="6221518" y="2890250"/>
                <a:ext cx="961576" cy="369332"/>
              </a:xfrm>
              <a:prstGeom prst="rect">
                <a:avLst/>
              </a:prstGeom>
              <a:noFill/>
            </p:spPr>
            <p:txBody>
              <a:bodyPr wrap="square" rtlCol="0">
                <a:spAutoFit/>
              </a:bodyPr>
              <a:lstStyle/>
              <a:p>
                <a14:m>
                  <m:oMath xmlns:m="http://schemas.openxmlformats.org/officeDocument/2006/math">
                    <m:acc>
                      <m:accPr>
                        <m:chr m:val="̂"/>
                        <m:ctrlPr>
                          <a:rPr lang="en-US" altLang="zh-CN" sz="1800" i="1" dirty="0" smtClean="0">
                            <a:latin typeface="Cambria Math" panose="02040503050406030204" pitchFamily="18" charset="0"/>
                          </a:rPr>
                        </m:ctrlPr>
                      </m:accPr>
                      <m:e>
                        <m:r>
                          <a:rPr lang="en-US" altLang="zh-CN" sz="1800" i="1" dirty="0">
                            <a:latin typeface="Cambria Math" panose="02040503050406030204" pitchFamily="18" charset="0"/>
                          </a:rPr>
                          <m:t>𝑦</m:t>
                        </m:r>
                      </m:e>
                    </m:acc>
                    <m:r>
                      <a:rPr lang="en-US" altLang="zh-CN" sz="1800" i="1" dirty="0">
                        <a:latin typeface="Cambria Math" panose="02040503050406030204" pitchFamily="18" charset="0"/>
                      </a:rPr>
                      <m:t> </m:t>
                    </m:r>
                  </m:oMath>
                </a14:m>
                <a:r>
                  <a:rPr lang="en-US" altLang="zh-CN" i="1" dirty="0">
                    <a:latin typeface="Times New Roman" panose="02020603050405020304" pitchFamily="18" charset="0"/>
                    <a:cs typeface="Times New Roman" panose="02020603050405020304" pitchFamily="18" charset="0"/>
                  </a:rPr>
                  <a:t>=f(z2)</a:t>
                </a:r>
                <a:endParaRPr lang="zh-CN" altLang="en-US" i="1" dirty="0">
                  <a:latin typeface="Times New Roman" panose="02020603050405020304" pitchFamily="18" charset="0"/>
                  <a:cs typeface="Times New Roman" panose="02020603050405020304" pitchFamily="18" charset="0"/>
                </a:endParaRPr>
              </a:p>
            </p:txBody>
          </p:sp>
        </mc:Choice>
        <mc:Fallback xmlns="">
          <p:sp>
            <p:nvSpPr>
              <p:cNvPr id="18" name="文本框 17">
                <a:extLst>
                  <a:ext uri="{FF2B5EF4-FFF2-40B4-BE49-F238E27FC236}">
                    <a16:creationId xmlns:a16="http://schemas.microsoft.com/office/drawing/2014/main" id="{B97B5A92-E452-E808-8C05-FA6068A23C02}"/>
                  </a:ext>
                </a:extLst>
              </p:cNvPr>
              <p:cNvSpPr txBox="1">
                <a:spLocks noRot="1" noChangeAspect="1" noMove="1" noResize="1" noEditPoints="1" noAdjustHandles="1" noChangeArrowheads="1" noChangeShapeType="1" noTextEdit="1"/>
              </p:cNvSpPr>
              <p:nvPr/>
            </p:nvSpPr>
            <p:spPr>
              <a:xfrm>
                <a:off x="6221518" y="2890250"/>
                <a:ext cx="961576" cy="369332"/>
              </a:xfrm>
              <a:prstGeom prst="rect">
                <a:avLst/>
              </a:prstGeom>
              <a:blipFill>
                <a:blip r:embed="rId12"/>
                <a:stretch>
                  <a:fillRect t="-8197" r="-3822" b="-24590"/>
                </a:stretch>
              </a:blipFill>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CB783B86-9456-3E2A-E4D5-1F0BF43FF6D4}"/>
              </a:ext>
            </a:extLst>
          </p:cNvPr>
          <p:cNvCxnSpPr>
            <a:stCxn id="31" idx="2"/>
            <a:endCxn id="38" idx="0"/>
          </p:cNvCxnSpPr>
          <p:nvPr/>
        </p:nvCxnSpPr>
        <p:spPr>
          <a:xfrm flipH="1">
            <a:off x="6067610" y="3342068"/>
            <a:ext cx="2537950" cy="93813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直接箭头连接符 31">
            <a:extLst>
              <a:ext uri="{FF2B5EF4-FFF2-40B4-BE49-F238E27FC236}">
                <a16:creationId xmlns:a16="http://schemas.microsoft.com/office/drawing/2014/main" id="{068A0FEB-E95B-CE0A-B6E7-6DC48C8C18AE}"/>
              </a:ext>
            </a:extLst>
          </p:cNvPr>
          <p:cNvCxnSpPr>
            <a:cxnSpLocks/>
            <a:stCxn id="18" idx="2"/>
          </p:cNvCxnSpPr>
          <p:nvPr/>
        </p:nvCxnSpPr>
        <p:spPr>
          <a:xfrm flipH="1">
            <a:off x="6434667" y="3259582"/>
            <a:ext cx="267639" cy="102061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直接箭头连接符 43">
            <a:extLst>
              <a:ext uri="{FF2B5EF4-FFF2-40B4-BE49-F238E27FC236}">
                <a16:creationId xmlns:a16="http://schemas.microsoft.com/office/drawing/2014/main" id="{75003D25-BD07-B84E-CDA4-7CB950F4162C}"/>
              </a:ext>
            </a:extLst>
          </p:cNvPr>
          <p:cNvCxnSpPr>
            <a:cxnSpLocks/>
            <a:stCxn id="26" idx="2"/>
          </p:cNvCxnSpPr>
          <p:nvPr/>
        </p:nvCxnSpPr>
        <p:spPr>
          <a:xfrm>
            <a:off x="4906496" y="3240818"/>
            <a:ext cx="1929489" cy="99185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8" name="直接箭头连接符 47">
            <a:extLst>
              <a:ext uri="{FF2B5EF4-FFF2-40B4-BE49-F238E27FC236}">
                <a16:creationId xmlns:a16="http://schemas.microsoft.com/office/drawing/2014/main" id="{8F8BB22A-4689-3916-2660-48044BF97ADD}"/>
              </a:ext>
            </a:extLst>
          </p:cNvPr>
          <p:cNvCxnSpPr>
            <a:cxnSpLocks/>
          </p:cNvCxnSpPr>
          <p:nvPr/>
        </p:nvCxnSpPr>
        <p:spPr>
          <a:xfrm flipV="1">
            <a:off x="8364156" y="4238552"/>
            <a:ext cx="3064137" cy="33145"/>
          </a:xfrm>
          <a:prstGeom prst="straightConnector1">
            <a:avLst/>
          </a:prstGeom>
          <a:ln w="34925">
            <a:solidFill>
              <a:srgbClr val="0B47B3"/>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56" name="文本框 55">
            <a:extLst>
              <a:ext uri="{FF2B5EF4-FFF2-40B4-BE49-F238E27FC236}">
                <a16:creationId xmlns:a16="http://schemas.microsoft.com/office/drawing/2014/main" id="{5E029C76-B286-1B15-4EEC-A7301702998B}"/>
              </a:ext>
            </a:extLst>
          </p:cNvPr>
          <p:cNvSpPr txBox="1"/>
          <p:nvPr/>
        </p:nvSpPr>
        <p:spPr>
          <a:xfrm>
            <a:off x="8951344" y="3846153"/>
            <a:ext cx="1889760" cy="369332"/>
          </a:xfrm>
          <a:prstGeom prst="rect">
            <a:avLst/>
          </a:prstGeom>
          <a:noFill/>
        </p:spPr>
        <p:txBody>
          <a:bodyPr wrap="square" rtlCol="0">
            <a:spAutoFit/>
          </a:bodyPr>
          <a:lstStyle/>
          <a:p>
            <a:pPr algn="ctr"/>
            <a:r>
              <a:rPr lang="zh-CN" altLang="en-US" dirty="0">
                <a:solidFill>
                  <a:srgbClr val="0B47B3"/>
                </a:solidFill>
                <a:latin typeface="黑体" panose="02010609060101010101" pitchFamily="49" charset="-122"/>
                <a:ea typeface="黑体" panose="02010609060101010101" pitchFamily="49" charset="-122"/>
              </a:rPr>
              <a:t>向前计算</a:t>
            </a:r>
          </a:p>
        </p:txBody>
      </p:sp>
      <p:sp>
        <p:nvSpPr>
          <p:cNvPr id="57" name="矩形 56">
            <a:extLst>
              <a:ext uri="{FF2B5EF4-FFF2-40B4-BE49-F238E27FC236}">
                <a16:creationId xmlns:a16="http://schemas.microsoft.com/office/drawing/2014/main" id="{7BFAE951-2B4A-1885-09F8-4534E4EB7515}"/>
              </a:ext>
            </a:extLst>
          </p:cNvPr>
          <p:cNvSpPr/>
          <p:nvPr/>
        </p:nvSpPr>
        <p:spPr>
          <a:xfrm>
            <a:off x="4620333" y="2240789"/>
            <a:ext cx="443829" cy="345737"/>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DAC7B1D3-D5AD-C121-3446-1295BC6219B0}"/>
              </a:ext>
            </a:extLst>
          </p:cNvPr>
          <p:cNvSpPr/>
          <p:nvPr/>
        </p:nvSpPr>
        <p:spPr>
          <a:xfrm>
            <a:off x="5578523" y="2001301"/>
            <a:ext cx="443829" cy="345737"/>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a:p>
        </p:txBody>
      </p:sp>
    </p:spTree>
    <p:extLst>
      <p:ext uri="{BB962C8B-B14F-4D97-AF65-F5344CB8AC3E}">
        <p14:creationId xmlns:p14="http://schemas.microsoft.com/office/powerpoint/2010/main" val="145662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animBg="1"/>
      <p:bldP spid="36" grpId="0" animBg="1"/>
      <p:bldP spid="38" grpId="0"/>
      <p:bldP spid="39" grpId="0"/>
      <p:bldP spid="41" grpId="0"/>
      <p:bldP spid="42" grpId="0"/>
      <p:bldP spid="43" grpId="0"/>
      <p:bldP spid="49" grpId="0"/>
      <p:bldP spid="51" grpId="0"/>
      <p:bldP spid="55" grpId="0"/>
      <p:bldP spid="65" grpId="0"/>
      <p:bldP spid="67" grpId="0"/>
      <p:bldP spid="68" grpId="0"/>
      <p:bldP spid="71" grpId="0"/>
      <p:bldP spid="75" grpId="0"/>
      <p:bldP spid="76" grpId="0"/>
      <p:bldP spid="77" grpId="0"/>
      <p:bldP spid="56" grpId="0"/>
      <p:bldP spid="57" grpId="0" animBg="1"/>
      <p:bldP spid="5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81"/>
            <a:ext cx="12191999" cy="6872988"/>
          </a:xfrm>
          <a:prstGeom prst="rect">
            <a:avLst/>
          </a:prstGeom>
          <a:gradFill flip="none" rotWithShape="1">
            <a:gsLst>
              <a:gs pos="0">
                <a:srgbClr val="961318"/>
              </a:gs>
              <a:gs pos="54000">
                <a:srgbClr val="961318">
                  <a:alpha val="72000"/>
                </a:srgbClr>
              </a:gs>
              <a:gs pos="100000">
                <a:srgbClr val="961318">
                  <a:alpha val="90000"/>
                </a:srgbClr>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prstClr val="white"/>
              </a:solidFill>
              <a:latin typeface="Arial" panose="020B0604020202020204"/>
              <a:ea typeface="宋体" panose="02010600030101010101" pitchFamily="2" charset="-122"/>
            </a:endParaRPr>
          </a:p>
        </p:txBody>
      </p:sp>
      <p:grpSp>
        <p:nvGrpSpPr>
          <p:cNvPr id="4" name="组合 3"/>
          <p:cNvGrpSpPr/>
          <p:nvPr/>
        </p:nvGrpSpPr>
        <p:grpSpPr>
          <a:xfrm>
            <a:off x="839416" y="146766"/>
            <a:ext cx="10359317" cy="6586418"/>
            <a:chOff x="839416" y="146766"/>
            <a:chExt cx="10359317" cy="6586418"/>
          </a:xfrm>
        </p:grpSpPr>
        <p:grpSp>
          <p:nvGrpSpPr>
            <p:cNvPr id="5" name="组合 4"/>
            <p:cNvGrpSpPr/>
            <p:nvPr/>
          </p:nvGrpSpPr>
          <p:grpSpPr>
            <a:xfrm>
              <a:off x="839416" y="1556792"/>
              <a:ext cx="8964983" cy="3744416"/>
              <a:chOff x="1438213" y="1556792"/>
              <a:chExt cx="8964983" cy="3744416"/>
            </a:xfrm>
          </p:grpSpPr>
          <p:sp>
            <p:nvSpPr>
              <p:cNvPr id="8" name="矩形 7"/>
              <p:cNvSpPr/>
              <p:nvPr/>
            </p:nvSpPr>
            <p:spPr>
              <a:xfrm>
                <a:off x="2135559" y="2771278"/>
                <a:ext cx="8267637" cy="830997"/>
              </a:xfrm>
              <a:prstGeom prst="rect">
                <a:avLst/>
              </a:prstGeom>
              <a:noFill/>
            </p:spPr>
            <p:txBody>
              <a:bodyPr wrap="square" anchor="ctr">
                <a:spAutoFit/>
              </a:bodyP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48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4. </a:t>
                </a:r>
                <a:r>
                  <a:rPr kumimoji="0" lang="zh-CN" altLang="en-US" sz="4800" b="0" i="0" u="none" strike="noStrike" kern="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cs typeface="微软雅黑" panose="020B0503020204020204" charset="-122"/>
                  </a:rPr>
                  <a:t>常见优化问题</a:t>
                </a:r>
              </a:p>
            </p:txBody>
          </p:sp>
          <p:sp>
            <p:nvSpPr>
              <p:cNvPr id="9" name="文本框 8"/>
              <p:cNvSpPr txBox="1"/>
              <p:nvPr/>
            </p:nvSpPr>
            <p:spPr>
              <a:xfrm>
                <a:off x="2334343" y="3662830"/>
                <a:ext cx="4676055" cy="307777"/>
              </a:xfrm>
              <a:prstGeom prst="rect">
                <a:avLst/>
              </a:prstGeom>
              <a:noFill/>
            </p:spPr>
            <p:txBody>
              <a:bodyPr wrap="square" rtlCol="0">
                <a:spAutoFit/>
              </a:body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white"/>
                    </a:solidFill>
                    <a:effectLst/>
                    <a:uLnTx/>
                    <a:uFillTx/>
                    <a:latin typeface="思源宋体 CN Heavy"/>
                    <a:ea typeface="宋体" panose="02010600030101010101" pitchFamily="2" charset="-122"/>
                  </a:rPr>
                  <a:t>ADD YOUR TITLE HERE PLEASE </a:t>
                </a:r>
              </a:p>
            </p:txBody>
          </p:sp>
          <p:grpSp>
            <p:nvGrpSpPr>
              <p:cNvPr id="10" name="组合 9"/>
              <p:cNvGrpSpPr/>
              <p:nvPr/>
            </p:nvGrpSpPr>
            <p:grpSpPr>
              <a:xfrm>
                <a:off x="1438213" y="1556792"/>
                <a:ext cx="2520280" cy="3744416"/>
                <a:chOff x="1487488" y="1556792"/>
                <a:chExt cx="2520280" cy="3744416"/>
              </a:xfrm>
            </p:grpSpPr>
            <p:cxnSp>
              <p:nvCxnSpPr>
                <p:cNvPr id="11" name="直接连接符 10"/>
                <p:cNvCxnSpPr/>
                <p:nvPr/>
              </p:nvCxnSpPr>
              <p:spPr>
                <a:xfrm flipV="1">
                  <a:off x="4007768" y="1556792"/>
                  <a:ext cx="0" cy="720080"/>
                </a:xfrm>
                <a:prstGeom prst="line">
                  <a:avLst/>
                </a:prstGeom>
                <a:noFill/>
                <a:ln w="28575" cap="flat" cmpd="sng" algn="ctr">
                  <a:solidFill>
                    <a:sysClr val="window" lastClr="FFFFFF"/>
                  </a:solidFill>
                  <a:prstDash val="solid"/>
                  <a:miter lim="800000"/>
                </a:ln>
                <a:effectLst/>
              </p:spPr>
            </p:cxnSp>
            <p:cxnSp>
              <p:nvCxnSpPr>
                <p:cNvPr id="12" name="直接连接符 11"/>
                <p:cNvCxnSpPr/>
                <p:nvPr/>
              </p:nvCxnSpPr>
              <p:spPr>
                <a:xfrm flipH="1">
                  <a:off x="1487488" y="1556792"/>
                  <a:ext cx="2520280" cy="0"/>
                </a:xfrm>
                <a:prstGeom prst="line">
                  <a:avLst/>
                </a:prstGeom>
                <a:noFill/>
                <a:ln w="28575" cap="flat" cmpd="sng" algn="ctr">
                  <a:solidFill>
                    <a:sysClr val="window" lastClr="FFFFFF"/>
                  </a:solidFill>
                  <a:prstDash val="solid"/>
                  <a:miter lim="800000"/>
                </a:ln>
                <a:effectLst/>
              </p:spPr>
            </p:cxnSp>
            <p:cxnSp>
              <p:nvCxnSpPr>
                <p:cNvPr id="13" name="直接连接符 12"/>
                <p:cNvCxnSpPr/>
                <p:nvPr/>
              </p:nvCxnSpPr>
              <p:spPr>
                <a:xfrm>
                  <a:off x="1487488" y="1556792"/>
                  <a:ext cx="0" cy="3744416"/>
                </a:xfrm>
                <a:prstGeom prst="line">
                  <a:avLst/>
                </a:prstGeom>
                <a:noFill/>
                <a:ln w="28575" cap="flat" cmpd="sng" algn="ctr">
                  <a:solidFill>
                    <a:sysClr val="window" lastClr="FFFFFF"/>
                  </a:solidFill>
                  <a:prstDash val="solid"/>
                  <a:miter lim="800000"/>
                </a:ln>
                <a:effectLst/>
              </p:spPr>
            </p:cxnSp>
            <p:cxnSp>
              <p:nvCxnSpPr>
                <p:cNvPr id="14" name="直接连接符 13"/>
                <p:cNvCxnSpPr/>
                <p:nvPr/>
              </p:nvCxnSpPr>
              <p:spPr>
                <a:xfrm>
                  <a:off x="1487488" y="5301208"/>
                  <a:ext cx="2520280" cy="0"/>
                </a:xfrm>
                <a:prstGeom prst="line">
                  <a:avLst/>
                </a:prstGeom>
                <a:noFill/>
                <a:ln w="28575" cap="flat" cmpd="sng" algn="ctr">
                  <a:solidFill>
                    <a:sysClr val="window" lastClr="FFFFFF"/>
                  </a:solidFill>
                  <a:prstDash val="solid"/>
                  <a:miter lim="800000"/>
                </a:ln>
                <a:effectLst/>
              </p:spPr>
            </p:cxnSp>
            <p:cxnSp>
              <p:nvCxnSpPr>
                <p:cNvPr id="15" name="直接连接符 14"/>
                <p:cNvCxnSpPr/>
                <p:nvPr/>
              </p:nvCxnSpPr>
              <p:spPr>
                <a:xfrm flipV="1">
                  <a:off x="4007768" y="4509120"/>
                  <a:ext cx="0" cy="792088"/>
                </a:xfrm>
                <a:prstGeom prst="line">
                  <a:avLst/>
                </a:prstGeom>
                <a:noFill/>
                <a:ln w="28575" cap="flat" cmpd="sng" algn="ctr">
                  <a:solidFill>
                    <a:sysClr val="window" lastClr="FFFFFF"/>
                  </a:solidFill>
                  <a:prstDash val="solid"/>
                  <a:miter lim="800000"/>
                </a:ln>
                <a:effectLst/>
              </p:spPr>
            </p:cxnSp>
          </p:grpSp>
        </p:grpSp>
        <p:sp>
          <p:nvSpPr>
            <p:cNvPr id="6" name="文本框 5"/>
            <p:cNvSpPr txBox="1"/>
            <p:nvPr/>
          </p:nvSpPr>
          <p:spPr>
            <a:xfrm>
              <a:off x="7404104" y="146766"/>
              <a:ext cx="3794629" cy="6586418"/>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rPr>
                <a:t>4</a:t>
              </a:r>
              <a:endParaRPr kumimoji="0" lang="zh-CN" altLang="en-US" sz="42200" b="0" i="0" u="none" strike="noStrike" kern="0" cap="none" spc="0" normalizeH="0" baseline="0" noProof="0" dirty="0">
                <a:ln>
                  <a:noFill/>
                </a:ln>
                <a:solidFill>
                  <a:prstClr val="white"/>
                </a:solidFill>
                <a:effectLst/>
                <a:uLnTx/>
                <a:uFillTx/>
                <a:latin typeface="Arial Black" panose="020B0A04020102020204" pitchFamily="34" charset="0"/>
                <a:ea typeface="苹方 常规" panose="020B0300000000000000" pitchFamily="34" charset="-122"/>
                <a:cs typeface="Roboto Condensed" panose="02000000000000000000" pitchFamily="2" charset="0"/>
              </a:endParaRPr>
            </a:p>
          </p:txBody>
        </p:sp>
        <p:cxnSp>
          <p:nvCxnSpPr>
            <p:cNvPr id="7" name="直接连接符 6"/>
            <p:cNvCxnSpPr/>
            <p:nvPr/>
          </p:nvCxnSpPr>
          <p:spPr>
            <a:xfrm>
              <a:off x="1735546" y="4221088"/>
              <a:ext cx="760054" cy="0"/>
            </a:xfrm>
            <a:prstGeom prst="line">
              <a:avLst/>
            </a:prstGeom>
            <a:noFill/>
            <a:ln w="9525" cap="flat" cmpd="sng" algn="ctr">
              <a:solidFill>
                <a:sysClr val="window" lastClr="FFFFFF"/>
              </a:solidFill>
              <a:prstDash val="solid"/>
            </a:ln>
            <a:effectLst/>
          </p:spPr>
        </p:cxnSp>
      </p:grpSp>
      <p:sp>
        <p:nvSpPr>
          <p:cNvPr id="16" name="文本框 2"/>
          <p:cNvSpPr txBox="1"/>
          <p:nvPr/>
        </p:nvSpPr>
        <p:spPr>
          <a:xfrm>
            <a:off x="10038079" y="5655967"/>
            <a:ext cx="2153921" cy="107632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3200" dirty="0">
                <a:solidFill>
                  <a:schemeClr val="bg1"/>
                </a:solidFill>
                <a:latin typeface="华文行楷" panose="02010800040101010101" pitchFamily="2" charset="-122"/>
                <a:ea typeface="华文行楷" panose="02010800040101010101" pitchFamily="2" charset="-122"/>
                <a:sym typeface="+mn-ea"/>
              </a:rPr>
              <a:t>厚德 博学 精思 笃行</a:t>
            </a:r>
          </a:p>
        </p:txBody>
      </p:sp>
      <p:pic>
        <p:nvPicPr>
          <p:cNvPr id="19" name="图片 18" descr="D:\360MoveData\Users\xiaoxiao\Desktop\图片1.png图片1"/>
          <p:cNvPicPr>
            <a:picLocks noChangeAspect="1"/>
          </p:cNvPicPr>
          <p:nvPr/>
        </p:nvPicPr>
        <p:blipFill>
          <a:blip r:embed="rId2">
            <a:lum bright="70000" contrast="-70000"/>
          </a:blip>
          <a:srcRect/>
          <a:stretch>
            <a:fillRect/>
          </a:stretch>
        </p:blipFill>
        <p:spPr>
          <a:xfrm>
            <a:off x="1153795" y="453391"/>
            <a:ext cx="3313430" cy="800100"/>
          </a:xfrm>
          <a:prstGeom prst="rect">
            <a:avLst/>
          </a:prstGeom>
        </p:spPr>
      </p:pic>
    </p:spTree>
    <p:extLst>
      <p:ext uri="{BB962C8B-B14F-4D97-AF65-F5344CB8AC3E}">
        <p14:creationId xmlns:p14="http://schemas.microsoft.com/office/powerpoint/2010/main" val="1150881244"/>
      </p:ext>
    </p:extLst>
  </p:cSld>
  <p:clrMapOvr>
    <a:masterClrMapping/>
  </p:clrMapOvr>
  <p:transition spd="slow">
    <p:cov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a:extLst>
              <a:ext uri="{FF2B5EF4-FFF2-40B4-BE49-F238E27FC236}">
                <a16:creationId xmlns:a16="http://schemas.microsoft.com/office/drawing/2014/main" id="{1BA2C950-92F6-336A-9F9E-40A25FB671BF}"/>
              </a:ext>
            </a:extLst>
          </p:cNvPr>
          <p:cNvSpPr txBox="1"/>
          <p:nvPr/>
        </p:nvSpPr>
        <p:spPr>
          <a:xfrm>
            <a:off x="3810000" y="1900535"/>
            <a:ext cx="3657600"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r>
              <a:rPr lang="zh-CN" altLang="en-US" sz="3200" dirty="0"/>
              <a:t>机器学习 </a:t>
            </a:r>
            <a:r>
              <a:rPr lang="en-US" altLang="zh-CN" sz="3200" dirty="0"/>
              <a:t>= </a:t>
            </a:r>
            <a:r>
              <a:rPr lang="zh-CN" altLang="en-US" sz="3200" dirty="0"/>
              <a:t>优化？</a:t>
            </a:r>
          </a:p>
        </p:txBody>
      </p:sp>
      <p:pic>
        <p:nvPicPr>
          <p:cNvPr id="6" name="图片 5" descr="屏幕剪辑">
            <a:extLst>
              <a:ext uri="{FF2B5EF4-FFF2-40B4-BE49-F238E27FC236}">
                <a16:creationId xmlns:a16="http://schemas.microsoft.com/office/drawing/2014/main" id="{B9BA0AE6-7892-C23B-FDA1-FDF61AE38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1" y="2738735"/>
            <a:ext cx="7957665" cy="2117339"/>
          </a:xfrm>
          <a:prstGeom prst="rect">
            <a:avLst/>
          </a:prstGeom>
        </p:spPr>
      </p:pic>
      <p:sp>
        <p:nvSpPr>
          <p:cNvPr id="7" name="矩形 6">
            <a:extLst>
              <a:ext uri="{FF2B5EF4-FFF2-40B4-BE49-F238E27FC236}">
                <a16:creationId xmlns:a16="http://schemas.microsoft.com/office/drawing/2014/main" id="{E37B3CD1-4D13-0E0B-9150-7D5F2B10A1DE}"/>
              </a:ext>
            </a:extLst>
          </p:cNvPr>
          <p:cNvSpPr/>
          <p:nvPr/>
        </p:nvSpPr>
        <p:spPr>
          <a:xfrm>
            <a:off x="620614" y="5405734"/>
            <a:ext cx="10758586" cy="646331"/>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dirty="0">
                <a:latin typeface="黑体" panose="02010609060101010101" pitchFamily="49" charset="-122"/>
                <a:ea typeface="黑体" panose="02010609060101010101" pitchFamily="49" charset="-122"/>
              </a:rPr>
              <a:t>过拟合：</a:t>
            </a:r>
            <a:r>
              <a:rPr lang="zh-CN" altLang="en-US" dirty="0">
                <a:solidFill>
                  <a:srgbClr val="FF0000"/>
                </a:solidFill>
                <a:latin typeface="黑体" panose="02010609060101010101" pitchFamily="49" charset="-122"/>
                <a:ea typeface="黑体" panose="02010609060101010101" pitchFamily="49" charset="-122"/>
              </a:rPr>
              <a:t>经验风险最小化原则</a:t>
            </a:r>
            <a:r>
              <a:rPr lang="zh-CN" altLang="en-US" dirty="0">
                <a:latin typeface="黑体" panose="02010609060101010101" pitchFamily="49" charset="-122"/>
                <a:ea typeface="黑体" panose="02010609060101010101" pitchFamily="49" charset="-122"/>
              </a:rPr>
              <a:t>很容易导致模型在训练集上错误率很低，但是在未知数据上错误率很高。</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过拟合问题往往是由于训练数据少和噪声等原因造成的。</a:t>
            </a:r>
            <a:endParaRPr lang="en-US" altLang="zh-CN" dirty="0">
              <a:latin typeface="黑体" panose="02010609060101010101" pitchFamily="49" charset="-122"/>
              <a:ea typeface="黑体" panose="02010609060101010101" pitchFamily="49" charset="-122"/>
            </a:endParaRPr>
          </a:p>
        </p:txBody>
      </p:sp>
      <p:sp>
        <p:nvSpPr>
          <p:cNvPr id="8" name="爆炸形 2 6">
            <a:extLst>
              <a:ext uri="{FF2B5EF4-FFF2-40B4-BE49-F238E27FC236}">
                <a16:creationId xmlns:a16="http://schemas.microsoft.com/office/drawing/2014/main" id="{F4148F77-6447-A571-985F-9523B8311387}"/>
              </a:ext>
            </a:extLst>
          </p:cNvPr>
          <p:cNvSpPr/>
          <p:nvPr/>
        </p:nvSpPr>
        <p:spPr>
          <a:xfrm>
            <a:off x="6705600" y="1581224"/>
            <a:ext cx="2209026" cy="1037630"/>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spAutoFit/>
          </a:bodyP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2400" dirty="0"/>
              <a:t>NO</a:t>
            </a:r>
            <a:r>
              <a:rPr lang="zh-CN" altLang="en-US" sz="2400" dirty="0"/>
              <a:t>！</a:t>
            </a:r>
          </a:p>
        </p:txBody>
      </p:sp>
      <p:grpSp>
        <p:nvGrpSpPr>
          <p:cNvPr id="2" name="组合 1">
            <a:extLst>
              <a:ext uri="{FF2B5EF4-FFF2-40B4-BE49-F238E27FC236}">
                <a16:creationId xmlns:a16="http://schemas.microsoft.com/office/drawing/2014/main" id="{A0E2DE93-C4C5-DBC5-F554-9CB3FA6AABD4}"/>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9ADF4307-D751-9E49-C6EA-4B2BD4EF273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9" name="组合 8">
              <a:extLst>
                <a:ext uri="{FF2B5EF4-FFF2-40B4-BE49-F238E27FC236}">
                  <a16:creationId xmlns:a16="http://schemas.microsoft.com/office/drawing/2014/main" id="{F3C7BD8F-205A-6703-4197-CF1AF47D72DF}"/>
                </a:ext>
              </a:extLst>
            </p:cNvPr>
            <p:cNvGrpSpPr/>
            <p:nvPr/>
          </p:nvGrpSpPr>
          <p:grpSpPr>
            <a:xfrm>
              <a:off x="695400" y="260648"/>
              <a:ext cx="3672271" cy="1166543"/>
              <a:chOff x="623392" y="310880"/>
              <a:chExt cx="3672271" cy="1166543"/>
            </a:xfrm>
          </p:grpSpPr>
          <p:sp>
            <p:nvSpPr>
              <p:cNvPr id="10" name="文本框 9">
                <a:extLst>
                  <a:ext uri="{FF2B5EF4-FFF2-40B4-BE49-F238E27FC236}">
                    <a16:creationId xmlns:a16="http://schemas.microsoft.com/office/drawing/2014/main" id="{9F728795-E3B9-CE38-4C30-E3710A49F47F}"/>
                  </a:ext>
                </a:extLst>
              </p:cNvPr>
              <p:cNvSpPr txBox="1"/>
              <p:nvPr/>
            </p:nvSpPr>
            <p:spPr>
              <a:xfrm>
                <a:off x="623392" y="310880"/>
                <a:ext cx="1262116"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过拟合</a:t>
                </a:r>
              </a:p>
            </p:txBody>
          </p:sp>
          <p:cxnSp>
            <p:nvCxnSpPr>
              <p:cNvPr id="11" name="直接连接符 10">
                <a:extLst>
                  <a:ext uri="{FF2B5EF4-FFF2-40B4-BE49-F238E27FC236}">
                    <a16:creationId xmlns:a16="http://schemas.microsoft.com/office/drawing/2014/main" id="{11B3776C-1FDA-4E29-4E8F-57EFF092AD3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2" name="文本框 11">
                <a:extLst>
                  <a:ext uri="{FF2B5EF4-FFF2-40B4-BE49-F238E27FC236}">
                    <a16:creationId xmlns:a16="http://schemas.microsoft.com/office/drawing/2014/main" id="{019EBFE8-95B5-6057-D44D-993521F8D3D1}"/>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3151616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接點 77">
            <a:extLst>
              <a:ext uri="{FF2B5EF4-FFF2-40B4-BE49-F238E27FC236}">
                <a16:creationId xmlns:a16="http://schemas.microsoft.com/office/drawing/2014/main" id="{64328803-5B5D-3C45-6C49-EA40414C021B}"/>
              </a:ext>
            </a:extLst>
          </p:cNvPr>
          <p:cNvCxnSpPr>
            <a:cxnSpLocks/>
          </p:cNvCxnSpPr>
          <p:nvPr/>
        </p:nvCxnSpPr>
        <p:spPr>
          <a:xfrm>
            <a:off x="8819165" y="4683428"/>
            <a:ext cx="0" cy="496328"/>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5" name="手繪多邊形: 圖案 38">
            <a:extLst>
              <a:ext uri="{FF2B5EF4-FFF2-40B4-BE49-F238E27FC236}">
                <a16:creationId xmlns:a16="http://schemas.microsoft.com/office/drawing/2014/main" id="{6B170DB7-F8BA-EE06-82F1-4DE2CCB6FAF0}"/>
              </a:ext>
            </a:extLst>
          </p:cNvPr>
          <p:cNvSpPr/>
          <p:nvPr/>
        </p:nvSpPr>
        <p:spPr>
          <a:xfrm>
            <a:off x="7009902" y="895122"/>
            <a:ext cx="2525486" cy="2265522"/>
          </a:xfrm>
          <a:custGeom>
            <a:avLst/>
            <a:gdLst>
              <a:gd name="connsiteX0" fmla="*/ 0 w 2525486"/>
              <a:gd name="connsiteY0" fmla="*/ 2210761 h 2239790"/>
              <a:gd name="connsiteX1" fmla="*/ 145143 w 2525486"/>
              <a:gd name="connsiteY1" fmla="*/ 977047 h 2239790"/>
              <a:gd name="connsiteX2" fmla="*/ 420914 w 2525486"/>
              <a:gd name="connsiteY2" fmla="*/ 1557618 h 2239790"/>
              <a:gd name="connsiteX3" fmla="*/ 624114 w 2525486"/>
              <a:gd name="connsiteY3" fmla="*/ 1920475 h 2239790"/>
              <a:gd name="connsiteX4" fmla="*/ 769257 w 2525486"/>
              <a:gd name="connsiteY4" fmla="*/ 1006075 h 2239790"/>
              <a:gd name="connsiteX5" fmla="*/ 899886 w 2525486"/>
              <a:gd name="connsiteY5" fmla="*/ 4590 h 2239790"/>
              <a:gd name="connsiteX6" fmla="*/ 1262743 w 2525486"/>
              <a:gd name="connsiteY6" fmla="*/ 1426990 h 2239790"/>
              <a:gd name="connsiteX7" fmla="*/ 1538514 w 2525486"/>
              <a:gd name="connsiteY7" fmla="*/ 1020590 h 2239790"/>
              <a:gd name="connsiteX8" fmla="*/ 1756229 w 2525486"/>
              <a:gd name="connsiteY8" fmla="*/ 744818 h 2239790"/>
              <a:gd name="connsiteX9" fmla="*/ 2061029 w 2525486"/>
              <a:gd name="connsiteY9" fmla="*/ 1397961 h 2239790"/>
              <a:gd name="connsiteX10" fmla="*/ 2177143 w 2525486"/>
              <a:gd name="connsiteY10" fmla="*/ 2094647 h 2239790"/>
              <a:gd name="connsiteX11" fmla="*/ 2525486 w 2525486"/>
              <a:gd name="connsiteY11" fmla="*/ 2239790 h 2239790"/>
              <a:gd name="connsiteX12" fmla="*/ 2525486 w 2525486"/>
              <a:gd name="connsiteY12" fmla="*/ 2239790 h 2239790"/>
              <a:gd name="connsiteX0" fmla="*/ 0 w 2525486"/>
              <a:gd name="connsiteY0" fmla="*/ 2210761 h 2239790"/>
              <a:gd name="connsiteX1" fmla="*/ 145143 w 2525486"/>
              <a:gd name="connsiteY1" fmla="*/ 977047 h 2239790"/>
              <a:gd name="connsiteX2" fmla="*/ 420914 w 2525486"/>
              <a:gd name="connsiteY2" fmla="*/ 1557618 h 2239790"/>
              <a:gd name="connsiteX3" fmla="*/ 624114 w 2525486"/>
              <a:gd name="connsiteY3" fmla="*/ 1920475 h 2239790"/>
              <a:gd name="connsiteX4" fmla="*/ 769257 w 2525486"/>
              <a:gd name="connsiteY4" fmla="*/ 1006075 h 2239790"/>
              <a:gd name="connsiteX5" fmla="*/ 899886 w 2525486"/>
              <a:gd name="connsiteY5" fmla="*/ 4590 h 2239790"/>
              <a:gd name="connsiteX6" fmla="*/ 1262743 w 2525486"/>
              <a:gd name="connsiteY6" fmla="*/ 1426990 h 2239790"/>
              <a:gd name="connsiteX7" fmla="*/ 1538514 w 2525486"/>
              <a:gd name="connsiteY7" fmla="*/ 1020590 h 2239790"/>
              <a:gd name="connsiteX8" fmla="*/ 1756229 w 2525486"/>
              <a:gd name="connsiteY8" fmla="*/ 744818 h 2239790"/>
              <a:gd name="connsiteX9" fmla="*/ 1973944 w 2525486"/>
              <a:gd name="connsiteY9" fmla="*/ 1397961 h 2239790"/>
              <a:gd name="connsiteX10" fmla="*/ 2177143 w 2525486"/>
              <a:gd name="connsiteY10" fmla="*/ 2094647 h 2239790"/>
              <a:gd name="connsiteX11" fmla="*/ 2525486 w 2525486"/>
              <a:gd name="connsiteY11" fmla="*/ 2239790 h 2239790"/>
              <a:gd name="connsiteX12" fmla="*/ 2525486 w 2525486"/>
              <a:gd name="connsiteY12" fmla="*/ 2239790 h 2239790"/>
              <a:gd name="connsiteX0" fmla="*/ 0 w 2525486"/>
              <a:gd name="connsiteY0" fmla="*/ 2209814 h 2238843"/>
              <a:gd name="connsiteX1" fmla="*/ 145143 w 2525486"/>
              <a:gd name="connsiteY1" fmla="*/ 976100 h 2238843"/>
              <a:gd name="connsiteX2" fmla="*/ 420914 w 2525486"/>
              <a:gd name="connsiteY2" fmla="*/ 1556671 h 2238843"/>
              <a:gd name="connsiteX3" fmla="*/ 566056 w 2525486"/>
              <a:gd name="connsiteY3" fmla="*/ 642271 h 2238843"/>
              <a:gd name="connsiteX4" fmla="*/ 769257 w 2525486"/>
              <a:gd name="connsiteY4" fmla="*/ 1005128 h 2238843"/>
              <a:gd name="connsiteX5" fmla="*/ 899886 w 2525486"/>
              <a:gd name="connsiteY5" fmla="*/ 3643 h 2238843"/>
              <a:gd name="connsiteX6" fmla="*/ 1262743 w 2525486"/>
              <a:gd name="connsiteY6" fmla="*/ 1426043 h 2238843"/>
              <a:gd name="connsiteX7" fmla="*/ 1538514 w 2525486"/>
              <a:gd name="connsiteY7" fmla="*/ 1019643 h 2238843"/>
              <a:gd name="connsiteX8" fmla="*/ 1756229 w 2525486"/>
              <a:gd name="connsiteY8" fmla="*/ 743871 h 2238843"/>
              <a:gd name="connsiteX9" fmla="*/ 1973944 w 2525486"/>
              <a:gd name="connsiteY9" fmla="*/ 1397014 h 2238843"/>
              <a:gd name="connsiteX10" fmla="*/ 2177143 w 2525486"/>
              <a:gd name="connsiteY10" fmla="*/ 2093700 h 2238843"/>
              <a:gd name="connsiteX11" fmla="*/ 2525486 w 2525486"/>
              <a:gd name="connsiteY11" fmla="*/ 2238843 h 2238843"/>
              <a:gd name="connsiteX12" fmla="*/ 2525486 w 2525486"/>
              <a:gd name="connsiteY12" fmla="*/ 2238843 h 2238843"/>
              <a:gd name="connsiteX0" fmla="*/ 0 w 2525486"/>
              <a:gd name="connsiteY0" fmla="*/ 2236493 h 2265522"/>
              <a:gd name="connsiteX1" fmla="*/ 145143 w 2525486"/>
              <a:gd name="connsiteY1" fmla="*/ 1002779 h 2265522"/>
              <a:gd name="connsiteX2" fmla="*/ 420914 w 2525486"/>
              <a:gd name="connsiteY2" fmla="*/ 1583350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 name="connsiteX0" fmla="*/ 0 w 2525486"/>
              <a:gd name="connsiteY0" fmla="*/ 2236493 h 2265522"/>
              <a:gd name="connsiteX1" fmla="*/ 145143 w 2525486"/>
              <a:gd name="connsiteY1" fmla="*/ 1002779 h 2265522"/>
              <a:gd name="connsiteX2" fmla="*/ 449942 w 2525486"/>
              <a:gd name="connsiteY2" fmla="*/ 1757522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 name="connsiteX0" fmla="*/ 0 w 2525486"/>
              <a:gd name="connsiteY0" fmla="*/ 2236493 h 2265522"/>
              <a:gd name="connsiteX1" fmla="*/ 203200 w 2525486"/>
              <a:gd name="connsiteY1" fmla="*/ 915693 h 2265522"/>
              <a:gd name="connsiteX2" fmla="*/ 449942 w 2525486"/>
              <a:gd name="connsiteY2" fmla="*/ 1757522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25486" h="2265522">
                <a:moveTo>
                  <a:pt x="0" y="2236493"/>
                </a:moveTo>
                <a:cubicBezTo>
                  <a:pt x="37495" y="1674064"/>
                  <a:pt x="128210" y="995522"/>
                  <a:pt x="203200" y="915693"/>
                </a:cubicBezTo>
                <a:cubicBezTo>
                  <a:pt x="278190" y="835865"/>
                  <a:pt x="389466" y="1798646"/>
                  <a:pt x="449942" y="1757522"/>
                </a:cubicBezTo>
                <a:cubicBezTo>
                  <a:pt x="510418" y="1716398"/>
                  <a:pt x="529770" y="879407"/>
                  <a:pt x="566056" y="668950"/>
                </a:cubicBezTo>
                <a:cubicBezTo>
                  <a:pt x="602342" y="458493"/>
                  <a:pt x="612019" y="601216"/>
                  <a:pt x="667657" y="494778"/>
                </a:cubicBezTo>
                <a:cubicBezTo>
                  <a:pt x="723295" y="388340"/>
                  <a:pt x="800705" y="-129335"/>
                  <a:pt x="899886" y="30322"/>
                </a:cubicBezTo>
                <a:cubicBezTo>
                  <a:pt x="999067" y="189979"/>
                  <a:pt x="1156305" y="1283389"/>
                  <a:pt x="1262743" y="1452722"/>
                </a:cubicBezTo>
                <a:cubicBezTo>
                  <a:pt x="1369181" y="1622055"/>
                  <a:pt x="1456266" y="1160017"/>
                  <a:pt x="1538514" y="1046322"/>
                </a:cubicBezTo>
                <a:cubicBezTo>
                  <a:pt x="1620762" y="932627"/>
                  <a:pt x="1683657" y="707655"/>
                  <a:pt x="1756229" y="770550"/>
                </a:cubicBezTo>
                <a:cubicBezTo>
                  <a:pt x="1828801" y="833445"/>
                  <a:pt x="1903792" y="1198722"/>
                  <a:pt x="1973944" y="1423693"/>
                </a:cubicBezTo>
                <a:cubicBezTo>
                  <a:pt x="2044096" y="1648664"/>
                  <a:pt x="2085219" y="1980074"/>
                  <a:pt x="2177143" y="2120379"/>
                </a:cubicBezTo>
                <a:cubicBezTo>
                  <a:pt x="2269067" y="2260684"/>
                  <a:pt x="2525486" y="2265522"/>
                  <a:pt x="2525486" y="2265522"/>
                </a:cubicBezTo>
                <a:lnTo>
                  <a:pt x="2525486" y="2265522"/>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單箭頭接點 4">
            <a:extLst>
              <a:ext uri="{FF2B5EF4-FFF2-40B4-BE49-F238E27FC236}">
                <a16:creationId xmlns:a16="http://schemas.microsoft.com/office/drawing/2014/main" id="{4FAB75C1-1C8F-19F8-85E5-471BE4685834}"/>
              </a:ext>
            </a:extLst>
          </p:cNvPr>
          <p:cNvCxnSpPr>
            <a:cxnSpLocks/>
          </p:cNvCxnSpPr>
          <p:nvPr/>
        </p:nvCxnSpPr>
        <p:spPr>
          <a:xfrm>
            <a:off x="2684472" y="3877387"/>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5">
            <a:extLst>
              <a:ext uri="{FF2B5EF4-FFF2-40B4-BE49-F238E27FC236}">
                <a16:creationId xmlns:a16="http://schemas.microsoft.com/office/drawing/2014/main" id="{783EBF19-5A5C-66A9-1924-BF9C43DC3170}"/>
              </a:ext>
            </a:extLst>
          </p:cNvPr>
          <p:cNvCxnSpPr>
            <a:cxnSpLocks/>
          </p:cNvCxnSpPr>
          <p:nvPr/>
        </p:nvCxnSpPr>
        <p:spPr>
          <a:xfrm rot="16200000">
            <a:off x="1567704" y="2760619"/>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E71CF08-9595-1142-866C-368C4C429D41}"/>
                  </a:ext>
                </a:extLst>
              </p:cNvPr>
              <p:cNvSpPr txBox="1"/>
              <p:nvPr/>
            </p:nvSpPr>
            <p:spPr>
              <a:xfrm>
                <a:off x="4962024" y="3924106"/>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9" name="文字方塊 8">
                <a:extLst>
                  <a:ext uri="{FF2B5EF4-FFF2-40B4-BE49-F238E27FC236}">
                    <a16:creationId xmlns:a16="http://schemas.microsoft.com/office/drawing/2014/main" id="{9E71CF08-9595-1142-866C-368C4C429D41}"/>
                  </a:ext>
                </a:extLst>
              </p:cNvPr>
              <p:cNvSpPr txBox="1">
                <a:spLocks noRot="1" noChangeAspect="1" noMove="1" noResize="1" noEditPoints="1" noAdjustHandles="1" noChangeArrowheads="1" noChangeShapeType="1" noTextEdit="1"/>
              </p:cNvSpPr>
              <p:nvPr/>
            </p:nvSpPr>
            <p:spPr>
              <a:xfrm>
                <a:off x="4962024" y="3924106"/>
                <a:ext cx="241733" cy="369332"/>
              </a:xfrm>
              <a:prstGeom prst="rect">
                <a:avLst/>
              </a:prstGeom>
              <a:blipFill>
                <a:blip r:embed="rId2"/>
                <a:stretch>
                  <a:fillRect l="-17500"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3454D189-BE33-EF8E-4D60-116CE7D92290}"/>
                  </a:ext>
                </a:extLst>
              </p:cNvPr>
              <p:cNvSpPr txBox="1"/>
              <p:nvPr/>
            </p:nvSpPr>
            <p:spPr>
              <a:xfrm>
                <a:off x="2323772" y="1643851"/>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10" name="文字方塊 9">
                <a:extLst>
                  <a:ext uri="{FF2B5EF4-FFF2-40B4-BE49-F238E27FC236}">
                    <a16:creationId xmlns:a16="http://schemas.microsoft.com/office/drawing/2014/main" id="{3454D189-BE33-EF8E-4D60-116CE7D92290}"/>
                  </a:ext>
                </a:extLst>
              </p:cNvPr>
              <p:cNvSpPr txBox="1">
                <a:spLocks noRot="1" noChangeAspect="1" noMove="1" noResize="1" noEditPoints="1" noAdjustHandles="1" noChangeArrowheads="1" noChangeShapeType="1" noTextEdit="1"/>
              </p:cNvSpPr>
              <p:nvPr/>
            </p:nvSpPr>
            <p:spPr>
              <a:xfrm>
                <a:off x="2323772" y="1643851"/>
                <a:ext cx="245708" cy="369332"/>
              </a:xfrm>
              <a:prstGeom prst="rect">
                <a:avLst/>
              </a:prstGeom>
              <a:blipFill>
                <a:blip r:embed="rId3"/>
                <a:stretch>
                  <a:fillRect l="-29268" r="-26829" b="-26667"/>
                </a:stretch>
              </a:blipFill>
            </p:spPr>
            <p:txBody>
              <a:bodyPr/>
              <a:lstStyle/>
              <a:p>
                <a:r>
                  <a:rPr lang="zh-CN" altLang="en-US">
                    <a:noFill/>
                  </a:rPr>
                  <a:t> </a:t>
                </a:r>
              </a:p>
            </p:txBody>
          </p:sp>
        </mc:Fallback>
      </mc:AlternateContent>
      <p:cxnSp>
        <p:nvCxnSpPr>
          <p:cNvPr id="11" name="直線單箭頭接點 16">
            <a:extLst>
              <a:ext uri="{FF2B5EF4-FFF2-40B4-BE49-F238E27FC236}">
                <a16:creationId xmlns:a16="http://schemas.microsoft.com/office/drawing/2014/main" id="{AC0219C8-7C4B-E409-BD6A-6782AAD842B7}"/>
              </a:ext>
            </a:extLst>
          </p:cNvPr>
          <p:cNvCxnSpPr>
            <a:cxnSpLocks/>
          </p:cNvCxnSpPr>
          <p:nvPr/>
        </p:nvCxnSpPr>
        <p:spPr>
          <a:xfrm>
            <a:off x="6893480" y="3248790"/>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7">
            <a:extLst>
              <a:ext uri="{FF2B5EF4-FFF2-40B4-BE49-F238E27FC236}">
                <a16:creationId xmlns:a16="http://schemas.microsoft.com/office/drawing/2014/main" id="{7C784655-340E-3548-46AD-698DB4463452}"/>
              </a:ext>
            </a:extLst>
          </p:cNvPr>
          <p:cNvCxnSpPr>
            <a:cxnSpLocks/>
          </p:cNvCxnSpPr>
          <p:nvPr/>
        </p:nvCxnSpPr>
        <p:spPr>
          <a:xfrm rot="16200000">
            <a:off x="5776712" y="2132022"/>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9">
                <a:extLst>
                  <a:ext uri="{FF2B5EF4-FFF2-40B4-BE49-F238E27FC236}">
                    <a16:creationId xmlns:a16="http://schemas.microsoft.com/office/drawing/2014/main" id="{F97FDCF4-3F10-E626-038E-BB4196CFC0E0}"/>
                  </a:ext>
                </a:extLst>
              </p:cNvPr>
              <p:cNvSpPr txBox="1"/>
              <p:nvPr/>
            </p:nvSpPr>
            <p:spPr>
              <a:xfrm>
                <a:off x="9171032" y="3295509"/>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13" name="文字方塊 19">
                <a:extLst>
                  <a:ext uri="{FF2B5EF4-FFF2-40B4-BE49-F238E27FC236}">
                    <a16:creationId xmlns:a16="http://schemas.microsoft.com/office/drawing/2014/main" id="{F97FDCF4-3F10-E626-038E-BB4196CFC0E0}"/>
                  </a:ext>
                </a:extLst>
              </p:cNvPr>
              <p:cNvSpPr txBox="1">
                <a:spLocks noRot="1" noChangeAspect="1" noMove="1" noResize="1" noEditPoints="1" noAdjustHandles="1" noChangeArrowheads="1" noChangeShapeType="1" noTextEdit="1"/>
              </p:cNvSpPr>
              <p:nvPr/>
            </p:nvSpPr>
            <p:spPr>
              <a:xfrm>
                <a:off x="9171032" y="3295509"/>
                <a:ext cx="241733" cy="369332"/>
              </a:xfrm>
              <a:prstGeom prst="rect">
                <a:avLst/>
              </a:prstGeom>
              <a:blipFill>
                <a:blip r:embed="rId4"/>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字方塊 20">
                <a:extLst>
                  <a:ext uri="{FF2B5EF4-FFF2-40B4-BE49-F238E27FC236}">
                    <a16:creationId xmlns:a16="http://schemas.microsoft.com/office/drawing/2014/main" id="{2B50C3BF-D05E-085F-D489-82ADFFF3E117}"/>
                  </a:ext>
                </a:extLst>
              </p:cNvPr>
              <p:cNvSpPr txBox="1"/>
              <p:nvPr/>
            </p:nvSpPr>
            <p:spPr>
              <a:xfrm>
                <a:off x="6532780" y="1015254"/>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14" name="文字方塊 20">
                <a:extLst>
                  <a:ext uri="{FF2B5EF4-FFF2-40B4-BE49-F238E27FC236}">
                    <a16:creationId xmlns:a16="http://schemas.microsoft.com/office/drawing/2014/main" id="{2B50C3BF-D05E-085F-D489-82ADFFF3E117}"/>
                  </a:ext>
                </a:extLst>
              </p:cNvPr>
              <p:cNvSpPr txBox="1">
                <a:spLocks noRot="1" noChangeAspect="1" noMove="1" noResize="1" noEditPoints="1" noAdjustHandles="1" noChangeArrowheads="1" noChangeShapeType="1" noTextEdit="1"/>
              </p:cNvSpPr>
              <p:nvPr/>
            </p:nvSpPr>
            <p:spPr>
              <a:xfrm>
                <a:off x="6532780" y="1015254"/>
                <a:ext cx="245708" cy="369332"/>
              </a:xfrm>
              <a:prstGeom prst="rect">
                <a:avLst/>
              </a:prstGeom>
              <a:blipFill>
                <a:blip r:embed="rId5"/>
                <a:stretch>
                  <a:fillRect l="-30000" r="-30000" b="-26667"/>
                </a:stretch>
              </a:blipFill>
            </p:spPr>
            <p:txBody>
              <a:bodyPr/>
              <a:lstStyle/>
              <a:p>
                <a:r>
                  <a:rPr lang="zh-CN" altLang="en-US">
                    <a:noFill/>
                  </a:rPr>
                  <a:t> </a:t>
                </a:r>
              </a:p>
            </p:txBody>
          </p:sp>
        </mc:Fallback>
      </mc:AlternateContent>
      <p:sp>
        <p:nvSpPr>
          <p:cNvPr id="15" name="橢圓 21">
            <a:extLst>
              <a:ext uri="{FF2B5EF4-FFF2-40B4-BE49-F238E27FC236}">
                <a16:creationId xmlns:a16="http://schemas.microsoft.com/office/drawing/2014/main" id="{79AD1955-927B-195B-61F2-7F7D7B82FF48}"/>
              </a:ext>
            </a:extLst>
          </p:cNvPr>
          <p:cNvSpPr/>
          <p:nvPr/>
        </p:nvSpPr>
        <p:spPr>
          <a:xfrm>
            <a:off x="7254179" y="2196648"/>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22">
            <a:extLst>
              <a:ext uri="{FF2B5EF4-FFF2-40B4-BE49-F238E27FC236}">
                <a16:creationId xmlns:a16="http://schemas.microsoft.com/office/drawing/2014/main" id="{48AD510E-094F-44AE-828E-3AB7F8124004}"/>
              </a:ext>
            </a:extLst>
          </p:cNvPr>
          <p:cNvSpPr/>
          <p:nvPr/>
        </p:nvSpPr>
        <p:spPr>
          <a:xfrm>
            <a:off x="8451607" y="1820976"/>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23">
            <a:extLst>
              <a:ext uri="{FF2B5EF4-FFF2-40B4-BE49-F238E27FC236}">
                <a16:creationId xmlns:a16="http://schemas.microsoft.com/office/drawing/2014/main" id="{91520704-44C5-CDA2-982A-60FF118BE059}"/>
              </a:ext>
            </a:extLst>
          </p:cNvPr>
          <p:cNvSpPr/>
          <p:nvPr/>
        </p:nvSpPr>
        <p:spPr>
          <a:xfrm>
            <a:off x="8974410" y="2612005"/>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單箭頭接點 27">
            <a:extLst>
              <a:ext uri="{FF2B5EF4-FFF2-40B4-BE49-F238E27FC236}">
                <a16:creationId xmlns:a16="http://schemas.microsoft.com/office/drawing/2014/main" id="{6AC73BD8-8F8C-98F5-271F-2AD42F0D3605}"/>
              </a:ext>
            </a:extLst>
          </p:cNvPr>
          <p:cNvCxnSpPr>
            <a:cxnSpLocks/>
          </p:cNvCxnSpPr>
          <p:nvPr/>
        </p:nvCxnSpPr>
        <p:spPr>
          <a:xfrm>
            <a:off x="6945491" y="6236424"/>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28">
            <a:extLst>
              <a:ext uri="{FF2B5EF4-FFF2-40B4-BE49-F238E27FC236}">
                <a16:creationId xmlns:a16="http://schemas.microsoft.com/office/drawing/2014/main" id="{E5D9C760-D99D-6223-B0A4-9B2719A3D66F}"/>
              </a:ext>
            </a:extLst>
          </p:cNvPr>
          <p:cNvCxnSpPr>
            <a:cxnSpLocks/>
          </p:cNvCxnSpPr>
          <p:nvPr/>
        </p:nvCxnSpPr>
        <p:spPr>
          <a:xfrm rot="16200000">
            <a:off x="5828723" y="5119656"/>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字方塊 30">
                <a:extLst>
                  <a:ext uri="{FF2B5EF4-FFF2-40B4-BE49-F238E27FC236}">
                    <a16:creationId xmlns:a16="http://schemas.microsoft.com/office/drawing/2014/main" id="{FD3C31B9-1F78-2069-5E98-3BD245658BFF}"/>
                  </a:ext>
                </a:extLst>
              </p:cNvPr>
              <p:cNvSpPr txBox="1"/>
              <p:nvPr/>
            </p:nvSpPr>
            <p:spPr>
              <a:xfrm>
                <a:off x="9223043" y="6283143"/>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20" name="文字方塊 30">
                <a:extLst>
                  <a:ext uri="{FF2B5EF4-FFF2-40B4-BE49-F238E27FC236}">
                    <a16:creationId xmlns:a16="http://schemas.microsoft.com/office/drawing/2014/main" id="{FD3C31B9-1F78-2069-5E98-3BD245658BFF}"/>
                  </a:ext>
                </a:extLst>
              </p:cNvPr>
              <p:cNvSpPr txBox="1">
                <a:spLocks noRot="1" noChangeAspect="1" noMove="1" noResize="1" noEditPoints="1" noAdjustHandles="1" noChangeArrowheads="1" noChangeShapeType="1" noTextEdit="1"/>
              </p:cNvSpPr>
              <p:nvPr/>
            </p:nvSpPr>
            <p:spPr>
              <a:xfrm>
                <a:off x="9223043" y="6283143"/>
                <a:ext cx="241733" cy="369332"/>
              </a:xfrm>
              <a:prstGeom prst="rect">
                <a:avLst/>
              </a:prstGeom>
              <a:blipFill>
                <a:blip r:embed="rId6"/>
                <a:stretch>
                  <a:fillRect l="-17500"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字方塊 31">
                <a:extLst>
                  <a:ext uri="{FF2B5EF4-FFF2-40B4-BE49-F238E27FC236}">
                    <a16:creationId xmlns:a16="http://schemas.microsoft.com/office/drawing/2014/main" id="{64DA5BEB-97D6-A965-B925-52F0D2C00BC7}"/>
                  </a:ext>
                </a:extLst>
              </p:cNvPr>
              <p:cNvSpPr txBox="1"/>
              <p:nvPr/>
            </p:nvSpPr>
            <p:spPr>
              <a:xfrm>
                <a:off x="6584791" y="4002888"/>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21" name="文字方塊 31">
                <a:extLst>
                  <a:ext uri="{FF2B5EF4-FFF2-40B4-BE49-F238E27FC236}">
                    <a16:creationId xmlns:a16="http://schemas.microsoft.com/office/drawing/2014/main" id="{64DA5BEB-97D6-A965-B925-52F0D2C00BC7}"/>
                  </a:ext>
                </a:extLst>
              </p:cNvPr>
              <p:cNvSpPr txBox="1">
                <a:spLocks noRot="1" noChangeAspect="1" noMove="1" noResize="1" noEditPoints="1" noAdjustHandles="1" noChangeArrowheads="1" noChangeShapeType="1" noTextEdit="1"/>
              </p:cNvSpPr>
              <p:nvPr/>
            </p:nvSpPr>
            <p:spPr>
              <a:xfrm>
                <a:off x="6584791" y="4002888"/>
                <a:ext cx="245708" cy="369332"/>
              </a:xfrm>
              <a:prstGeom prst="rect">
                <a:avLst/>
              </a:prstGeom>
              <a:blipFill>
                <a:blip r:embed="rId7"/>
                <a:stretch>
                  <a:fillRect l="-30000" r="-30000" b="-26667"/>
                </a:stretch>
              </a:blipFill>
            </p:spPr>
            <p:txBody>
              <a:bodyPr/>
              <a:lstStyle/>
              <a:p>
                <a:r>
                  <a:rPr lang="zh-CN" altLang="en-US">
                    <a:noFill/>
                  </a:rPr>
                  <a:t> </a:t>
                </a:r>
              </a:p>
            </p:txBody>
          </p:sp>
        </mc:Fallback>
      </mc:AlternateContent>
      <p:sp>
        <p:nvSpPr>
          <p:cNvPr id="22" name="文字方塊 39">
            <a:extLst>
              <a:ext uri="{FF2B5EF4-FFF2-40B4-BE49-F238E27FC236}">
                <a16:creationId xmlns:a16="http://schemas.microsoft.com/office/drawing/2014/main" id="{8DCFBAF5-C987-9793-D54A-E694FDA1C746}"/>
              </a:ext>
            </a:extLst>
          </p:cNvPr>
          <p:cNvSpPr txBox="1"/>
          <p:nvPr/>
        </p:nvSpPr>
        <p:spPr>
          <a:xfrm>
            <a:off x="8648229" y="912407"/>
            <a:ext cx="1731701" cy="461665"/>
          </a:xfrm>
          <a:prstGeom prst="rect">
            <a:avLst/>
          </a:prstGeom>
          <a:noFill/>
        </p:spPr>
        <p:txBody>
          <a:bodyPr wrap="square" rtlCol="0">
            <a:spAutoFit/>
          </a:bodyPr>
          <a:lstStyle/>
          <a:p>
            <a:r>
              <a:rPr lang="en-US" altLang="zh-TW" sz="2400" dirty="0"/>
              <a:t>“freestyle”</a:t>
            </a:r>
            <a:endParaRPr lang="zh-TW" altLang="en-US" sz="2400" dirty="0"/>
          </a:p>
        </p:txBody>
      </p:sp>
      <p:cxnSp>
        <p:nvCxnSpPr>
          <p:cNvPr id="23" name="直線單箭頭接點 41">
            <a:extLst>
              <a:ext uri="{FF2B5EF4-FFF2-40B4-BE49-F238E27FC236}">
                <a16:creationId xmlns:a16="http://schemas.microsoft.com/office/drawing/2014/main" id="{1321CFF3-0DDA-983F-3939-F41EA024B0B0}"/>
              </a:ext>
            </a:extLst>
          </p:cNvPr>
          <p:cNvCxnSpPr/>
          <p:nvPr/>
        </p:nvCxnSpPr>
        <p:spPr>
          <a:xfrm flipH="1">
            <a:off x="8167895" y="1206645"/>
            <a:ext cx="497840" cy="2298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手繪多邊形: 圖案 43">
            <a:extLst>
              <a:ext uri="{FF2B5EF4-FFF2-40B4-BE49-F238E27FC236}">
                <a16:creationId xmlns:a16="http://schemas.microsoft.com/office/drawing/2014/main" id="{801A5FF3-AA87-4323-3FCE-64DF037D24D1}"/>
              </a:ext>
            </a:extLst>
          </p:cNvPr>
          <p:cNvSpPr/>
          <p:nvPr/>
        </p:nvSpPr>
        <p:spPr>
          <a:xfrm>
            <a:off x="7060482" y="3886707"/>
            <a:ext cx="2525486" cy="2265522"/>
          </a:xfrm>
          <a:custGeom>
            <a:avLst/>
            <a:gdLst>
              <a:gd name="connsiteX0" fmla="*/ 0 w 2525486"/>
              <a:gd name="connsiteY0" fmla="*/ 2210761 h 2239790"/>
              <a:gd name="connsiteX1" fmla="*/ 145143 w 2525486"/>
              <a:gd name="connsiteY1" fmla="*/ 977047 h 2239790"/>
              <a:gd name="connsiteX2" fmla="*/ 420914 w 2525486"/>
              <a:gd name="connsiteY2" fmla="*/ 1557618 h 2239790"/>
              <a:gd name="connsiteX3" fmla="*/ 624114 w 2525486"/>
              <a:gd name="connsiteY3" fmla="*/ 1920475 h 2239790"/>
              <a:gd name="connsiteX4" fmla="*/ 769257 w 2525486"/>
              <a:gd name="connsiteY4" fmla="*/ 1006075 h 2239790"/>
              <a:gd name="connsiteX5" fmla="*/ 899886 w 2525486"/>
              <a:gd name="connsiteY5" fmla="*/ 4590 h 2239790"/>
              <a:gd name="connsiteX6" fmla="*/ 1262743 w 2525486"/>
              <a:gd name="connsiteY6" fmla="*/ 1426990 h 2239790"/>
              <a:gd name="connsiteX7" fmla="*/ 1538514 w 2525486"/>
              <a:gd name="connsiteY7" fmla="*/ 1020590 h 2239790"/>
              <a:gd name="connsiteX8" fmla="*/ 1756229 w 2525486"/>
              <a:gd name="connsiteY8" fmla="*/ 744818 h 2239790"/>
              <a:gd name="connsiteX9" fmla="*/ 2061029 w 2525486"/>
              <a:gd name="connsiteY9" fmla="*/ 1397961 h 2239790"/>
              <a:gd name="connsiteX10" fmla="*/ 2177143 w 2525486"/>
              <a:gd name="connsiteY10" fmla="*/ 2094647 h 2239790"/>
              <a:gd name="connsiteX11" fmla="*/ 2525486 w 2525486"/>
              <a:gd name="connsiteY11" fmla="*/ 2239790 h 2239790"/>
              <a:gd name="connsiteX12" fmla="*/ 2525486 w 2525486"/>
              <a:gd name="connsiteY12" fmla="*/ 2239790 h 2239790"/>
              <a:gd name="connsiteX0" fmla="*/ 0 w 2525486"/>
              <a:gd name="connsiteY0" fmla="*/ 2210761 h 2239790"/>
              <a:gd name="connsiteX1" fmla="*/ 145143 w 2525486"/>
              <a:gd name="connsiteY1" fmla="*/ 977047 h 2239790"/>
              <a:gd name="connsiteX2" fmla="*/ 420914 w 2525486"/>
              <a:gd name="connsiteY2" fmla="*/ 1557618 h 2239790"/>
              <a:gd name="connsiteX3" fmla="*/ 624114 w 2525486"/>
              <a:gd name="connsiteY3" fmla="*/ 1920475 h 2239790"/>
              <a:gd name="connsiteX4" fmla="*/ 769257 w 2525486"/>
              <a:gd name="connsiteY4" fmla="*/ 1006075 h 2239790"/>
              <a:gd name="connsiteX5" fmla="*/ 899886 w 2525486"/>
              <a:gd name="connsiteY5" fmla="*/ 4590 h 2239790"/>
              <a:gd name="connsiteX6" fmla="*/ 1262743 w 2525486"/>
              <a:gd name="connsiteY6" fmla="*/ 1426990 h 2239790"/>
              <a:gd name="connsiteX7" fmla="*/ 1538514 w 2525486"/>
              <a:gd name="connsiteY7" fmla="*/ 1020590 h 2239790"/>
              <a:gd name="connsiteX8" fmla="*/ 1756229 w 2525486"/>
              <a:gd name="connsiteY8" fmla="*/ 744818 h 2239790"/>
              <a:gd name="connsiteX9" fmla="*/ 1973944 w 2525486"/>
              <a:gd name="connsiteY9" fmla="*/ 1397961 h 2239790"/>
              <a:gd name="connsiteX10" fmla="*/ 2177143 w 2525486"/>
              <a:gd name="connsiteY10" fmla="*/ 2094647 h 2239790"/>
              <a:gd name="connsiteX11" fmla="*/ 2525486 w 2525486"/>
              <a:gd name="connsiteY11" fmla="*/ 2239790 h 2239790"/>
              <a:gd name="connsiteX12" fmla="*/ 2525486 w 2525486"/>
              <a:gd name="connsiteY12" fmla="*/ 2239790 h 2239790"/>
              <a:gd name="connsiteX0" fmla="*/ 0 w 2525486"/>
              <a:gd name="connsiteY0" fmla="*/ 2209814 h 2238843"/>
              <a:gd name="connsiteX1" fmla="*/ 145143 w 2525486"/>
              <a:gd name="connsiteY1" fmla="*/ 976100 h 2238843"/>
              <a:gd name="connsiteX2" fmla="*/ 420914 w 2525486"/>
              <a:gd name="connsiteY2" fmla="*/ 1556671 h 2238843"/>
              <a:gd name="connsiteX3" fmla="*/ 566056 w 2525486"/>
              <a:gd name="connsiteY3" fmla="*/ 642271 h 2238843"/>
              <a:gd name="connsiteX4" fmla="*/ 769257 w 2525486"/>
              <a:gd name="connsiteY4" fmla="*/ 1005128 h 2238843"/>
              <a:gd name="connsiteX5" fmla="*/ 899886 w 2525486"/>
              <a:gd name="connsiteY5" fmla="*/ 3643 h 2238843"/>
              <a:gd name="connsiteX6" fmla="*/ 1262743 w 2525486"/>
              <a:gd name="connsiteY6" fmla="*/ 1426043 h 2238843"/>
              <a:gd name="connsiteX7" fmla="*/ 1538514 w 2525486"/>
              <a:gd name="connsiteY7" fmla="*/ 1019643 h 2238843"/>
              <a:gd name="connsiteX8" fmla="*/ 1756229 w 2525486"/>
              <a:gd name="connsiteY8" fmla="*/ 743871 h 2238843"/>
              <a:gd name="connsiteX9" fmla="*/ 1973944 w 2525486"/>
              <a:gd name="connsiteY9" fmla="*/ 1397014 h 2238843"/>
              <a:gd name="connsiteX10" fmla="*/ 2177143 w 2525486"/>
              <a:gd name="connsiteY10" fmla="*/ 2093700 h 2238843"/>
              <a:gd name="connsiteX11" fmla="*/ 2525486 w 2525486"/>
              <a:gd name="connsiteY11" fmla="*/ 2238843 h 2238843"/>
              <a:gd name="connsiteX12" fmla="*/ 2525486 w 2525486"/>
              <a:gd name="connsiteY12" fmla="*/ 2238843 h 2238843"/>
              <a:gd name="connsiteX0" fmla="*/ 0 w 2525486"/>
              <a:gd name="connsiteY0" fmla="*/ 2236493 h 2265522"/>
              <a:gd name="connsiteX1" fmla="*/ 145143 w 2525486"/>
              <a:gd name="connsiteY1" fmla="*/ 1002779 h 2265522"/>
              <a:gd name="connsiteX2" fmla="*/ 420914 w 2525486"/>
              <a:gd name="connsiteY2" fmla="*/ 1583350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 name="connsiteX0" fmla="*/ 0 w 2525486"/>
              <a:gd name="connsiteY0" fmla="*/ 2236493 h 2265522"/>
              <a:gd name="connsiteX1" fmla="*/ 145143 w 2525486"/>
              <a:gd name="connsiteY1" fmla="*/ 1002779 h 2265522"/>
              <a:gd name="connsiteX2" fmla="*/ 449942 w 2525486"/>
              <a:gd name="connsiteY2" fmla="*/ 1757522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 name="connsiteX0" fmla="*/ 0 w 2525486"/>
              <a:gd name="connsiteY0" fmla="*/ 2236493 h 2265522"/>
              <a:gd name="connsiteX1" fmla="*/ 203200 w 2525486"/>
              <a:gd name="connsiteY1" fmla="*/ 915693 h 2265522"/>
              <a:gd name="connsiteX2" fmla="*/ 449942 w 2525486"/>
              <a:gd name="connsiteY2" fmla="*/ 1757522 h 2265522"/>
              <a:gd name="connsiteX3" fmla="*/ 566056 w 2525486"/>
              <a:gd name="connsiteY3" fmla="*/ 668950 h 2265522"/>
              <a:gd name="connsiteX4" fmla="*/ 667657 w 2525486"/>
              <a:gd name="connsiteY4" fmla="*/ 494778 h 2265522"/>
              <a:gd name="connsiteX5" fmla="*/ 899886 w 2525486"/>
              <a:gd name="connsiteY5" fmla="*/ 30322 h 2265522"/>
              <a:gd name="connsiteX6" fmla="*/ 1262743 w 2525486"/>
              <a:gd name="connsiteY6" fmla="*/ 1452722 h 2265522"/>
              <a:gd name="connsiteX7" fmla="*/ 1538514 w 2525486"/>
              <a:gd name="connsiteY7" fmla="*/ 1046322 h 2265522"/>
              <a:gd name="connsiteX8" fmla="*/ 1756229 w 2525486"/>
              <a:gd name="connsiteY8" fmla="*/ 770550 h 2265522"/>
              <a:gd name="connsiteX9" fmla="*/ 1973944 w 2525486"/>
              <a:gd name="connsiteY9" fmla="*/ 1423693 h 2265522"/>
              <a:gd name="connsiteX10" fmla="*/ 2177143 w 2525486"/>
              <a:gd name="connsiteY10" fmla="*/ 2120379 h 2265522"/>
              <a:gd name="connsiteX11" fmla="*/ 2525486 w 2525486"/>
              <a:gd name="connsiteY11" fmla="*/ 2265522 h 2265522"/>
              <a:gd name="connsiteX12" fmla="*/ 2525486 w 2525486"/>
              <a:gd name="connsiteY12" fmla="*/ 2265522 h 226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25486" h="2265522">
                <a:moveTo>
                  <a:pt x="0" y="2236493"/>
                </a:moveTo>
                <a:cubicBezTo>
                  <a:pt x="37495" y="1674064"/>
                  <a:pt x="128210" y="995522"/>
                  <a:pt x="203200" y="915693"/>
                </a:cubicBezTo>
                <a:cubicBezTo>
                  <a:pt x="278190" y="835865"/>
                  <a:pt x="389466" y="1798646"/>
                  <a:pt x="449942" y="1757522"/>
                </a:cubicBezTo>
                <a:cubicBezTo>
                  <a:pt x="510418" y="1716398"/>
                  <a:pt x="529770" y="879407"/>
                  <a:pt x="566056" y="668950"/>
                </a:cubicBezTo>
                <a:cubicBezTo>
                  <a:pt x="602342" y="458493"/>
                  <a:pt x="612019" y="601216"/>
                  <a:pt x="667657" y="494778"/>
                </a:cubicBezTo>
                <a:cubicBezTo>
                  <a:pt x="723295" y="388340"/>
                  <a:pt x="800705" y="-129335"/>
                  <a:pt x="899886" y="30322"/>
                </a:cubicBezTo>
                <a:cubicBezTo>
                  <a:pt x="999067" y="189979"/>
                  <a:pt x="1156305" y="1283389"/>
                  <a:pt x="1262743" y="1452722"/>
                </a:cubicBezTo>
                <a:cubicBezTo>
                  <a:pt x="1369181" y="1622055"/>
                  <a:pt x="1456266" y="1160017"/>
                  <a:pt x="1538514" y="1046322"/>
                </a:cubicBezTo>
                <a:cubicBezTo>
                  <a:pt x="1620762" y="932627"/>
                  <a:pt x="1683657" y="707655"/>
                  <a:pt x="1756229" y="770550"/>
                </a:cubicBezTo>
                <a:cubicBezTo>
                  <a:pt x="1828801" y="833445"/>
                  <a:pt x="1903792" y="1198722"/>
                  <a:pt x="1973944" y="1423693"/>
                </a:cubicBezTo>
                <a:cubicBezTo>
                  <a:pt x="2044096" y="1648664"/>
                  <a:pt x="2085219" y="1980074"/>
                  <a:pt x="2177143" y="2120379"/>
                </a:cubicBezTo>
                <a:cubicBezTo>
                  <a:pt x="2269067" y="2260684"/>
                  <a:pt x="2525486" y="2265522"/>
                  <a:pt x="2525486" y="2265522"/>
                </a:cubicBezTo>
                <a:lnTo>
                  <a:pt x="2525486" y="2265522"/>
                </a:ln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51">
            <a:extLst>
              <a:ext uri="{FF2B5EF4-FFF2-40B4-BE49-F238E27FC236}">
                <a16:creationId xmlns:a16="http://schemas.microsoft.com/office/drawing/2014/main" id="{61576870-A10B-68F5-3385-F657A03C5559}"/>
              </a:ext>
            </a:extLst>
          </p:cNvPr>
          <p:cNvSpPr/>
          <p:nvPr/>
        </p:nvSpPr>
        <p:spPr>
          <a:xfrm>
            <a:off x="8720854" y="5107539"/>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6" name="橢圓 52">
            <a:extLst>
              <a:ext uri="{FF2B5EF4-FFF2-40B4-BE49-F238E27FC236}">
                <a16:creationId xmlns:a16="http://schemas.microsoft.com/office/drawing/2014/main" id="{DF849456-9ACC-B3F7-6A5C-E7C61CF19392}"/>
              </a:ext>
            </a:extLst>
          </p:cNvPr>
          <p:cNvSpPr/>
          <p:nvPr/>
        </p:nvSpPr>
        <p:spPr>
          <a:xfrm>
            <a:off x="8307476" y="4683428"/>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7" name="橢圓 53">
            <a:extLst>
              <a:ext uri="{FF2B5EF4-FFF2-40B4-BE49-F238E27FC236}">
                <a16:creationId xmlns:a16="http://schemas.microsoft.com/office/drawing/2014/main" id="{34DAD475-46BC-8C59-FD0C-6E3883D9FB3E}"/>
              </a:ext>
            </a:extLst>
          </p:cNvPr>
          <p:cNvSpPr/>
          <p:nvPr/>
        </p:nvSpPr>
        <p:spPr>
          <a:xfrm>
            <a:off x="7762117" y="4685505"/>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8" name="手繪多邊形: 圖案 55">
            <a:extLst>
              <a:ext uri="{FF2B5EF4-FFF2-40B4-BE49-F238E27FC236}">
                <a16:creationId xmlns:a16="http://schemas.microsoft.com/office/drawing/2014/main" id="{B57A619F-C4EB-A88F-0DFC-A97F541F666A}"/>
              </a:ext>
            </a:extLst>
          </p:cNvPr>
          <p:cNvSpPr/>
          <p:nvPr/>
        </p:nvSpPr>
        <p:spPr>
          <a:xfrm>
            <a:off x="2799463" y="2341710"/>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56">
            <a:extLst>
              <a:ext uri="{FF2B5EF4-FFF2-40B4-BE49-F238E27FC236}">
                <a16:creationId xmlns:a16="http://schemas.microsoft.com/office/drawing/2014/main" id="{82A1157F-7B81-E805-8925-D87B5416ED50}"/>
              </a:ext>
            </a:extLst>
          </p:cNvPr>
          <p:cNvSpPr/>
          <p:nvPr/>
        </p:nvSpPr>
        <p:spPr>
          <a:xfrm>
            <a:off x="3040240" y="2893844"/>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57">
            <a:extLst>
              <a:ext uri="{FF2B5EF4-FFF2-40B4-BE49-F238E27FC236}">
                <a16:creationId xmlns:a16="http://schemas.microsoft.com/office/drawing/2014/main" id="{E666DA32-886B-B031-7E06-B94AFE9CEC4C}"/>
              </a:ext>
            </a:extLst>
          </p:cNvPr>
          <p:cNvSpPr/>
          <p:nvPr/>
        </p:nvSpPr>
        <p:spPr>
          <a:xfrm>
            <a:off x="4237668" y="2518172"/>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58">
            <a:extLst>
              <a:ext uri="{FF2B5EF4-FFF2-40B4-BE49-F238E27FC236}">
                <a16:creationId xmlns:a16="http://schemas.microsoft.com/office/drawing/2014/main" id="{F6DE5E9A-D373-613C-1ECB-F28E61F225E9}"/>
              </a:ext>
            </a:extLst>
          </p:cNvPr>
          <p:cNvSpPr/>
          <p:nvPr/>
        </p:nvSpPr>
        <p:spPr>
          <a:xfrm>
            <a:off x="4760471" y="330920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59">
            <a:extLst>
              <a:ext uri="{FF2B5EF4-FFF2-40B4-BE49-F238E27FC236}">
                <a16:creationId xmlns:a16="http://schemas.microsoft.com/office/drawing/2014/main" id="{7E192633-367B-09C0-9679-33B9544511CE}"/>
              </a:ext>
            </a:extLst>
          </p:cNvPr>
          <p:cNvSpPr/>
          <p:nvPr/>
        </p:nvSpPr>
        <p:spPr>
          <a:xfrm>
            <a:off x="4454424" y="2795533"/>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3" name="橢圓 60">
            <a:extLst>
              <a:ext uri="{FF2B5EF4-FFF2-40B4-BE49-F238E27FC236}">
                <a16:creationId xmlns:a16="http://schemas.microsoft.com/office/drawing/2014/main" id="{75A294F2-F6A8-A104-8F6B-D53CF5785FA7}"/>
              </a:ext>
            </a:extLst>
          </p:cNvPr>
          <p:cNvSpPr/>
          <p:nvPr/>
        </p:nvSpPr>
        <p:spPr>
          <a:xfrm>
            <a:off x="4041046" y="2371422"/>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4" name="橢圓 61">
            <a:extLst>
              <a:ext uri="{FF2B5EF4-FFF2-40B4-BE49-F238E27FC236}">
                <a16:creationId xmlns:a16="http://schemas.microsoft.com/office/drawing/2014/main" id="{F171EF30-C459-A372-497B-2D2240856CE4}"/>
              </a:ext>
            </a:extLst>
          </p:cNvPr>
          <p:cNvSpPr/>
          <p:nvPr/>
        </p:nvSpPr>
        <p:spPr>
          <a:xfrm>
            <a:off x="3495687" y="2373499"/>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cxnSp>
        <p:nvCxnSpPr>
          <p:cNvPr id="35" name="直線接點 64">
            <a:extLst>
              <a:ext uri="{FF2B5EF4-FFF2-40B4-BE49-F238E27FC236}">
                <a16:creationId xmlns:a16="http://schemas.microsoft.com/office/drawing/2014/main" id="{73FAD136-BDF3-09D4-522A-60459567C975}"/>
              </a:ext>
            </a:extLst>
          </p:cNvPr>
          <p:cNvCxnSpPr/>
          <p:nvPr/>
        </p:nvCxnSpPr>
        <p:spPr>
          <a:xfrm>
            <a:off x="2386454" y="4836469"/>
            <a:ext cx="596034"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6" name="文字方塊 65">
            <a:extLst>
              <a:ext uri="{FF2B5EF4-FFF2-40B4-BE49-F238E27FC236}">
                <a16:creationId xmlns:a16="http://schemas.microsoft.com/office/drawing/2014/main" id="{DBE6FE2E-6674-D5BB-F4C5-B0AB3FEDFCB5}"/>
              </a:ext>
            </a:extLst>
          </p:cNvPr>
          <p:cNvSpPr txBox="1"/>
          <p:nvPr/>
        </p:nvSpPr>
        <p:spPr>
          <a:xfrm>
            <a:off x="3043049" y="4597432"/>
            <a:ext cx="3348939" cy="830997"/>
          </a:xfrm>
          <a:prstGeom prst="rect">
            <a:avLst/>
          </a:prstGeom>
          <a:noFill/>
        </p:spPr>
        <p:txBody>
          <a:bodyPr wrap="square" rtlCol="0">
            <a:spAutoFit/>
          </a:bodyPr>
          <a:lstStyle/>
          <a:p>
            <a:r>
              <a:rPr lang="zh-CN" altLang="en-US" sz="2400" dirty="0"/>
              <a:t>数据的真实分布</a:t>
            </a:r>
            <a:endParaRPr lang="en-US" altLang="zh-CN" sz="2400" dirty="0"/>
          </a:p>
          <a:p>
            <a:r>
              <a:rPr lang="en-US" altLang="zh-TW" sz="2400" dirty="0"/>
              <a:t>(</a:t>
            </a:r>
            <a:r>
              <a:rPr lang="zh-CN" altLang="en-US" sz="2400" dirty="0"/>
              <a:t>无法观测</a:t>
            </a:r>
            <a:r>
              <a:rPr lang="en-US" altLang="zh-TW" sz="2400" dirty="0"/>
              <a:t>)</a:t>
            </a:r>
            <a:endParaRPr lang="zh-TW" altLang="en-US" sz="2400" dirty="0"/>
          </a:p>
        </p:txBody>
      </p:sp>
      <p:sp>
        <p:nvSpPr>
          <p:cNvPr id="37" name="橢圓 66">
            <a:extLst>
              <a:ext uri="{FF2B5EF4-FFF2-40B4-BE49-F238E27FC236}">
                <a16:creationId xmlns:a16="http://schemas.microsoft.com/office/drawing/2014/main" id="{B44A20BD-7418-A351-EBA8-6D2AFCBA51E4}"/>
              </a:ext>
            </a:extLst>
          </p:cNvPr>
          <p:cNvSpPr/>
          <p:nvPr/>
        </p:nvSpPr>
        <p:spPr>
          <a:xfrm>
            <a:off x="2602841" y="561005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67">
            <a:extLst>
              <a:ext uri="{FF2B5EF4-FFF2-40B4-BE49-F238E27FC236}">
                <a16:creationId xmlns:a16="http://schemas.microsoft.com/office/drawing/2014/main" id="{864493D5-6EC6-95AA-7238-C082E85FD98E}"/>
              </a:ext>
            </a:extLst>
          </p:cNvPr>
          <p:cNvSpPr txBox="1"/>
          <p:nvPr/>
        </p:nvSpPr>
        <p:spPr>
          <a:xfrm>
            <a:off x="3044902" y="5474585"/>
            <a:ext cx="2845398" cy="461665"/>
          </a:xfrm>
          <a:prstGeom prst="rect">
            <a:avLst/>
          </a:prstGeom>
          <a:noFill/>
        </p:spPr>
        <p:txBody>
          <a:bodyPr wrap="square" rtlCol="0">
            <a:spAutoFit/>
          </a:bodyPr>
          <a:lstStyle/>
          <a:p>
            <a:r>
              <a:rPr lang="zh-CN" altLang="en-US" sz="2400" dirty="0"/>
              <a:t>训练数据</a:t>
            </a:r>
            <a:endParaRPr lang="zh-TW" altLang="en-US" sz="2400" dirty="0"/>
          </a:p>
        </p:txBody>
      </p:sp>
      <p:sp>
        <p:nvSpPr>
          <p:cNvPr id="39" name="橢圓 68">
            <a:extLst>
              <a:ext uri="{FF2B5EF4-FFF2-40B4-BE49-F238E27FC236}">
                <a16:creationId xmlns:a16="http://schemas.microsoft.com/office/drawing/2014/main" id="{7AFEA1CC-AC11-A677-B614-56C26D905234}"/>
              </a:ext>
            </a:extLst>
          </p:cNvPr>
          <p:cNvSpPr/>
          <p:nvPr/>
        </p:nvSpPr>
        <p:spPr>
          <a:xfrm>
            <a:off x="2618368" y="6094220"/>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0" name="文字方塊 69">
            <a:extLst>
              <a:ext uri="{FF2B5EF4-FFF2-40B4-BE49-F238E27FC236}">
                <a16:creationId xmlns:a16="http://schemas.microsoft.com/office/drawing/2014/main" id="{C4B51DF4-3481-FF7C-4E6E-23156772A9E2}"/>
              </a:ext>
            </a:extLst>
          </p:cNvPr>
          <p:cNvSpPr txBox="1"/>
          <p:nvPr/>
        </p:nvSpPr>
        <p:spPr>
          <a:xfrm>
            <a:off x="3043050" y="5967892"/>
            <a:ext cx="2845398" cy="461665"/>
          </a:xfrm>
          <a:prstGeom prst="rect">
            <a:avLst/>
          </a:prstGeom>
          <a:noFill/>
        </p:spPr>
        <p:txBody>
          <a:bodyPr wrap="square" rtlCol="0">
            <a:spAutoFit/>
          </a:bodyPr>
          <a:lstStyle/>
          <a:p>
            <a:r>
              <a:rPr lang="zh-CN" altLang="en-US" sz="2400" dirty="0"/>
              <a:t>测试数据</a:t>
            </a:r>
            <a:endParaRPr lang="zh-TW" altLang="en-US" sz="2400" dirty="0"/>
          </a:p>
        </p:txBody>
      </p:sp>
      <p:sp>
        <p:nvSpPr>
          <p:cNvPr id="41" name="文字方塊 70">
            <a:extLst>
              <a:ext uri="{FF2B5EF4-FFF2-40B4-BE49-F238E27FC236}">
                <a16:creationId xmlns:a16="http://schemas.microsoft.com/office/drawing/2014/main" id="{5860ACCE-5124-4E94-2D92-93E6BD05E86A}"/>
              </a:ext>
            </a:extLst>
          </p:cNvPr>
          <p:cNvSpPr txBox="1"/>
          <p:nvPr/>
        </p:nvSpPr>
        <p:spPr>
          <a:xfrm>
            <a:off x="4986796" y="1628824"/>
            <a:ext cx="1627394" cy="461665"/>
          </a:xfrm>
          <a:prstGeom prst="rect">
            <a:avLst/>
          </a:prstGeom>
          <a:noFill/>
        </p:spPr>
        <p:txBody>
          <a:bodyPr wrap="square" rtlCol="0">
            <a:spAutoFit/>
          </a:bodyPr>
          <a:lstStyle/>
          <a:p>
            <a:r>
              <a:rPr lang="zh-CN" altLang="en-US" sz="2400" dirty="0"/>
              <a:t>复杂模型</a:t>
            </a:r>
            <a:endParaRPr lang="zh-TW" altLang="en-US" sz="2400" dirty="0"/>
          </a:p>
        </p:txBody>
      </p:sp>
      <p:sp>
        <p:nvSpPr>
          <p:cNvPr id="42" name="箭號: 向右 71">
            <a:extLst>
              <a:ext uri="{FF2B5EF4-FFF2-40B4-BE49-F238E27FC236}">
                <a16:creationId xmlns:a16="http://schemas.microsoft.com/office/drawing/2014/main" id="{3CC57861-625B-0DAF-F933-EED06BD96919}"/>
              </a:ext>
            </a:extLst>
          </p:cNvPr>
          <p:cNvSpPr/>
          <p:nvPr/>
        </p:nvSpPr>
        <p:spPr>
          <a:xfrm rot="19894898">
            <a:off x="5463942" y="2462669"/>
            <a:ext cx="1107098" cy="46166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cxnSp>
        <p:nvCxnSpPr>
          <p:cNvPr id="43" name="直線接點 73">
            <a:extLst>
              <a:ext uri="{FF2B5EF4-FFF2-40B4-BE49-F238E27FC236}">
                <a16:creationId xmlns:a16="http://schemas.microsoft.com/office/drawing/2014/main" id="{DAB09744-CBC4-1FA4-C269-C10D67D8F69F}"/>
              </a:ext>
            </a:extLst>
          </p:cNvPr>
          <p:cNvCxnSpPr>
            <a:cxnSpLocks/>
            <a:endCxn id="27" idx="0"/>
          </p:cNvCxnSpPr>
          <p:nvPr/>
        </p:nvCxnSpPr>
        <p:spPr>
          <a:xfrm>
            <a:off x="7860281" y="4108772"/>
            <a:ext cx="147" cy="576733"/>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線接點 75">
            <a:extLst>
              <a:ext uri="{FF2B5EF4-FFF2-40B4-BE49-F238E27FC236}">
                <a16:creationId xmlns:a16="http://schemas.microsoft.com/office/drawing/2014/main" id="{99F18177-256E-030A-F4A0-BA601F694D6A}"/>
              </a:ext>
            </a:extLst>
          </p:cNvPr>
          <p:cNvCxnSpPr>
            <a:cxnSpLocks/>
          </p:cNvCxnSpPr>
          <p:nvPr/>
        </p:nvCxnSpPr>
        <p:spPr>
          <a:xfrm>
            <a:off x="8405640" y="4897852"/>
            <a:ext cx="0" cy="496328"/>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45" name="文字方塊 78">
            <a:extLst>
              <a:ext uri="{FF2B5EF4-FFF2-40B4-BE49-F238E27FC236}">
                <a16:creationId xmlns:a16="http://schemas.microsoft.com/office/drawing/2014/main" id="{E2AD7968-2517-BADA-1E7E-E431B64F3330}"/>
              </a:ext>
            </a:extLst>
          </p:cNvPr>
          <p:cNvSpPr txBox="1"/>
          <p:nvPr/>
        </p:nvSpPr>
        <p:spPr>
          <a:xfrm>
            <a:off x="8354499" y="4029783"/>
            <a:ext cx="1895490" cy="461665"/>
          </a:xfrm>
          <a:prstGeom prst="rect">
            <a:avLst/>
          </a:prstGeom>
          <a:noFill/>
        </p:spPr>
        <p:txBody>
          <a:bodyPr wrap="square" rtlCol="0">
            <a:spAutoFit/>
          </a:bodyPr>
          <a:lstStyle/>
          <a:p>
            <a:r>
              <a:rPr lang="zh-CN" altLang="en-US" sz="2400" dirty="0"/>
              <a:t>更大的</a:t>
            </a:r>
            <a:r>
              <a:rPr lang="en-US" altLang="zh-CN" sz="2400" dirty="0"/>
              <a:t>loss</a:t>
            </a:r>
            <a:endParaRPr lang="zh-TW" altLang="en-US" sz="2400" dirty="0"/>
          </a:p>
        </p:txBody>
      </p:sp>
    </p:spTree>
    <p:extLst>
      <p:ext uri="{BB962C8B-B14F-4D97-AF65-F5344CB8AC3E}">
        <p14:creationId xmlns:p14="http://schemas.microsoft.com/office/powerpoint/2010/main" val="391022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0" grpId="0"/>
      <p:bldP spid="13" grpId="0"/>
      <p:bldP spid="14" grpId="0"/>
      <p:bldP spid="15" grpId="0" animBg="1"/>
      <p:bldP spid="16" grpId="0" animBg="1"/>
      <p:bldP spid="17" grpId="0" animBg="1"/>
      <p:bldP spid="20" grpId="0"/>
      <p:bldP spid="21" grpId="0"/>
      <p:bldP spid="22" grpId="0"/>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6" grpId="0"/>
      <p:bldP spid="37" grpId="0" animBg="1"/>
      <p:bldP spid="38" grpId="0"/>
      <p:bldP spid="39" grpId="0" animBg="1"/>
      <p:bldP spid="40" grpId="0"/>
      <p:bldP spid="41" grpId="0"/>
      <p:bldP spid="42" grpId="0" animBg="1"/>
      <p:bldP spid="4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剪辑">
            <a:extLst>
              <a:ext uri="{FF2B5EF4-FFF2-40B4-BE49-F238E27FC236}">
                <a16:creationId xmlns:a16="http://schemas.microsoft.com/office/drawing/2014/main" id="{35888EFB-26B6-C10B-E367-752DB0021AC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27160" y="2380590"/>
            <a:ext cx="3696216" cy="543001"/>
          </a:xfrm>
          <a:prstGeom prst="rect">
            <a:avLst/>
          </a:prstGeom>
        </p:spPr>
      </p:pic>
      <p:sp>
        <p:nvSpPr>
          <p:cNvPr id="6" name="矩形 5">
            <a:extLst>
              <a:ext uri="{FF2B5EF4-FFF2-40B4-BE49-F238E27FC236}">
                <a16:creationId xmlns:a16="http://schemas.microsoft.com/office/drawing/2014/main" id="{201F560C-7311-ADB4-3540-714ACCE6E400}"/>
              </a:ext>
            </a:extLst>
          </p:cNvPr>
          <p:cNvSpPr/>
          <p:nvPr/>
        </p:nvSpPr>
        <p:spPr>
          <a:xfrm>
            <a:off x="2951044" y="1680345"/>
            <a:ext cx="1620957" cy="523220"/>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800" dirty="0"/>
              <a:t>期望风险</a:t>
            </a:r>
            <a:endParaRPr lang="en-US" altLang="zh-CN" sz="2800" dirty="0"/>
          </a:p>
        </p:txBody>
      </p:sp>
      <p:sp>
        <p:nvSpPr>
          <p:cNvPr id="7" name="矩形 6">
            <a:extLst>
              <a:ext uri="{FF2B5EF4-FFF2-40B4-BE49-F238E27FC236}">
                <a16:creationId xmlns:a16="http://schemas.microsoft.com/office/drawing/2014/main" id="{1C53378B-47F0-F288-08AC-0A332A09214E}"/>
              </a:ext>
            </a:extLst>
          </p:cNvPr>
          <p:cNvSpPr/>
          <p:nvPr/>
        </p:nvSpPr>
        <p:spPr>
          <a:xfrm>
            <a:off x="7650863" y="1603469"/>
            <a:ext cx="1620957" cy="523220"/>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800" dirty="0"/>
              <a:t>经验风险</a:t>
            </a:r>
            <a:endParaRPr lang="en-US" altLang="zh-CN" sz="2800" dirty="0"/>
          </a:p>
        </p:txBody>
      </p:sp>
      <p:sp>
        <p:nvSpPr>
          <p:cNvPr id="8" name="矩形 7">
            <a:extLst>
              <a:ext uri="{FF2B5EF4-FFF2-40B4-BE49-F238E27FC236}">
                <a16:creationId xmlns:a16="http://schemas.microsoft.com/office/drawing/2014/main" id="{682F85B0-3E40-D6E1-E495-CC274B4A79D0}"/>
              </a:ext>
            </a:extLst>
          </p:cNvPr>
          <p:cNvSpPr/>
          <p:nvPr/>
        </p:nvSpPr>
        <p:spPr>
          <a:xfrm>
            <a:off x="4924618" y="5917463"/>
            <a:ext cx="1620957" cy="523220"/>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800" dirty="0">
                <a:solidFill>
                  <a:srgbClr val="FF0000"/>
                </a:solidFill>
              </a:rPr>
              <a:t>泛化错误</a:t>
            </a:r>
            <a:endParaRPr lang="en-US" altLang="zh-CN" sz="2800" dirty="0">
              <a:solidFill>
                <a:srgbClr val="FF0000"/>
              </a:solidFill>
            </a:endParaRPr>
          </a:p>
        </p:txBody>
      </p:sp>
      <p:pic>
        <p:nvPicPr>
          <p:cNvPr id="9" name="图片 8" descr="屏幕剪辑">
            <a:extLst>
              <a:ext uri="{FF2B5EF4-FFF2-40B4-BE49-F238E27FC236}">
                <a16:creationId xmlns:a16="http://schemas.microsoft.com/office/drawing/2014/main" id="{1C206716-295C-8AA5-820F-668D843B8E8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19400" y="3033720"/>
            <a:ext cx="2377538" cy="2179639"/>
          </a:xfrm>
          <a:prstGeom prst="rect">
            <a:avLst/>
          </a:prstGeom>
        </p:spPr>
      </p:pic>
      <p:pic>
        <p:nvPicPr>
          <p:cNvPr id="10" name="Picture 2" descr="âgaussian mixture random sampleâçå¾çæç´¢ç»æ">
            <a:extLst>
              <a:ext uri="{FF2B5EF4-FFF2-40B4-BE49-F238E27FC236}">
                <a16:creationId xmlns:a16="http://schemas.microsoft.com/office/drawing/2014/main" id="{9F9AC00B-FD52-BDFA-6551-2A7877FC07A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888862" y="3256959"/>
            <a:ext cx="2978150" cy="22336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7D849206-F461-CF96-EA8A-F9098F726592}"/>
                  </a:ext>
                </a:extLst>
              </p:cNvPr>
              <p:cNvSpPr/>
              <p:nvPr/>
            </p:nvSpPr>
            <p:spPr>
              <a:xfrm>
                <a:off x="5486401" y="3865933"/>
                <a:ext cx="973343" cy="1015663"/>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14:m>
                  <m:oMathPara xmlns:m="http://schemas.openxmlformats.org/officeDocument/2006/math">
                    <m:oMathParaPr>
                      <m:jc m:val="centerGroup"/>
                    </m:oMathParaPr>
                    <m:oMath xmlns:m="http://schemas.openxmlformats.org/officeDocument/2006/math">
                      <m:r>
                        <a:rPr lang="zh-CN" altLang="en-US" sz="6000" i="1" dirty="0">
                          <a:solidFill>
                            <a:srgbClr val="FF0000"/>
                          </a:solidFill>
                          <a:latin typeface="Cambria Math" panose="02040503050406030204" pitchFamily="18" charset="0"/>
                        </a:rPr>
                        <m:t>≠</m:t>
                      </m:r>
                    </m:oMath>
                  </m:oMathPara>
                </a14:m>
                <a:endParaRPr lang="en-US" altLang="zh-CN" sz="6000" dirty="0">
                  <a:solidFill>
                    <a:srgbClr val="FF0000"/>
                  </a:solidFill>
                </a:endParaRPr>
              </a:p>
            </p:txBody>
          </p:sp>
        </mc:Choice>
        <mc:Fallback xmlns="">
          <p:sp>
            <p:nvSpPr>
              <p:cNvPr id="11" name="矩形 10">
                <a:extLst>
                  <a:ext uri="{FF2B5EF4-FFF2-40B4-BE49-F238E27FC236}">
                    <a16:creationId xmlns:a16="http://schemas.microsoft.com/office/drawing/2014/main" id="{7D849206-F461-CF96-EA8A-F9098F726592}"/>
                  </a:ext>
                </a:extLst>
              </p:cNvPr>
              <p:cNvSpPr>
                <a:spLocks noRot="1" noChangeAspect="1" noMove="1" noResize="1" noEditPoints="1" noAdjustHandles="1" noChangeArrowheads="1" noChangeShapeType="1" noTextEdit="1"/>
              </p:cNvSpPr>
              <p:nvPr/>
            </p:nvSpPr>
            <p:spPr>
              <a:xfrm>
                <a:off x="5486401" y="3865933"/>
                <a:ext cx="973343" cy="1015663"/>
              </a:xfrm>
              <a:prstGeom prst="rect">
                <a:avLst/>
              </a:prstGeom>
              <a:blipFill>
                <a:blip r:embed="rId5"/>
                <a:stretch>
                  <a:fillRect/>
                </a:stretch>
              </a:blipFill>
            </p:spPr>
            <p:txBody>
              <a:bodyPr/>
              <a:lstStyle/>
              <a:p>
                <a:r>
                  <a:rPr lang="zh-CN" altLang="en-US">
                    <a:noFill/>
                  </a:rPr>
                  <a:t> </a:t>
                </a:r>
              </a:p>
            </p:txBody>
          </p:sp>
        </mc:Fallback>
      </mc:AlternateContent>
      <p:pic>
        <p:nvPicPr>
          <p:cNvPr id="12" name="图片 11" descr="屏幕剪辑">
            <a:extLst>
              <a:ext uri="{FF2B5EF4-FFF2-40B4-BE49-F238E27FC236}">
                <a16:creationId xmlns:a16="http://schemas.microsoft.com/office/drawing/2014/main" id="{91151286-2773-FA92-4FB6-E168E04BAF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06427" y="2239023"/>
            <a:ext cx="2909826" cy="598322"/>
          </a:xfrm>
          <a:prstGeom prst="rect">
            <a:avLst/>
          </a:prstGeom>
        </p:spPr>
      </p:pic>
      <p:pic>
        <p:nvPicPr>
          <p:cNvPr id="13" name="图片 12" descr="屏幕剪辑">
            <a:extLst>
              <a:ext uri="{FF2B5EF4-FFF2-40B4-BE49-F238E27FC236}">
                <a16:creationId xmlns:a16="http://schemas.microsoft.com/office/drawing/2014/main" id="{791AB5E4-4B47-E37A-0DAC-CE54378820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8514" y="5479640"/>
            <a:ext cx="3129725" cy="473541"/>
          </a:xfrm>
          <a:prstGeom prst="rect">
            <a:avLst/>
          </a:prstGeom>
        </p:spPr>
      </p:pic>
      <p:grpSp>
        <p:nvGrpSpPr>
          <p:cNvPr id="2" name="组合 1">
            <a:extLst>
              <a:ext uri="{FF2B5EF4-FFF2-40B4-BE49-F238E27FC236}">
                <a16:creationId xmlns:a16="http://schemas.microsoft.com/office/drawing/2014/main" id="{ACD004F0-5B2A-09FE-B733-6E1A4C99B6AE}"/>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FBCCF5E7-86CA-F727-691A-3516BD34CCE2}"/>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4" name="组合 13">
              <a:extLst>
                <a:ext uri="{FF2B5EF4-FFF2-40B4-BE49-F238E27FC236}">
                  <a16:creationId xmlns:a16="http://schemas.microsoft.com/office/drawing/2014/main" id="{A37DD447-CB0A-4E34-1260-CBBC0FD01606}"/>
                </a:ext>
              </a:extLst>
            </p:cNvPr>
            <p:cNvGrpSpPr/>
            <p:nvPr/>
          </p:nvGrpSpPr>
          <p:grpSpPr>
            <a:xfrm>
              <a:off x="695400" y="260648"/>
              <a:ext cx="3672271" cy="1166543"/>
              <a:chOff x="623392" y="310880"/>
              <a:chExt cx="3672271" cy="1166543"/>
            </a:xfrm>
          </p:grpSpPr>
          <p:sp>
            <p:nvSpPr>
              <p:cNvPr id="15" name="文本框 14">
                <a:extLst>
                  <a:ext uri="{FF2B5EF4-FFF2-40B4-BE49-F238E27FC236}">
                    <a16:creationId xmlns:a16="http://schemas.microsoft.com/office/drawing/2014/main" id="{ABB0E88A-1D93-2064-869F-8B1ACF3982BC}"/>
                  </a:ext>
                </a:extLst>
              </p:cNvPr>
              <p:cNvSpPr txBox="1"/>
              <p:nvPr/>
            </p:nvSpPr>
            <p:spPr>
              <a:xfrm>
                <a:off x="623392" y="310880"/>
                <a:ext cx="1628131"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泛化错误</a:t>
                </a:r>
              </a:p>
            </p:txBody>
          </p:sp>
          <p:cxnSp>
            <p:nvCxnSpPr>
              <p:cNvPr id="16" name="直接连接符 15">
                <a:extLst>
                  <a:ext uri="{FF2B5EF4-FFF2-40B4-BE49-F238E27FC236}">
                    <a16:creationId xmlns:a16="http://schemas.microsoft.com/office/drawing/2014/main" id="{4D903BF4-7CCF-658E-83E2-AD39A6004FDB}"/>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7" name="文本框 16">
                <a:extLst>
                  <a:ext uri="{FF2B5EF4-FFF2-40B4-BE49-F238E27FC236}">
                    <a16:creationId xmlns:a16="http://schemas.microsoft.com/office/drawing/2014/main" id="{310A0924-4798-A045-F626-CCD873518E11}"/>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22709681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âchoose between two optionsâçå¾çæç´¢ç»æ">
            <a:extLst>
              <a:ext uri="{FF2B5EF4-FFF2-40B4-BE49-F238E27FC236}">
                <a16:creationId xmlns:a16="http://schemas.microsoft.com/office/drawing/2014/main" id="{280DC237-27E9-6F0F-1AC2-3C050833ADF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flipH="1">
            <a:off x="2727325" y="3081337"/>
            <a:ext cx="6737350" cy="336867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F144221B-B1AF-9DB9-3C41-D289ADC88E9F}"/>
              </a:ext>
            </a:extLst>
          </p:cNvPr>
          <p:cNvSpPr/>
          <p:nvPr/>
        </p:nvSpPr>
        <p:spPr>
          <a:xfrm>
            <a:off x="6400800" y="1855787"/>
            <a:ext cx="1723549" cy="707886"/>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4000" dirty="0"/>
              <a:t>正则化</a:t>
            </a:r>
          </a:p>
        </p:txBody>
      </p:sp>
      <p:sp>
        <p:nvSpPr>
          <p:cNvPr id="7" name="矩形 6">
            <a:extLst>
              <a:ext uri="{FF2B5EF4-FFF2-40B4-BE49-F238E27FC236}">
                <a16:creationId xmlns:a16="http://schemas.microsoft.com/office/drawing/2014/main" id="{CFDD21D4-C1C7-4EDA-F1C7-690A8B96D8A3}"/>
              </a:ext>
            </a:extLst>
          </p:cNvPr>
          <p:cNvSpPr/>
          <p:nvPr/>
        </p:nvSpPr>
        <p:spPr>
          <a:xfrm>
            <a:off x="4038600" y="1855786"/>
            <a:ext cx="1210588" cy="707886"/>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4000" dirty="0"/>
              <a:t>优化</a:t>
            </a:r>
          </a:p>
        </p:txBody>
      </p:sp>
      <p:sp>
        <p:nvSpPr>
          <p:cNvPr id="8" name="矩形 7">
            <a:extLst>
              <a:ext uri="{FF2B5EF4-FFF2-40B4-BE49-F238E27FC236}">
                <a16:creationId xmlns:a16="http://schemas.microsoft.com/office/drawing/2014/main" id="{8A5AD799-95F1-682E-1F96-39A1848A7D54}"/>
              </a:ext>
            </a:extLst>
          </p:cNvPr>
          <p:cNvSpPr/>
          <p:nvPr/>
        </p:nvSpPr>
        <p:spPr>
          <a:xfrm>
            <a:off x="6208439" y="2394029"/>
            <a:ext cx="2339102" cy="461665"/>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400" dirty="0"/>
              <a:t>降低模型复杂度</a:t>
            </a:r>
            <a:endParaRPr lang="en-US" altLang="zh-CN" sz="2400" dirty="0"/>
          </a:p>
        </p:txBody>
      </p:sp>
      <p:sp>
        <p:nvSpPr>
          <p:cNvPr id="9" name="矩形 8">
            <a:extLst>
              <a:ext uri="{FF2B5EF4-FFF2-40B4-BE49-F238E27FC236}">
                <a16:creationId xmlns:a16="http://schemas.microsoft.com/office/drawing/2014/main" id="{B52E63F8-DEBA-A846-E50F-7912EFAC9349}"/>
              </a:ext>
            </a:extLst>
          </p:cNvPr>
          <p:cNvSpPr/>
          <p:nvPr/>
        </p:nvSpPr>
        <p:spPr>
          <a:xfrm>
            <a:off x="3825729" y="2394029"/>
            <a:ext cx="2031325" cy="461665"/>
          </a:xfrm>
          <a:prstGeom prst="rect">
            <a:avLst/>
          </a:prstGeom>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400" dirty="0"/>
              <a:t>经验风险最小</a:t>
            </a:r>
            <a:endParaRPr lang="en-US" altLang="zh-CN" sz="2400" dirty="0"/>
          </a:p>
        </p:txBody>
      </p:sp>
      <p:grpSp>
        <p:nvGrpSpPr>
          <p:cNvPr id="2" name="组合 1">
            <a:extLst>
              <a:ext uri="{FF2B5EF4-FFF2-40B4-BE49-F238E27FC236}">
                <a16:creationId xmlns:a16="http://schemas.microsoft.com/office/drawing/2014/main" id="{DFFBAEBE-B121-C765-6A33-7167FD471082}"/>
              </a:ext>
            </a:extLst>
          </p:cNvPr>
          <p:cNvGrpSpPr/>
          <p:nvPr/>
        </p:nvGrpSpPr>
        <p:grpSpPr>
          <a:xfrm>
            <a:off x="0" y="67733"/>
            <a:ext cx="4916059" cy="1166543"/>
            <a:chOff x="0" y="260648"/>
            <a:chExt cx="4367671" cy="1166543"/>
          </a:xfrm>
        </p:grpSpPr>
        <p:sp>
          <p:nvSpPr>
            <p:cNvPr id="3" name="矩形 2">
              <a:extLst>
                <a:ext uri="{FF2B5EF4-FFF2-40B4-BE49-F238E27FC236}">
                  <a16:creationId xmlns:a16="http://schemas.microsoft.com/office/drawing/2014/main" id="{C41E2F94-44AF-F76C-83E9-7F3F6B84AA81}"/>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0" name="组合 9">
              <a:extLst>
                <a:ext uri="{FF2B5EF4-FFF2-40B4-BE49-F238E27FC236}">
                  <a16:creationId xmlns:a16="http://schemas.microsoft.com/office/drawing/2014/main" id="{FC3C9971-0364-423E-3F06-39108C306BEA}"/>
                </a:ext>
              </a:extLst>
            </p:cNvPr>
            <p:cNvGrpSpPr/>
            <p:nvPr/>
          </p:nvGrpSpPr>
          <p:grpSpPr>
            <a:xfrm>
              <a:off x="695400" y="260648"/>
              <a:ext cx="3672271" cy="1166543"/>
              <a:chOff x="623392" y="310880"/>
              <a:chExt cx="3672271" cy="1166543"/>
            </a:xfrm>
          </p:grpSpPr>
          <p:sp>
            <p:nvSpPr>
              <p:cNvPr id="11" name="文本框 10">
                <a:extLst>
                  <a:ext uri="{FF2B5EF4-FFF2-40B4-BE49-F238E27FC236}">
                    <a16:creationId xmlns:a16="http://schemas.microsoft.com/office/drawing/2014/main" id="{BADD2F38-2FF4-0E15-2964-49BF36FC0B42}"/>
                  </a:ext>
                </a:extLst>
              </p:cNvPr>
              <p:cNvSpPr txBox="1"/>
              <p:nvPr/>
            </p:nvSpPr>
            <p:spPr>
              <a:xfrm>
                <a:off x="623392" y="310880"/>
                <a:ext cx="3210404"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如何减少泛化错误</a:t>
                </a:r>
              </a:p>
            </p:txBody>
          </p:sp>
          <p:cxnSp>
            <p:nvCxnSpPr>
              <p:cNvPr id="12" name="直接连接符 11">
                <a:extLst>
                  <a:ext uri="{FF2B5EF4-FFF2-40B4-BE49-F238E27FC236}">
                    <a16:creationId xmlns:a16="http://schemas.microsoft.com/office/drawing/2014/main" id="{10836A1F-E4CB-CAF2-2694-B70A4D1E1C8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 name="文本框 12">
                <a:extLst>
                  <a:ext uri="{FF2B5EF4-FFF2-40B4-BE49-F238E27FC236}">
                    <a16:creationId xmlns:a16="http://schemas.microsoft.com/office/drawing/2014/main" id="{6BEADF06-A705-DE78-6ED1-5314CF6A7069}"/>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9824979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âl2 regularizationâçå¾çæç´¢ç»æ">
            <a:extLst>
              <a:ext uri="{FF2B5EF4-FFF2-40B4-BE49-F238E27FC236}">
                <a16:creationId xmlns:a16="http://schemas.microsoft.com/office/drawing/2014/main" id="{07C70306-7629-9ED7-4F50-976FA608949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09800" y="3792775"/>
            <a:ext cx="3481828" cy="2664566"/>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1">
            <a:extLst>
              <a:ext uri="{FF2B5EF4-FFF2-40B4-BE49-F238E27FC236}">
                <a16:creationId xmlns:a16="http://schemas.microsoft.com/office/drawing/2014/main" id="{55A6E649-59E8-C0C7-8097-311E1E332DA9}"/>
              </a:ext>
            </a:extLst>
          </p:cNvPr>
          <p:cNvSpPr txBox="1"/>
          <p:nvPr/>
        </p:nvSpPr>
        <p:spPr>
          <a:xfrm>
            <a:off x="3144640" y="3220058"/>
            <a:ext cx="2133918" cy="338554"/>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US" altLang="zh-CN" sz="1600" dirty="0">
                <a:solidFill>
                  <a:srgbClr val="FF0000"/>
                </a:solidFill>
              </a:rPr>
              <a:t>L1/L2</a:t>
            </a:r>
            <a:r>
              <a:rPr lang="zh-CN" altLang="en-US" sz="1600" dirty="0">
                <a:solidFill>
                  <a:srgbClr val="FF0000"/>
                </a:solidFill>
              </a:rPr>
              <a:t>约束、数据增强</a:t>
            </a:r>
          </a:p>
        </p:txBody>
      </p:sp>
      <p:sp>
        <p:nvSpPr>
          <p:cNvPr id="7" name="文本框 6">
            <a:extLst>
              <a:ext uri="{FF2B5EF4-FFF2-40B4-BE49-F238E27FC236}">
                <a16:creationId xmlns:a16="http://schemas.microsoft.com/office/drawing/2014/main" id="{C430A0D9-36D8-2B66-8C15-F259980B85C0}"/>
              </a:ext>
            </a:extLst>
          </p:cNvPr>
          <p:cNvSpPr txBox="1"/>
          <p:nvPr/>
        </p:nvSpPr>
        <p:spPr>
          <a:xfrm>
            <a:off x="6310918" y="3220059"/>
            <a:ext cx="3342582" cy="584775"/>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r>
              <a:rPr lang="en-US" altLang="zh-CN" sz="1600" dirty="0">
                <a:solidFill>
                  <a:srgbClr val="FF0000"/>
                </a:solidFill>
              </a:rPr>
              <a:t>dropout</a:t>
            </a:r>
            <a:r>
              <a:rPr lang="zh-CN" altLang="en-US" sz="1600" dirty="0">
                <a:solidFill>
                  <a:srgbClr val="FF0000"/>
                </a:solidFill>
              </a:rPr>
              <a:t>、随机梯度下降、提前停止</a:t>
            </a:r>
            <a:endParaRPr lang="en-US" altLang="zh-CN" sz="1600" dirty="0">
              <a:solidFill>
                <a:srgbClr val="FF0000"/>
              </a:solidFill>
            </a:endParaRPr>
          </a:p>
          <a:p>
            <a:endParaRPr lang="zh-CN" altLang="en-US" sz="1600" dirty="0">
              <a:solidFill>
                <a:srgbClr val="FF0000"/>
              </a:solidFill>
            </a:endParaRPr>
          </a:p>
        </p:txBody>
      </p:sp>
      <p:pic>
        <p:nvPicPr>
          <p:cNvPr id="8" name="图片 7">
            <a:extLst>
              <a:ext uri="{FF2B5EF4-FFF2-40B4-BE49-F238E27FC236}">
                <a16:creationId xmlns:a16="http://schemas.microsoft.com/office/drawing/2014/main" id="{91201476-BF74-4A7A-864E-DA3D2C0D2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0821" y="3824041"/>
            <a:ext cx="3382775" cy="2616511"/>
          </a:xfrm>
          <a:prstGeom prst="rect">
            <a:avLst/>
          </a:prstGeom>
        </p:spPr>
      </p:pic>
      <p:graphicFrame>
        <p:nvGraphicFramePr>
          <p:cNvPr id="9" name="内容占位符 4">
            <a:extLst>
              <a:ext uri="{FF2B5EF4-FFF2-40B4-BE49-F238E27FC236}">
                <a16:creationId xmlns:a16="http://schemas.microsoft.com/office/drawing/2014/main" id="{73A52C5C-B698-4054-A92B-73BD27E8DE4C}"/>
              </a:ext>
            </a:extLst>
          </p:cNvPr>
          <p:cNvGraphicFramePr>
            <a:graphicFrameLocks/>
          </p:cNvGraphicFramePr>
          <p:nvPr/>
        </p:nvGraphicFramePr>
        <p:xfrm>
          <a:off x="2819400" y="1315058"/>
          <a:ext cx="6705600" cy="1981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2" name="组合 1">
            <a:extLst>
              <a:ext uri="{FF2B5EF4-FFF2-40B4-BE49-F238E27FC236}">
                <a16:creationId xmlns:a16="http://schemas.microsoft.com/office/drawing/2014/main" id="{37D01C92-AFA4-F065-CF72-E1C8FA57135D}"/>
              </a:ext>
            </a:extLst>
          </p:cNvPr>
          <p:cNvGrpSpPr/>
          <p:nvPr/>
        </p:nvGrpSpPr>
        <p:grpSpPr>
          <a:xfrm>
            <a:off x="0" y="67733"/>
            <a:ext cx="5511892" cy="1166543"/>
            <a:chOff x="0" y="260648"/>
            <a:chExt cx="4897039" cy="1166543"/>
          </a:xfrm>
        </p:grpSpPr>
        <p:sp>
          <p:nvSpPr>
            <p:cNvPr id="3" name="矩形 2">
              <a:extLst>
                <a:ext uri="{FF2B5EF4-FFF2-40B4-BE49-F238E27FC236}">
                  <a16:creationId xmlns:a16="http://schemas.microsoft.com/office/drawing/2014/main" id="{8F59F440-7FEC-46F2-34B2-7AC5F8AF34F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0" name="组合 9">
              <a:extLst>
                <a:ext uri="{FF2B5EF4-FFF2-40B4-BE49-F238E27FC236}">
                  <a16:creationId xmlns:a16="http://schemas.microsoft.com/office/drawing/2014/main" id="{6C3360D1-9206-7BD5-D32C-36A87CA382AE}"/>
                </a:ext>
              </a:extLst>
            </p:cNvPr>
            <p:cNvGrpSpPr/>
            <p:nvPr/>
          </p:nvGrpSpPr>
          <p:grpSpPr>
            <a:xfrm>
              <a:off x="695400" y="260648"/>
              <a:ext cx="4201639" cy="1166543"/>
              <a:chOff x="623392" y="310880"/>
              <a:chExt cx="4201639" cy="1166543"/>
            </a:xfrm>
          </p:grpSpPr>
          <p:sp>
            <p:nvSpPr>
              <p:cNvPr id="11" name="文本框 10">
                <a:extLst>
                  <a:ext uri="{FF2B5EF4-FFF2-40B4-BE49-F238E27FC236}">
                    <a16:creationId xmlns:a16="http://schemas.microsoft.com/office/drawing/2014/main" id="{2A761BCF-0556-998D-0818-0B4638A912EC}"/>
                  </a:ext>
                </a:extLst>
              </p:cNvPr>
              <p:cNvSpPr txBox="1"/>
              <p:nvPr/>
            </p:nvSpPr>
            <p:spPr>
              <a:xfrm>
                <a:off x="623392" y="310880"/>
                <a:ext cx="4201639"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正则化（</a:t>
                </a: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regularization</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a:t>
                </a:r>
              </a:p>
            </p:txBody>
          </p:sp>
          <p:cxnSp>
            <p:nvCxnSpPr>
              <p:cNvPr id="12" name="直接连接符 11">
                <a:extLst>
                  <a:ext uri="{FF2B5EF4-FFF2-40B4-BE49-F238E27FC236}">
                    <a16:creationId xmlns:a16="http://schemas.microsoft.com/office/drawing/2014/main" id="{80F4FE07-86F4-1EE9-7DCC-89E8211E57EC}"/>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3" name="文本框 12">
                <a:extLst>
                  <a:ext uri="{FF2B5EF4-FFF2-40B4-BE49-F238E27FC236}">
                    <a16:creationId xmlns:a16="http://schemas.microsoft.com/office/drawing/2014/main" id="{379CB365-9343-60D1-F07F-BBF53CCCEB71}"/>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7463421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手繪多邊形: 圖案 81">
            <a:extLst>
              <a:ext uri="{FF2B5EF4-FFF2-40B4-BE49-F238E27FC236}">
                <a16:creationId xmlns:a16="http://schemas.microsoft.com/office/drawing/2014/main" id="{1A320BDD-5754-5436-5D4F-CE7D7A00CD12}"/>
              </a:ext>
            </a:extLst>
          </p:cNvPr>
          <p:cNvSpPr/>
          <p:nvPr/>
        </p:nvSpPr>
        <p:spPr>
          <a:xfrm>
            <a:off x="6903826" y="1867860"/>
            <a:ext cx="2278497" cy="1438603"/>
          </a:xfrm>
          <a:custGeom>
            <a:avLst/>
            <a:gdLst>
              <a:gd name="connsiteX0" fmla="*/ 0 w 1753849"/>
              <a:gd name="connsiteY0" fmla="*/ 1349442 h 1454373"/>
              <a:gd name="connsiteX1" fmla="*/ 839449 w 1753849"/>
              <a:gd name="connsiteY1" fmla="*/ 328 h 1454373"/>
              <a:gd name="connsiteX2" fmla="*/ 1753849 w 1753849"/>
              <a:gd name="connsiteY2" fmla="*/ 1454373 h 1454373"/>
              <a:gd name="connsiteX0" fmla="*/ 0 w 1753849"/>
              <a:gd name="connsiteY0" fmla="*/ 1380802 h 1485733"/>
              <a:gd name="connsiteX1" fmla="*/ 839449 w 1753849"/>
              <a:gd name="connsiteY1" fmla="*/ 31688 h 1485733"/>
              <a:gd name="connsiteX2" fmla="*/ 1313299 w 1753849"/>
              <a:gd name="connsiteY2" fmla="*/ 513019 h 1485733"/>
              <a:gd name="connsiteX3" fmla="*/ 1753849 w 1753849"/>
              <a:gd name="connsiteY3" fmla="*/ 1485733 h 1485733"/>
              <a:gd name="connsiteX0" fmla="*/ 0 w 1753849"/>
              <a:gd name="connsiteY0" fmla="*/ 1380802 h 1485733"/>
              <a:gd name="connsiteX1" fmla="*/ 556661 w 1753849"/>
              <a:gd name="connsiteY1" fmla="*/ 200599 h 1485733"/>
              <a:gd name="connsiteX2" fmla="*/ 839449 w 1753849"/>
              <a:gd name="connsiteY2" fmla="*/ 31688 h 1485733"/>
              <a:gd name="connsiteX3" fmla="*/ 1313299 w 1753849"/>
              <a:gd name="connsiteY3" fmla="*/ 513019 h 1485733"/>
              <a:gd name="connsiteX4" fmla="*/ 1753849 w 1753849"/>
              <a:gd name="connsiteY4" fmla="*/ 1485733 h 1485733"/>
              <a:gd name="connsiteX0" fmla="*/ 0 w 1753849"/>
              <a:gd name="connsiteY0" fmla="*/ 1380802 h 1485733"/>
              <a:gd name="connsiteX1" fmla="*/ 509738 w 1753849"/>
              <a:gd name="connsiteY1" fmla="*/ 223459 h 1485733"/>
              <a:gd name="connsiteX2" fmla="*/ 839449 w 1753849"/>
              <a:gd name="connsiteY2" fmla="*/ 31688 h 1485733"/>
              <a:gd name="connsiteX3" fmla="*/ 1313299 w 1753849"/>
              <a:gd name="connsiteY3" fmla="*/ 513019 h 1485733"/>
              <a:gd name="connsiteX4" fmla="*/ 1753849 w 1753849"/>
              <a:gd name="connsiteY4" fmla="*/ 1485733 h 1485733"/>
              <a:gd name="connsiteX0" fmla="*/ 0 w 1753849"/>
              <a:gd name="connsiteY0" fmla="*/ 1345240 h 1450171"/>
              <a:gd name="connsiteX1" fmla="*/ 509738 w 1753849"/>
              <a:gd name="connsiteY1" fmla="*/ 187897 h 1450171"/>
              <a:gd name="connsiteX2" fmla="*/ 774930 w 1753849"/>
              <a:gd name="connsiteY2" fmla="*/ 34226 h 1450171"/>
              <a:gd name="connsiteX3" fmla="*/ 1313299 w 1753849"/>
              <a:gd name="connsiteY3" fmla="*/ 477457 h 1450171"/>
              <a:gd name="connsiteX4" fmla="*/ 1753849 w 1753849"/>
              <a:gd name="connsiteY4" fmla="*/ 1450171 h 1450171"/>
              <a:gd name="connsiteX0" fmla="*/ 0 w 1753849"/>
              <a:gd name="connsiteY0" fmla="*/ 1345240 h 1450171"/>
              <a:gd name="connsiteX1" fmla="*/ 509738 w 1753849"/>
              <a:gd name="connsiteY1" fmla="*/ 187897 h 1450171"/>
              <a:gd name="connsiteX2" fmla="*/ 798391 w 1753849"/>
              <a:gd name="connsiteY2" fmla="*/ 34226 h 1450171"/>
              <a:gd name="connsiteX3" fmla="*/ 1313299 w 1753849"/>
              <a:gd name="connsiteY3" fmla="*/ 477457 h 1450171"/>
              <a:gd name="connsiteX4" fmla="*/ 1753849 w 1753849"/>
              <a:gd name="connsiteY4" fmla="*/ 1450171 h 1450171"/>
              <a:gd name="connsiteX0" fmla="*/ 0 w 1753849"/>
              <a:gd name="connsiteY0" fmla="*/ 1344598 h 1449529"/>
              <a:gd name="connsiteX1" fmla="*/ 509738 w 1753849"/>
              <a:gd name="connsiteY1" fmla="*/ 187255 h 1449529"/>
              <a:gd name="connsiteX2" fmla="*/ 798391 w 1753849"/>
              <a:gd name="connsiteY2" fmla="*/ 33584 h 1449529"/>
              <a:gd name="connsiteX3" fmla="*/ 1354357 w 1753849"/>
              <a:gd name="connsiteY3" fmla="*/ 560635 h 1449529"/>
              <a:gd name="connsiteX4" fmla="*/ 1753849 w 1753849"/>
              <a:gd name="connsiteY4" fmla="*/ 1449529 h 1449529"/>
              <a:gd name="connsiteX0" fmla="*/ 0 w 1753849"/>
              <a:gd name="connsiteY0" fmla="*/ 1336755 h 1441686"/>
              <a:gd name="connsiteX1" fmla="*/ 509738 w 1753849"/>
              <a:gd name="connsiteY1" fmla="*/ 179412 h 1441686"/>
              <a:gd name="connsiteX2" fmla="*/ 798391 w 1753849"/>
              <a:gd name="connsiteY2" fmla="*/ 25741 h 1441686"/>
              <a:gd name="connsiteX3" fmla="*/ 1248780 w 1753849"/>
              <a:gd name="connsiteY3" fmla="*/ 385152 h 1441686"/>
              <a:gd name="connsiteX4" fmla="*/ 1354357 w 1753849"/>
              <a:gd name="connsiteY4" fmla="*/ 552792 h 1441686"/>
              <a:gd name="connsiteX5" fmla="*/ 1753849 w 1753849"/>
              <a:gd name="connsiteY5" fmla="*/ 1441686 h 1441686"/>
              <a:gd name="connsiteX0" fmla="*/ 0 w 1753849"/>
              <a:gd name="connsiteY0" fmla="*/ 1336755 h 1441686"/>
              <a:gd name="connsiteX1" fmla="*/ 509738 w 1753849"/>
              <a:gd name="connsiteY1" fmla="*/ 179412 h 1441686"/>
              <a:gd name="connsiteX2" fmla="*/ 798391 w 1753849"/>
              <a:gd name="connsiteY2" fmla="*/ 25741 h 1441686"/>
              <a:gd name="connsiteX3" fmla="*/ 1248780 w 1753849"/>
              <a:gd name="connsiteY3" fmla="*/ 385152 h 1441686"/>
              <a:gd name="connsiteX4" fmla="*/ 1354357 w 1753849"/>
              <a:gd name="connsiteY4" fmla="*/ 552792 h 1441686"/>
              <a:gd name="connsiteX5" fmla="*/ 1401281 w 1753849"/>
              <a:gd name="connsiteY5" fmla="*/ 644231 h 1441686"/>
              <a:gd name="connsiteX6" fmla="*/ 1753849 w 1753849"/>
              <a:gd name="connsiteY6" fmla="*/ 1441686 h 1441686"/>
              <a:gd name="connsiteX0" fmla="*/ 0 w 1753849"/>
              <a:gd name="connsiteY0" fmla="*/ 1336755 h 1441686"/>
              <a:gd name="connsiteX1" fmla="*/ 509738 w 1753849"/>
              <a:gd name="connsiteY1" fmla="*/ 179412 h 1441686"/>
              <a:gd name="connsiteX2" fmla="*/ 798391 w 1753849"/>
              <a:gd name="connsiteY2" fmla="*/ 25741 h 1441686"/>
              <a:gd name="connsiteX3" fmla="*/ 1184260 w 1753849"/>
              <a:gd name="connsiteY3" fmla="*/ 263232 h 1441686"/>
              <a:gd name="connsiteX4" fmla="*/ 1354357 w 1753849"/>
              <a:gd name="connsiteY4" fmla="*/ 552792 h 1441686"/>
              <a:gd name="connsiteX5" fmla="*/ 1401281 w 1753849"/>
              <a:gd name="connsiteY5" fmla="*/ 644231 h 1441686"/>
              <a:gd name="connsiteX6" fmla="*/ 1753849 w 1753849"/>
              <a:gd name="connsiteY6" fmla="*/ 1441686 h 1441686"/>
              <a:gd name="connsiteX0" fmla="*/ 0 w 1753849"/>
              <a:gd name="connsiteY0" fmla="*/ 1336755 h 1441686"/>
              <a:gd name="connsiteX1" fmla="*/ 509738 w 1753849"/>
              <a:gd name="connsiteY1" fmla="*/ 179412 h 1441686"/>
              <a:gd name="connsiteX2" fmla="*/ 798391 w 1753849"/>
              <a:gd name="connsiteY2" fmla="*/ 25741 h 1441686"/>
              <a:gd name="connsiteX3" fmla="*/ 1184260 w 1753849"/>
              <a:gd name="connsiteY3" fmla="*/ 263232 h 1441686"/>
              <a:gd name="connsiteX4" fmla="*/ 1354357 w 1753849"/>
              <a:gd name="connsiteY4" fmla="*/ 552792 h 1441686"/>
              <a:gd name="connsiteX5" fmla="*/ 1454070 w 1753849"/>
              <a:gd name="connsiteY5" fmla="*/ 796631 h 1441686"/>
              <a:gd name="connsiteX6" fmla="*/ 1753849 w 1753849"/>
              <a:gd name="connsiteY6" fmla="*/ 1441686 h 1441686"/>
              <a:gd name="connsiteX0" fmla="*/ 0 w 1753849"/>
              <a:gd name="connsiteY0" fmla="*/ 1336755 h 1441686"/>
              <a:gd name="connsiteX1" fmla="*/ 509738 w 1753849"/>
              <a:gd name="connsiteY1" fmla="*/ 179412 h 1441686"/>
              <a:gd name="connsiteX2" fmla="*/ 798391 w 1753849"/>
              <a:gd name="connsiteY2" fmla="*/ 25741 h 1441686"/>
              <a:gd name="connsiteX3" fmla="*/ 1184260 w 1753849"/>
              <a:gd name="connsiteY3" fmla="*/ 263232 h 1441686"/>
              <a:gd name="connsiteX4" fmla="*/ 1389550 w 1753849"/>
              <a:gd name="connsiteY4" fmla="*/ 484212 h 1441686"/>
              <a:gd name="connsiteX5" fmla="*/ 1454070 w 1753849"/>
              <a:gd name="connsiteY5" fmla="*/ 796631 h 1441686"/>
              <a:gd name="connsiteX6" fmla="*/ 1753849 w 1753849"/>
              <a:gd name="connsiteY6" fmla="*/ 1441686 h 1441686"/>
              <a:gd name="connsiteX0" fmla="*/ 0 w 1753849"/>
              <a:gd name="connsiteY0" fmla="*/ 1317845 h 1422776"/>
              <a:gd name="connsiteX1" fmla="*/ 509738 w 1753849"/>
              <a:gd name="connsiteY1" fmla="*/ 160502 h 1422776"/>
              <a:gd name="connsiteX2" fmla="*/ 798391 w 1753849"/>
              <a:gd name="connsiteY2" fmla="*/ 6831 h 1422776"/>
              <a:gd name="connsiteX3" fmla="*/ 978971 w 1753849"/>
              <a:gd name="connsiteY3" fmla="*/ 107161 h 1422776"/>
              <a:gd name="connsiteX4" fmla="*/ 1184260 w 1753849"/>
              <a:gd name="connsiteY4" fmla="*/ 244322 h 1422776"/>
              <a:gd name="connsiteX5" fmla="*/ 1389550 w 1753849"/>
              <a:gd name="connsiteY5" fmla="*/ 465302 h 1422776"/>
              <a:gd name="connsiteX6" fmla="*/ 1454070 w 1753849"/>
              <a:gd name="connsiteY6" fmla="*/ 777721 h 1422776"/>
              <a:gd name="connsiteX7" fmla="*/ 1753849 w 1753849"/>
              <a:gd name="connsiteY7" fmla="*/ 1422776 h 1422776"/>
              <a:gd name="connsiteX0" fmla="*/ 0 w 1753849"/>
              <a:gd name="connsiteY0" fmla="*/ 1329888 h 1434819"/>
              <a:gd name="connsiteX1" fmla="*/ 509738 w 1753849"/>
              <a:gd name="connsiteY1" fmla="*/ 172545 h 1434819"/>
              <a:gd name="connsiteX2" fmla="*/ 798391 w 1753849"/>
              <a:gd name="connsiteY2" fmla="*/ 18874 h 1434819"/>
              <a:gd name="connsiteX3" fmla="*/ 1043490 w 1753849"/>
              <a:gd name="connsiteY3" fmla="*/ 20144 h 1434819"/>
              <a:gd name="connsiteX4" fmla="*/ 1184260 w 1753849"/>
              <a:gd name="connsiteY4" fmla="*/ 256365 h 1434819"/>
              <a:gd name="connsiteX5" fmla="*/ 1389550 w 1753849"/>
              <a:gd name="connsiteY5" fmla="*/ 477345 h 1434819"/>
              <a:gd name="connsiteX6" fmla="*/ 1454070 w 1753849"/>
              <a:gd name="connsiteY6" fmla="*/ 789764 h 1434819"/>
              <a:gd name="connsiteX7" fmla="*/ 1753849 w 1753849"/>
              <a:gd name="connsiteY7" fmla="*/ 1434819 h 1434819"/>
              <a:gd name="connsiteX0" fmla="*/ 0 w 1753849"/>
              <a:gd name="connsiteY0" fmla="*/ 1329888 h 1434819"/>
              <a:gd name="connsiteX1" fmla="*/ 439353 w 1753849"/>
              <a:gd name="connsiteY1" fmla="*/ 317325 h 1434819"/>
              <a:gd name="connsiteX2" fmla="*/ 798391 w 1753849"/>
              <a:gd name="connsiteY2" fmla="*/ 18874 h 1434819"/>
              <a:gd name="connsiteX3" fmla="*/ 1043490 w 1753849"/>
              <a:gd name="connsiteY3" fmla="*/ 20144 h 1434819"/>
              <a:gd name="connsiteX4" fmla="*/ 1184260 w 1753849"/>
              <a:gd name="connsiteY4" fmla="*/ 256365 h 1434819"/>
              <a:gd name="connsiteX5" fmla="*/ 1389550 w 1753849"/>
              <a:gd name="connsiteY5" fmla="*/ 477345 h 1434819"/>
              <a:gd name="connsiteX6" fmla="*/ 1454070 w 1753849"/>
              <a:gd name="connsiteY6" fmla="*/ 789764 h 1434819"/>
              <a:gd name="connsiteX7" fmla="*/ 1753849 w 1753849"/>
              <a:gd name="connsiteY7" fmla="*/ 1434819 h 1434819"/>
              <a:gd name="connsiteX0" fmla="*/ 0 w 1753849"/>
              <a:gd name="connsiteY0" fmla="*/ 1333672 h 1438603"/>
              <a:gd name="connsiteX1" fmla="*/ 439353 w 1753849"/>
              <a:gd name="connsiteY1" fmla="*/ 321109 h 1438603"/>
              <a:gd name="connsiteX2" fmla="*/ 574257 w 1753849"/>
              <a:gd name="connsiteY2" fmla="*/ 153469 h 1438603"/>
              <a:gd name="connsiteX3" fmla="*/ 798391 w 1753849"/>
              <a:gd name="connsiteY3" fmla="*/ 22658 h 1438603"/>
              <a:gd name="connsiteX4" fmla="*/ 1043490 w 1753849"/>
              <a:gd name="connsiteY4" fmla="*/ 23928 h 1438603"/>
              <a:gd name="connsiteX5" fmla="*/ 1184260 w 1753849"/>
              <a:gd name="connsiteY5" fmla="*/ 260149 h 1438603"/>
              <a:gd name="connsiteX6" fmla="*/ 1389550 w 1753849"/>
              <a:gd name="connsiteY6" fmla="*/ 481129 h 1438603"/>
              <a:gd name="connsiteX7" fmla="*/ 1454070 w 1753849"/>
              <a:gd name="connsiteY7" fmla="*/ 793548 h 1438603"/>
              <a:gd name="connsiteX8" fmla="*/ 1753849 w 1753849"/>
              <a:gd name="connsiteY8" fmla="*/ 1438603 h 1438603"/>
              <a:gd name="connsiteX0" fmla="*/ 0 w 1753849"/>
              <a:gd name="connsiteY0" fmla="*/ 1333672 h 1438603"/>
              <a:gd name="connsiteX1" fmla="*/ 439353 w 1753849"/>
              <a:gd name="connsiteY1" fmla="*/ 321109 h 1438603"/>
              <a:gd name="connsiteX2" fmla="*/ 609450 w 1753849"/>
              <a:gd name="connsiteY2" fmla="*/ 237289 h 1438603"/>
              <a:gd name="connsiteX3" fmla="*/ 798391 w 1753849"/>
              <a:gd name="connsiteY3" fmla="*/ 22658 h 1438603"/>
              <a:gd name="connsiteX4" fmla="*/ 1043490 w 1753849"/>
              <a:gd name="connsiteY4" fmla="*/ 23928 h 1438603"/>
              <a:gd name="connsiteX5" fmla="*/ 1184260 w 1753849"/>
              <a:gd name="connsiteY5" fmla="*/ 260149 h 1438603"/>
              <a:gd name="connsiteX6" fmla="*/ 1389550 w 1753849"/>
              <a:gd name="connsiteY6" fmla="*/ 481129 h 1438603"/>
              <a:gd name="connsiteX7" fmla="*/ 1454070 w 1753849"/>
              <a:gd name="connsiteY7" fmla="*/ 793548 h 1438603"/>
              <a:gd name="connsiteX8" fmla="*/ 1753849 w 1753849"/>
              <a:gd name="connsiteY8" fmla="*/ 1438603 h 143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3849" h="1438603">
                <a:moveTo>
                  <a:pt x="0" y="1333672"/>
                </a:moveTo>
                <a:cubicBezTo>
                  <a:pt x="92777" y="1136972"/>
                  <a:pt x="299445" y="545961"/>
                  <a:pt x="439353" y="321109"/>
                </a:cubicBezTo>
                <a:cubicBezTo>
                  <a:pt x="535062" y="124409"/>
                  <a:pt x="549610" y="287031"/>
                  <a:pt x="609450" y="237289"/>
                </a:cubicBezTo>
                <a:cubicBezTo>
                  <a:pt x="669290" y="187547"/>
                  <a:pt x="720186" y="44248"/>
                  <a:pt x="798391" y="22658"/>
                </a:cubicBezTo>
                <a:cubicBezTo>
                  <a:pt x="876596" y="1068"/>
                  <a:pt x="979179" y="-15654"/>
                  <a:pt x="1043490" y="23928"/>
                </a:cubicBezTo>
                <a:cubicBezTo>
                  <a:pt x="1107802" y="63510"/>
                  <a:pt x="1115830" y="200459"/>
                  <a:pt x="1184260" y="260149"/>
                </a:cubicBezTo>
                <a:cubicBezTo>
                  <a:pt x="1252690" y="319839"/>
                  <a:pt x="1364133" y="437949"/>
                  <a:pt x="1389550" y="481129"/>
                </a:cubicBezTo>
                <a:cubicBezTo>
                  <a:pt x="1414967" y="524309"/>
                  <a:pt x="1387488" y="645399"/>
                  <a:pt x="1454070" y="793548"/>
                </a:cubicBezTo>
                <a:cubicBezTo>
                  <a:pt x="1520652" y="941697"/>
                  <a:pt x="1695088" y="1305694"/>
                  <a:pt x="1753849" y="1438603"/>
                </a:cubicBezTo>
              </a:path>
            </a:pathLst>
          </a:custGeom>
          <a:no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6" name="直線單箭頭接點 4">
            <a:extLst>
              <a:ext uri="{FF2B5EF4-FFF2-40B4-BE49-F238E27FC236}">
                <a16:creationId xmlns:a16="http://schemas.microsoft.com/office/drawing/2014/main" id="{88404135-26A3-53ED-A301-1DC28944C323}"/>
              </a:ext>
            </a:extLst>
          </p:cNvPr>
          <p:cNvCxnSpPr>
            <a:cxnSpLocks/>
          </p:cNvCxnSpPr>
          <p:nvPr/>
        </p:nvCxnSpPr>
        <p:spPr>
          <a:xfrm>
            <a:off x="2580444" y="4100397"/>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5">
            <a:extLst>
              <a:ext uri="{FF2B5EF4-FFF2-40B4-BE49-F238E27FC236}">
                <a16:creationId xmlns:a16="http://schemas.microsoft.com/office/drawing/2014/main" id="{96C36146-F1AA-7A24-4581-33F591BA9BD2}"/>
              </a:ext>
            </a:extLst>
          </p:cNvPr>
          <p:cNvCxnSpPr>
            <a:cxnSpLocks/>
          </p:cNvCxnSpPr>
          <p:nvPr/>
        </p:nvCxnSpPr>
        <p:spPr>
          <a:xfrm rot="16200000">
            <a:off x="1463676" y="2983629"/>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字方塊 8">
                <a:extLst>
                  <a:ext uri="{FF2B5EF4-FFF2-40B4-BE49-F238E27FC236}">
                    <a16:creationId xmlns:a16="http://schemas.microsoft.com/office/drawing/2014/main" id="{1413BB5F-1AD9-33DB-D531-1A3C43623651}"/>
                  </a:ext>
                </a:extLst>
              </p:cNvPr>
              <p:cNvSpPr txBox="1"/>
              <p:nvPr/>
            </p:nvSpPr>
            <p:spPr>
              <a:xfrm>
                <a:off x="4857996" y="4147116"/>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8" name="文字方塊 8">
                <a:extLst>
                  <a:ext uri="{FF2B5EF4-FFF2-40B4-BE49-F238E27FC236}">
                    <a16:creationId xmlns:a16="http://schemas.microsoft.com/office/drawing/2014/main" id="{1413BB5F-1AD9-33DB-D531-1A3C43623651}"/>
                  </a:ext>
                </a:extLst>
              </p:cNvPr>
              <p:cNvSpPr txBox="1">
                <a:spLocks noRot="1" noChangeAspect="1" noMove="1" noResize="1" noEditPoints="1" noAdjustHandles="1" noChangeArrowheads="1" noChangeShapeType="1" noTextEdit="1"/>
              </p:cNvSpPr>
              <p:nvPr/>
            </p:nvSpPr>
            <p:spPr>
              <a:xfrm>
                <a:off x="4857996" y="4147116"/>
                <a:ext cx="241733" cy="369332"/>
              </a:xfrm>
              <a:prstGeom prst="rect">
                <a:avLst/>
              </a:prstGeom>
              <a:blipFill>
                <a:blip r:embed="rId2"/>
                <a:stretch>
                  <a:fillRect l="-17500"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字方塊 9">
                <a:extLst>
                  <a:ext uri="{FF2B5EF4-FFF2-40B4-BE49-F238E27FC236}">
                    <a16:creationId xmlns:a16="http://schemas.microsoft.com/office/drawing/2014/main" id="{230B3CB6-4EE0-8BD3-A0FA-3F15F3F01AD0}"/>
                  </a:ext>
                </a:extLst>
              </p:cNvPr>
              <p:cNvSpPr txBox="1"/>
              <p:nvPr/>
            </p:nvSpPr>
            <p:spPr>
              <a:xfrm>
                <a:off x="2219744" y="1866861"/>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9" name="文字方塊 9">
                <a:extLst>
                  <a:ext uri="{FF2B5EF4-FFF2-40B4-BE49-F238E27FC236}">
                    <a16:creationId xmlns:a16="http://schemas.microsoft.com/office/drawing/2014/main" id="{230B3CB6-4EE0-8BD3-A0FA-3F15F3F01AD0}"/>
                  </a:ext>
                </a:extLst>
              </p:cNvPr>
              <p:cNvSpPr txBox="1">
                <a:spLocks noRot="1" noChangeAspect="1" noMove="1" noResize="1" noEditPoints="1" noAdjustHandles="1" noChangeArrowheads="1" noChangeShapeType="1" noTextEdit="1"/>
              </p:cNvSpPr>
              <p:nvPr/>
            </p:nvSpPr>
            <p:spPr>
              <a:xfrm>
                <a:off x="2219744" y="1866861"/>
                <a:ext cx="245708" cy="369332"/>
              </a:xfrm>
              <a:prstGeom prst="rect">
                <a:avLst/>
              </a:prstGeom>
              <a:blipFill>
                <a:blip r:embed="rId3"/>
                <a:stretch>
                  <a:fillRect l="-30000" r="-30000" b="-24590"/>
                </a:stretch>
              </a:blipFill>
            </p:spPr>
            <p:txBody>
              <a:bodyPr/>
              <a:lstStyle/>
              <a:p>
                <a:r>
                  <a:rPr lang="zh-CN" altLang="en-US">
                    <a:noFill/>
                  </a:rPr>
                  <a:t> </a:t>
                </a:r>
              </a:p>
            </p:txBody>
          </p:sp>
        </mc:Fallback>
      </mc:AlternateContent>
      <p:cxnSp>
        <p:nvCxnSpPr>
          <p:cNvPr id="10" name="直線單箭頭接點 16">
            <a:extLst>
              <a:ext uri="{FF2B5EF4-FFF2-40B4-BE49-F238E27FC236}">
                <a16:creationId xmlns:a16="http://schemas.microsoft.com/office/drawing/2014/main" id="{51CEE396-2D25-7235-A230-FEFD7F4F2F79}"/>
              </a:ext>
            </a:extLst>
          </p:cNvPr>
          <p:cNvCxnSpPr>
            <a:cxnSpLocks/>
          </p:cNvCxnSpPr>
          <p:nvPr/>
        </p:nvCxnSpPr>
        <p:spPr>
          <a:xfrm>
            <a:off x="6789452" y="3471800"/>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7">
            <a:extLst>
              <a:ext uri="{FF2B5EF4-FFF2-40B4-BE49-F238E27FC236}">
                <a16:creationId xmlns:a16="http://schemas.microsoft.com/office/drawing/2014/main" id="{EFBA5A1B-E874-CC70-3D82-00F7976F93DC}"/>
              </a:ext>
            </a:extLst>
          </p:cNvPr>
          <p:cNvCxnSpPr>
            <a:cxnSpLocks/>
          </p:cNvCxnSpPr>
          <p:nvPr/>
        </p:nvCxnSpPr>
        <p:spPr>
          <a:xfrm rot="16200000">
            <a:off x="5672684" y="2355032"/>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字方塊 19">
                <a:extLst>
                  <a:ext uri="{FF2B5EF4-FFF2-40B4-BE49-F238E27FC236}">
                    <a16:creationId xmlns:a16="http://schemas.microsoft.com/office/drawing/2014/main" id="{8F779096-F031-B16F-3AEE-449F38BCCEA5}"/>
                  </a:ext>
                </a:extLst>
              </p:cNvPr>
              <p:cNvSpPr txBox="1"/>
              <p:nvPr/>
            </p:nvSpPr>
            <p:spPr>
              <a:xfrm>
                <a:off x="9067004" y="3518519"/>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12" name="文字方塊 19">
                <a:extLst>
                  <a:ext uri="{FF2B5EF4-FFF2-40B4-BE49-F238E27FC236}">
                    <a16:creationId xmlns:a16="http://schemas.microsoft.com/office/drawing/2014/main" id="{8F779096-F031-B16F-3AEE-449F38BCCEA5}"/>
                  </a:ext>
                </a:extLst>
              </p:cNvPr>
              <p:cNvSpPr txBox="1">
                <a:spLocks noRot="1" noChangeAspect="1" noMove="1" noResize="1" noEditPoints="1" noAdjustHandles="1" noChangeArrowheads="1" noChangeShapeType="1" noTextEdit="1"/>
              </p:cNvSpPr>
              <p:nvPr/>
            </p:nvSpPr>
            <p:spPr>
              <a:xfrm>
                <a:off x="9067004" y="3518519"/>
                <a:ext cx="241733" cy="369332"/>
              </a:xfrm>
              <a:prstGeom prst="rect">
                <a:avLst/>
              </a:prstGeom>
              <a:blipFill>
                <a:blip r:embed="rId4"/>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字方塊 20">
                <a:extLst>
                  <a:ext uri="{FF2B5EF4-FFF2-40B4-BE49-F238E27FC236}">
                    <a16:creationId xmlns:a16="http://schemas.microsoft.com/office/drawing/2014/main" id="{F1179A2A-EDDA-4D7A-F9B0-D4E7DAD8459E}"/>
                  </a:ext>
                </a:extLst>
              </p:cNvPr>
              <p:cNvSpPr txBox="1"/>
              <p:nvPr/>
            </p:nvSpPr>
            <p:spPr>
              <a:xfrm>
                <a:off x="6428752" y="1238264"/>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13" name="文字方塊 20">
                <a:extLst>
                  <a:ext uri="{FF2B5EF4-FFF2-40B4-BE49-F238E27FC236}">
                    <a16:creationId xmlns:a16="http://schemas.microsoft.com/office/drawing/2014/main" id="{F1179A2A-EDDA-4D7A-F9B0-D4E7DAD8459E}"/>
                  </a:ext>
                </a:extLst>
              </p:cNvPr>
              <p:cNvSpPr txBox="1">
                <a:spLocks noRot="1" noChangeAspect="1" noMove="1" noResize="1" noEditPoints="1" noAdjustHandles="1" noChangeArrowheads="1" noChangeShapeType="1" noTextEdit="1"/>
              </p:cNvSpPr>
              <p:nvPr/>
            </p:nvSpPr>
            <p:spPr>
              <a:xfrm>
                <a:off x="6428752" y="1238264"/>
                <a:ext cx="245708" cy="369332"/>
              </a:xfrm>
              <a:prstGeom prst="rect">
                <a:avLst/>
              </a:prstGeom>
              <a:blipFill>
                <a:blip r:embed="rId5"/>
                <a:stretch>
                  <a:fillRect l="-30000" r="-30000" b="-24590"/>
                </a:stretch>
              </a:blipFill>
            </p:spPr>
            <p:txBody>
              <a:bodyPr/>
              <a:lstStyle/>
              <a:p>
                <a:r>
                  <a:rPr lang="zh-CN" altLang="en-US">
                    <a:noFill/>
                  </a:rPr>
                  <a:t> </a:t>
                </a:r>
              </a:p>
            </p:txBody>
          </p:sp>
        </mc:Fallback>
      </mc:AlternateContent>
      <p:sp>
        <p:nvSpPr>
          <p:cNvPr id="14" name="橢圓 21">
            <a:extLst>
              <a:ext uri="{FF2B5EF4-FFF2-40B4-BE49-F238E27FC236}">
                <a16:creationId xmlns:a16="http://schemas.microsoft.com/office/drawing/2014/main" id="{DE97868B-4875-380C-61FB-BF31BF376F44}"/>
              </a:ext>
            </a:extLst>
          </p:cNvPr>
          <p:cNvSpPr/>
          <p:nvPr/>
        </p:nvSpPr>
        <p:spPr>
          <a:xfrm>
            <a:off x="7150151" y="2419658"/>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22">
            <a:extLst>
              <a:ext uri="{FF2B5EF4-FFF2-40B4-BE49-F238E27FC236}">
                <a16:creationId xmlns:a16="http://schemas.microsoft.com/office/drawing/2014/main" id="{F2D95DD7-C7C8-B1C4-6893-0B8242220AA3}"/>
              </a:ext>
            </a:extLst>
          </p:cNvPr>
          <p:cNvSpPr/>
          <p:nvPr/>
        </p:nvSpPr>
        <p:spPr>
          <a:xfrm>
            <a:off x="8347579" y="2043986"/>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23">
            <a:extLst>
              <a:ext uri="{FF2B5EF4-FFF2-40B4-BE49-F238E27FC236}">
                <a16:creationId xmlns:a16="http://schemas.microsoft.com/office/drawing/2014/main" id="{B63AAF8D-5F8C-7BA1-551E-92DAA411C159}"/>
              </a:ext>
            </a:extLst>
          </p:cNvPr>
          <p:cNvSpPr/>
          <p:nvPr/>
        </p:nvSpPr>
        <p:spPr>
          <a:xfrm>
            <a:off x="8870382" y="2835015"/>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手繪多邊形: 圖案 55">
            <a:extLst>
              <a:ext uri="{FF2B5EF4-FFF2-40B4-BE49-F238E27FC236}">
                <a16:creationId xmlns:a16="http://schemas.microsoft.com/office/drawing/2014/main" id="{E6E7A637-0833-8FCB-5497-6FC49F5E01E6}"/>
              </a:ext>
            </a:extLst>
          </p:cNvPr>
          <p:cNvSpPr/>
          <p:nvPr/>
        </p:nvSpPr>
        <p:spPr>
          <a:xfrm>
            <a:off x="2695435" y="2564720"/>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56">
            <a:extLst>
              <a:ext uri="{FF2B5EF4-FFF2-40B4-BE49-F238E27FC236}">
                <a16:creationId xmlns:a16="http://schemas.microsoft.com/office/drawing/2014/main" id="{CC36CDB0-740A-8D21-FC8E-10044AA09739}"/>
              </a:ext>
            </a:extLst>
          </p:cNvPr>
          <p:cNvSpPr/>
          <p:nvPr/>
        </p:nvSpPr>
        <p:spPr>
          <a:xfrm>
            <a:off x="2936212" y="3116854"/>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57">
            <a:extLst>
              <a:ext uri="{FF2B5EF4-FFF2-40B4-BE49-F238E27FC236}">
                <a16:creationId xmlns:a16="http://schemas.microsoft.com/office/drawing/2014/main" id="{31711E62-DBA8-5022-B730-326569D717F0}"/>
              </a:ext>
            </a:extLst>
          </p:cNvPr>
          <p:cNvSpPr/>
          <p:nvPr/>
        </p:nvSpPr>
        <p:spPr>
          <a:xfrm>
            <a:off x="4133640" y="2741182"/>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58">
            <a:extLst>
              <a:ext uri="{FF2B5EF4-FFF2-40B4-BE49-F238E27FC236}">
                <a16:creationId xmlns:a16="http://schemas.microsoft.com/office/drawing/2014/main" id="{1FD4642F-0847-1E3C-79EF-403E009D3B4C}"/>
              </a:ext>
            </a:extLst>
          </p:cNvPr>
          <p:cNvSpPr/>
          <p:nvPr/>
        </p:nvSpPr>
        <p:spPr>
          <a:xfrm>
            <a:off x="4656443" y="353221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59">
            <a:extLst>
              <a:ext uri="{FF2B5EF4-FFF2-40B4-BE49-F238E27FC236}">
                <a16:creationId xmlns:a16="http://schemas.microsoft.com/office/drawing/2014/main" id="{B4355808-1601-80CF-15C9-AAF6B63480B5}"/>
              </a:ext>
            </a:extLst>
          </p:cNvPr>
          <p:cNvSpPr/>
          <p:nvPr/>
        </p:nvSpPr>
        <p:spPr>
          <a:xfrm>
            <a:off x="4350396" y="3018543"/>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2" name="橢圓 60">
            <a:extLst>
              <a:ext uri="{FF2B5EF4-FFF2-40B4-BE49-F238E27FC236}">
                <a16:creationId xmlns:a16="http://schemas.microsoft.com/office/drawing/2014/main" id="{69B1A289-84FB-3708-B7D6-87C24C3402F2}"/>
              </a:ext>
            </a:extLst>
          </p:cNvPr>
          <p:cNvSpPr/>
          <p:nvPr/>
        </p:nvSpPr>
        <p:spPr>
          <a:xfrm>
            <a:off x="3937018" y="2594432"/>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3" name="橢圓 61">
            <a:extLst>
              <a:ext uri="{FF2B5EF4-FFF2-40B4-BE49-F238E27FC236}">
                <a16:creationId xmlns:a16="http://schemas.microsoft.com/office/drawing/2014/main" id="{85DA9042-74B7-7616-0982-A56B42F6352A}"/>
              </a:ext>
            </a:extLst>
          </p:cNvPr>
          <p:cNvSpPr/>
          <p:nvPr/>
        </p:nvSpPr>
        <p:spPr>
          <a:xfrm>
            <a:off x="3391659" y="2596509"/>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24" name="文字方塊 70">
            <a:extLst>
              <a:ext uri="{FF2B5EF4-FFF2-40B4-BE49-F238E27FC236}">
                <a16:creationId xmlns:a16="http://schemas.microsoft.com/office/drawing/2014/main" id="{846EC28B-6EEA-7D80-831A-96D164D71566}"/>
              </a:ext>
            </a:extLst>
          </p:cNvPr>
          <p:cNvSpPr txBox="1"/>
          <p:nvPr/>
        </p:nvSpPr>
        <p:spPr>
          <a:xfrm>
            <a:off x="4882768" y="1851834"/>
            <a:ext cx="1627394" cy="461665"/>
          </a:xfrm>
          <a:prstGeom prst="rect">
            <a:avLst/>
          </a:prstGeom>
          <a:noFill/>
        </p:spPr>
        <p:txBody>
          <a:bodyPr wrap="square" rtlCol="0">
            <a:spAutoFit/>
          </a:bodyPr>
          <a:lstStyle/>
          <a:p>
            <a:r>
              <a:rPr lang="zh-CN" altLang="en-US" sz="2400" dirty="0"/>
              <a:t>复杂模型</a:t>
            </a:r>
            <a:endParaRPr lang="zh-TW" altLang="en-US" sz="2400" dirty="0"/>
          </a:p>
        </p:txBody>
      </p:sp>
      <p:sp>
        <p:nvSpPr>
          <p:cNvPr id="25" name="箭號: 向右 71">
            <a:extLst>
              <a:ext uri="{FF2B5EF4-FFF2-40B4-BE49-F238E27FC236}">
                <a16:creationId xmlns:a16="http://schemas.microsoft.com/office/drawing/2014/main" id="{8F9B267A-7B3E-25E4-BC86-E1EA8B2DED02}"/>
              </a:ext>
            </a:extLst>
          </p:cNvPr>
          <p:cNvSpPr/>
          <p:nvPr/>
        </p:nvSpPr>
        <p:spPr>
          <a:xfrm rot="19894898">
            <a:off x="5359914" y="2685679"/>
            <a:ext cx="1107098" cy="46166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6" name="橢圓 44">
            <a:extLst>
              <a:ext uri="{FF2B5EF4-FFF2-40B4-BE49-F238E27FC236}">
                <a16:creationId xmlns:a16="http://schemas.microsoft.com/office/drawing/2014/main" id="{C0F58B59-2A63-09F7-BA73-C03BE06065DF}"/>
              </a:ext>
            </a:extLst>
          </p:cNvPr>
          <p:cNvSpPr/>
          <p:nvPr/>
        </p:nvSpPr>
        <p:spPr>
          <a:xfrm>
            <a:off x="4496207" y="326132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45">
            <a:extLst>
              <a:ext uri="{FF2B5EF4-FFF2-40B4-BE49-F238E27FC236}">
                <a16:creationId xmlns:a16="http://schemas.microsoft.com/office/drawing/2014/main" id="{F3FAEDAA-1D5D-3157-7018-4E42994FA789}"/>
              </a:ext>
            </a:extLst>
          </p:cNvPr>
          <p:cNvSpPr/>
          <p:nvPr/>
        </p:nvSpPr>
        <p:spPr>
          <a:xfrm>
            <a:off x="3642085" y="2486340"/>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46">
            <a:extLst>
              <a:ext uri="{FF2B5EF4-FFF2-40B4-BE49-F238E27FC236}">
                <a16:creationId xmlns:a16="http://schemas.microsoft.com/office/drawing/2014/main" id="{128729EF-B90D-7883-7839-325C291CDD5F}"/>
              </a:ext>
            </a:extLst>
          </p:cNvPr>
          <p:cNvSpPr/>
          <p:nvPr/>
        </p:nvSpPr>
        <p:spPr>
          <a:xfrm>
            <a:off x="3153292" y="2804240"/>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47">
            <a:extLst>
              <a:ext uri="{FF2B5EF4-FFF2-40B4-BE49-F238E27FC236}">
                <a16:creationId xmlns:a16="http://schemas.microsoft.com/office/drawing/2014/main" id="{2A19116A-3F38-29D2-696B-99B2B2A34182}"/>
              </a:ext>
            </a:extLst>
          </p:cNvPr>
          <p:cNvSpPr/>
          <p:nvPr/>
        </p:nvSpPr>
        <p:spPr>
          <a:xfrm>
            <a:off x="2780149" y="3414408"/>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橢圓 48">
            <a:extLst>
              <a:ext uri="{FF2B5EF4-FFF2-40B4-BE49-F238E27FC236}">
                <a16:creationId xmlns:a16="http://schemas.microsoft.com/office/drawing/2014/main" id="{534BE8DC-C041-9F21-70A2-488DD58ABFE6}"/>
              </a:ext>
            </a:extLst>
          </p:cNvPr>
          <p:cNvSpPr/>
          <p:nvPr/>
        </p:nvSpPr>
        <p:spPr>
          <a:xfrm>
            <a:off x="2667102" y="3703418"/>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49">
            <a:extLst>
              <a:ext uri="{FF2B5EF4-FFF2-40B4-BE49-F238E27FC236}">
                <a16:creationId xmlns:a16="http://schemas.microsoft.com/office/drawing/2014/main" id="{7D477045-ACB8-B726-1A00-D1D9954C14F1}"/>
              </a:ext>
            </a:extLst>
          </p:cNvPr>
          <p:cNvSpPr/>
          <p:nvPr/>
        </p:nvSpPr>
        <p:spPr>
          <a:xfrm>
            <a:off x="4805643" y="3780429"/>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50">
            <a:extLst>
              <a:ext uri="{FF2B5EF4-FFF2-40B4-BE49-F238E27FC236}">
                <a16:creationId xmlns:a16="http://schemas.microsoft.com/office/drawing/2014/main" id="{D70A0071-1309-9C14-08A9-31E7D25B0E90}"/>
              </a:ext>
            </a:extLst>
          </p:cNvPr>
          <p:cNvSpPr/>
          <p:nvPr/>
        </p:nvSpPr>
        <p:spPr>
          <a:xfrm>
            <a:off x="7150151" y="2418527"/>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54">
            <a:extLst>
              <a:ext uri="{FF2B5EF4-FFF2-40B4-BE49-F238E27FC236}">
                <a16:creationId xmlns:a16="http://schemas.microsoft.com/office/drawing/2014/main" id="{DB34A432-E110-CDA5-1FF0-12B1141415D9}"/>
              </a:ext>
            </a:extLst>
          </p:cNvPr>
          <p:cNvSpPr/>
          <p:nvPr/>
        </p:nvSpPr>
        <p:spPr>
          <a:xfrm>
            <a:off x="8347579" y="2042855"/>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62">
            <a:extLst>
              <a:ext uri="{FF2B5EF4-FFF2-40B4-BE49-F238E27FC236}">
                <a16:creationId xmlns:a16="http://schemas.microsoft.com/office/drawing/2014/main" id="{5457EA56-98FC-FD99-4F44-7B3488D25235}"/>
              </a:ext>
            </a:extLst>
          </p:cNvPr>
          <p:cNvSpPr/>
          <p:nvPr/>
        </p:nvSpPr>
        <p:spPr>
          <a:xfrm>
            <a:off x="8870382" y="2833884"/>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63">
            <a:extLst>
              <a:ext uri="{FF2B5EF4-FFF2-40B4-BE49-F238E27FC236}">
                <a16:creationId xmlns:a16="http://schemas.microsoft.com/office/drawing/2014/main" id="{0086DE1B-8937-31EB-EF94-1342F3D5C7DB}"/>
              </a:ext>
            </a:extLst>
          </p:cNvPr>
          <p:cNvSpPr/>
          <p:nvPr/>
        </p:nvSpPr>
        <p:spPr>
          <a:xfrm>
            <a:off x="8710146" y="2562994"/>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72">
            <a:extLst>
              <a:ext uri="{FF2B5EF4-FFF2-40B4-BE49-F238E27FC236}">
                <a16:creationId xmlns:a16="http://schemas.microsoft.com/office/drawing/2014/main" id="{F96EDD63-8C88-5A94-8505-C0A68CDAB769}"/>
              </a:ext>
            </a:extLst>
          </p:cNvPr>
          <p:cNvSpPr/>
          <p:nvPr/>
        </p:nvSpPr>
        <p:spPr>
          <a:xfrm>
            <a:off x="7856024" y="1788013"/>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74">
            <a:extLst>
              <a:ext uri="{FF2B5EF4-FFF2-40B4-BE49-F238E27FC236}">
                <a16:creationId xmlns:a16="http://schemas.microsoft.com/office/drawing/2014/main" id="{3F590974-CA72-A29F-55A7-8855BFB662CC}"/>
              </a:ext>
            </a:extLst>
          </p:cNvPr>
          <p:cNvSpPr/>
          <p:nvPr/>
        </p:nvSpPr>
        <p:spPr>
          <a:xfrm>
            <a:off x="7367231" y="2105913"/>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76">
            <a:extLst>
              <a:ext uri="{FF2B5EF4-FFF2-40B4-BE49-F238E27FC236}">
                <a16:creationId xmlns:a16="http://schemas.microsoft.com/office/drawing/2014/main" id="{B240C550-0303-1DED-FF70-851DA88FCDF0}"/>
              </a:ext>
            </a:extLst>
          </p:cNvPr>
          <p:cNvSpPr/>
          <p:nvPr/>
        </p:nvSpPr>
        <p:spPr>
          <a:xfrm>
            <a:off x="6994088" y="271608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79">
            <a:extLst>
              <a:ext uri="{FF2B5EF4-FFF2-40B4-BE49-F238E27FC236}">
                <a16:creationId xmlns:a16="http://schemas.microsoft.com/office/drawing/2014/main" id="{5F6E7372-DFFB-55F4-3B36-3944FC7F0393}"/>
              </a:ext>
            </a:extLst>
          </p:cNvPr>
          <p:cNvSpPr/>
          <p:nvPr/>
        </p:nvSpPr>
        <p:spPr>
          <a:xfrm>
            <a:off x="6881041" y="300509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80">
            <a:extLst>
              <a:ext uri="{FF2B5EF4-FFF2-40B4-BE49-F238E27FC236}">
                <a16:creationId xmlns:a16="http://schemas.microsoft.com/office/drawing/2014/main" id="{DDA2B13D-26A7-EF2B-C75D-6BEE5B86D967}"/>
              </a:ext>
            </a:extLst>
          </p:cNvPr>
          <p:cNvSpPr/>
          <p:nvPr/>
        </p:nvSpPr>
        <p:spPr>
          <a:xfrm>
            <a:off x="9019582" y="3082102"/>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文字方塊 2">
            <a:extLst>
              <a:ext uri="{FF2B5EF4-FFF2-40B4-BE49-F238E27FC236}">
                <a16:creationId xmlns:a16="http://schemas.microsoft.com/office/drawing/2014/main" id="{B541EEEF-39EE-BF8C-A242-55364E46B281}"/>
              </a:ext>
            </a:extLst>
          </p:cNvPr>
          <p:cNvSpPr txBox="1"/>
          <p:nvPr/>
        </p:nvSpPr>
        <p:spPr>
          <a:xfrm>
            <a:off x="5602937" y="3736729"/>
            <a:ext cx="3734844" cy="523220"/>
          </a:xfrm>
          <a:prstGeom prst="rect">
            <a:avLst/>
          </a:prstGeom>
          <a:noFill/>
        </p:spPr>
        <p:txBody>
          <a:bodyPr wrap="square" rtlCol="0">
            <a:spAutoFit/>
          </a:bodyPr>
          <a:lstStyle/>
          <a:p>
            <a:r>
              <a:rPr lang="zh-CN" altLang="en-US" sz="2800" b="1" dirty="0"/>
              <a:t>增加更多的训练数据</a:t>
            </a:r>
            <a:endParaRPr lang="zh-TW" altLang="en-US" sz="2800" b="1" dirty="0"/>
          </a:p>
        </p:txBody>
      </p:sp>
      <p:sp>
        <p:nvSpPr>
          <p:cNvPr id="42" name="文字方塊 82">
            <a:extLst>
              <a:ext uri="{FF2B5EF4-FFF2-40B4-BE49-F238E27FC236}">
                <a16:creationId xmlns:a16="http://schemas.microsoft.com/office/drawing/2014/main" id="{96B8BA71-C255-9D0B-0622-AC789AD8297E}"/>
              </a:ext>
            </a:extLst>
          </p:cNvPr>
          <p:cNvSpPr txBox="1"/>
          <p:nvPr/>
        </p:nvSpPr>
        <p:spPr>
          <a:xfrm>
            <a:off x="1791131" y="4422663"/>
            <a:ext cx="3750926" cy="523220"/>
          </a:xfrm>
          <a:prstGeom prst="rect">
            <a:avLst/>
          </a:prstGeom>
          <a:noFill/>
        </p:spPr>
        <p:txBody>
          <a:bodyPr wrap="square" rtlCol="0">
            <a:spAutoFit/>
          </a:bodyPr>
          <a:lstStyle/>
          <a:p>
            <a:r>
              <a:rPr lang="zh-CN" altLang="en-US" sz="2800" b="1" dirty="0"/>
              <a:t>数据增强</a:t>
            </a:r>
            <a:endParaRPr lang="zh-TW" altLang="en-US" sz="2800" b="1" dirty="0"/>
          </a:p>
        </p:txBody>
      </p:sp>
      <p:pic>
        <p:nvPicPr>
          <p:cNvPr id="44" name="Picture 2">
            <a:extLst>
              <a:ext uri="{FF2B5EF4-FFF2-40B4-BE49-F238E27FC236}">
                <a16:creationId xmlns:a16="http://schemas.microsoft.com/office/drawing/2014/main" id="{63489E86-E50A-1E9C-0AAC-B6D2CCC44F2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4149" y="5147012"/>
            <a:ext cx="1869511" cy="124699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a:extLst>
              <a:ext uri="{FF2B5EF4-FFF2-40B4-BE49-F238E27FC236}">
                <a16:creationId xmlns:a16="http://schemas.microsoft.com/office/drawing/2014/main" id="{EB307DF0-FBB8-BC1E-2C41-BE89F81012D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4001954" y="5132132"/>
            <a:ext cx="1869511" cy="124699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a:extLst>
              <a:ext uri="{FF2B5EF4-FFF2-40B4-BE49-F238E27FC236}">
                <a16:creationId xmlns:a16="http://schemas.microsoft.com/office/drawing/2014/main" id="{0004F695-8672-9E89-BF2C-ED6D76FA694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7896575" y="5106547"/>
            <a:ext cx="1869511" cy="124699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http://www.mobanwang.com/icon/UploadFiles_8971/200909/20090903224008317.png">
            <a:extLst>
              <a:ext uri="{FF2B5EF4-FFF2-40B4-BE49-F238E27FC236}">
                <a16:creationId xmlns:a16="http://schemas.microsoft.com/office/drawing/2014/main" id="{306FE323-60D4-3828-09D3-44F76C9589A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63162" y="5348857"/>
            <a:ext cx="784733" cy="784733"/>
          </a:xfrm>
          <a:prstGeom prst="rect">
            <a:avLst/>
          </a:prstGeom>
          <a:noFill/>
          <a:extLst>
            <a:ext uri="{909E8E84-426E-40DD-AFC4-6F175D3DCCD1}">
              <a14:hiddenFill xmlns:a14="http://schemas.microsoft.com/office/drawing/2010/main">
                <a:solidFill>
                  <a:srgbClr val="FFFFFF"/>
                </a:solidFill>
              </a14:hiddenFill>
            </a:ext>
          </a:extLst>
        </p:spPr>
      </p:pic>
      <p:pic>
        <p:nvPicPr>
          <p:cNvPr id="49" name="圖片 6">
            <a:extLst>
              <a:ext uri="{FF2B5EF4-FFF2-40B4-BE49-F238E27FC236}">
                <a16:creationId xmlns:a16="http://schemas.microsoft.com/office/drawing/2014/main" id="{AC113CB2-A573-A778-E3E3-5E23D260CB55}"/>
              </a:ext>
            </a:extLst>
          </p:cNvPr>
          <p:cNvPicPr>
            <a:picLocks noChangeAspect="1"/>
          </p:cNvPicPr>
          <p:nvPr/>
        </p:nvPicPr>
        <p:blipFill>
          <a:blip r:embed="rId8"/>
          <a:stretch>
            <a:fillRect/>
          </a:stretch>
        </p:blipFill>
        <p:spPr>
          <a:xfrm>
            <a:off x="6085735" y="5114273"/>
            <a:ext cx="1578225" cy="1250890"/>
          </a:xfrm>
          <a:prstGeom prst="rect">
            <a:avLst/>
          </a:prstGeom>
        </p:spPr>
      </p:pic>
      <p:grpSp>
        <p:nvGrpSpPr>
          <p:cNvPr id="52" name="组合 51">
            <a:extLst>
              <a:ext uri="{FF2B5EF4-FFF2-40B4-BE49-F238E27FC236}">
                <a16:creationId xmlns:a16="http://schemas.microsoft.com/office/drawing/2014/main" id="{AD8F4D00-B44F-2386-57B5-125C35D55DD0}"/>
              </a:ext>
            </a:extLst>
          </p:cNvPr>
          <p:cNvGrpSpPr/>
          <p:nvPr/>
        </p:nvGrpSpPr>
        <p:grpSpPr>
          <a:xfrm>
            <a:off x="0" y="131344"/>
            <a:ext cx="6890475" cy="1166543"/>
            <a:chOff x="0" y="260648"/>
            <a:chExt cx="6121840" cy="1166543"/>
          </a:xfrm>
        </p:grpSpPr>
        <p:sp>
          <p:nvSpPr>
            <p:cNvPr id="53" name="矩形 52">
              <a:extLst>
                <a:ext uri="{FF2B5EF4-FFF2-40B4-BE49-F238E27FC236}">
                  <a16:creationId xmlns:a16="http://schemas.microsoft.com/office/drawing/2014/main" id="{E74EC38C-1C6E-F262-D288-2CCEDE39CDB7}"/>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4" name="组合 53">
              <a:extLst>
                <a:ext uri="{FF2B5EF4-FFF2-40B4-BE49-F238E27FC236}">
                  <a16:creationId xmlns:a16="http://schemas.microsoft.com/office/drawing/2014/main" id="{7510F3BC-5E97-2969-93B3-7E69AF55EC30}"/>
                </a:ext>
              </a:extLst>
            </p:cNvPr>
            <p:cNvGrpSpPr/>
            <p:nvPr/>
          </p:nvGrpSpPr>
          <p:grpSpPr>
            <a:xfrm>
              <a:off x="695400" y="260648"/>
              <a:ext cx="5426440" cy="1166543"/>
              <a:chOff x="623392" y="310880"/>
              <a:chExt cx="5426440" cy="1166543"/>
            </a:xfrm>
          </p:grpSpPr>
          <p:sp>
            <p:nvSpPr>
              <p:cNvPr id="55" name="文本框 54">
                <a:extLst>
                  <a:ext uri="{FF2B5EF4-FFF2-40B4-BE49-F238E27FC236}">
                    <a16:creationId xmlns:a16="http://schemas.microsoft.com/office/drawing/2014/main" id="{F1713885-B3D4-4EBC-4AF5-1F75BE7EC534}"/>
                  </a:ext>
                </a:extLst>
              </p:cNvPr>
              <p:cNvSpPr txBox="1"/>
              <p:nvPr/>
            </p:nvSpPr>
            <p:spPr>
              <a:xfrm>
                <a:off x="623392" y="310880"/>
                <a:ext cx="5426440"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数据增强（</a:t>
                </a: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Data Augmentation</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a:t>
                </a:r>
              </a:p>
            </p:txBody>
          </p:sp>
          <p:cxnSp>
            <p:nvCxnSpPr>
              <p:cNvPr id="56" name="直接连接符 55">
                <a:extLst>
                  <a:ext uri="{FF2B5EF4-FFF2-40B4-BE49-F238E27FC236}">
                    <a16:creationId xmlns:a16="http://schemas.microsoft.com/office/drawing/2014/main" id="{A41DC7DF-4CEF-FB36-039F-F2AB3F91469C}"/>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57" name="文本框 56">
                <a:extLst>
                  <a:ext uri="{FF2B5EF4-FFF2-40B4-BE49-F238E27FC236}">
                    <a16:creationId xmlns:a16="http://schemas.microsoft.com/office/drawing/2014/main" id="{6DF5C74C-2DFE-8C5C-A2DD-C60068B029E1}"/>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141463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A9CDCDFD-3887-4CD6-B798-8767E3E980BD}"/>
              </a:ext>
            </a:extLst>
          </p:cNvPr>
          <p:cNvSpPr>
            <a:spLocks noGrp="1"/>
          </p:cNvSpPr>
          <p:nvPr/>
        </p:nvSpPr>
        <p:spPr bwMode="auto">
          <a:xfrm>
            <a:off x="385872" y="1742454"/>
            <a:ext cx="10972800" cy="360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图像数据的增强主要是通过算法对图像进行转变，引入噪声等方法来增加数据的多样性。</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dirty="0">
                <a:latin typeface="Times New Roman" panose="02020603050405020304" pitchFamily="18" charset="0"/>
                <a:ea typeface="黑体" panose="02010609060101010101" pitchFamily="49" charset="-122"/>
                <a:cs typeface="Times New Roman" panose="02020603050405020304" pitchFamily="18" charset="0"/>
              </a:rPr>
              <a:t>图像数据的增强方法：</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旋转（</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Rotation</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）：将图像按顺时针或逆时针方向随机旋转一定角度；</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翻转（</a:t>
            </a:r>
            <a:r>
              <a:rPr lang="en-US" altLang="zh-CN" dirty="0">
                <a:latin typeface="Times New Roman" panose="02020603050405020304" pitchFamily="18" charset="0"/>
                <a:ea typeface="黑体" panose="02010609060101010101" pitchFamily="49" charset="-122"/>
                <a:cs typeface="Times New Roman" panose="02020603050405020304" pitchFamily="18" charset="0"/>
              </a:rPr>
              <a:t>Flip</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）：将图像沿水平或垂直方法随机翻转一定角度；</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缩放（</a:t>
            </a:r>
            <a:r>
              <a:rPr lang="en-US" altLang="zh-CN" dirty="0">
                <a:latin typeface="Times New Roman" panose="02020603050405020304" pitchFamily="18" charset="0"/>
                <a:ea typeface="黑体" panose="02010609060101010101" pitchFamily="49" charset="-122"/>
                <a:cs typeface="Times New Roman" panose="02020603050405020304" pitchFamily="18" charset="0"/>
              </a:rPr>
              <a:t>Zoom In/Out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）：将图像放大或缩小一定比例；</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平移（</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Shift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）：将图像沿水平或垂直方法平移一定步长；</a:t>
            </a:r>
          </a:p>
          <a:p>
            <a:pPr lvl="2"/>
            <a:r>
              <a:rPr lang="zh-CN" altLang="en-US" dirty="0">
                <a:latin typeface="Times New Roman" panose="02020603050405020304" pitchFamily="18" charset="0"/>
                <a:ea typeface="黑体" panose="02010609060101010101" pitchFamily="49" charset="-122"/>
                <a:cs typeface="Times New Roman" panose="02020603050405020304" pitchFamily="18" charset="0"/>
              </a:rPr>
              <a:t>加噪声（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Noise</a:t>
            </a:r>
            <a:r>
              <a:rPr lang="zh-CN" altLang="en-US" dirty="0">
                <a:latin typeface="Times New Roman" panose="02020603050405020304" pitchFamily="18" charset="0"/>
                <a:ea typeface="黑体" panose="02010609060101010101" pitchFamily="49" charset="-122"/>
                <a:cs typeface="Times New Roman" panose="02020603050405020304" pitchFamily="18" charset="0"/>
              </a:rPr>
              <a:t>）：加入随机噪声。</a:t>
            </a:r>
          </a:p>
        </p:txBody>
      </p:sp>
      <p:grpSp>
        <p:nvGrpSpPr>
          <p:cNvPr id="6" name="组合 5">
            <a:extLst>
              <a:ext uri="{FF2B5EF4-FFF2-40B4-BE49-F238E27FC236}">
                <a16:creationId xmlns:a16="http://schemas.microsoft.com/office/drawing/2014/main" id="{1D6867E2-59D7-A07E-067A-35BD621E28C8}"/>
              </a:ext>
            </a:extLst>
          </p:cNvPr>
          <p:cNvGrpSpPr/>
          <p:nvPr/>
        </p:nvGrpSpPr>
        <p:grpSpPr>
          <a:xfrm>
            <a:off x="0" y="131344"/>
            <a:ext cx="6890475" cy="1166543"/>
            <a:chOff x="0" y="260648"/>
            <a:chExt cx="6121840" cy="1166543"/>
          </a:xfrm>
        </p:grpSpPr>
        <p:sp>
          <p:nvSpPr>
            <p:cNvPr id="7" name="矩形 6">
              <a:extLst>
                <a:ext uri="{FF2B5EF4-FFF2-40B4-BE49-F238E27FC236}">
                  <a16:creationId xmlns:a16="http://schemas.microsoft.com/office/drawing/2014/main" id="{6489478E-B28E-E3FB-191C-770E4A31DE5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8" name="组合 7">
              <a:extLst>
                <a:ext uri="{FF2B5EF4-FFF2-40B4-BE49-F238E27FC236}">
                  <a16:creationId xmlns:a16="http://schemas.microsoft.com/office/drawing/2014/main" id="{EDF64D6E-A376-DE2A-B71B-B7B9ACC59DCE}"/>
                </a:ext>
              </a:extLst>
            </p:cNvPr>
            <p:cNvGrpSpPr/>
            <p:nvPr/>
          </p:nvGrpSpPr>
          <p:grpSpPr>
            <a:xfrm>
              <a:off x="695400" y="260648"/>
              <a:ext cx="5426440" cy="1166543"/>
              <a:chOff x="623392" y="310880"/>
              <a:chExt cx="5426440" cy="1166543"/>
            </a:xfrm>
          </p:grpSpPr>
          <p:sp>
            <p:nvSpPr>
              <p:cNvPr id="9" name="文本框 8">
                <a:extLst>
                  <a:ext uri="{FF2B5EF4-FFF2-40B4-BE49-F238E27FC236}">
                    <a16:creationId xmlns:a16="http://schemas.microsoft.com/office/drawing/2014/main" id="{245C0D17-A8C6-F94A-75F0-DB5BAC6371FA}"/>
                  </a:ext>
                </a:extLst>
              </p:cNvPr>
              <p:cNvSpPr txBox="1"/>
              <p:nvPr/>
            </p:nvSpPr>
            <p:spPr>
              <a:xfrm>
                <a:off x="623392" y="310880"/>
                <a:ext cx="5426440"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数据增强（</a:t>
                </a: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Data Augmentation</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a:t>
                </a:r>
              </a:p>
            </p:txBody>
          </p:sp>
          <p:cxnSp>
            <p:nvCxnSpPr>
              <p:cNvPr id="10" name="直接连接符 9">
                <a:extLst>
                  <a:ext uri="{FF2B5EF4-FFF2-40B4-BE49-F238E27FC236}">
                    <a16:creationId xmlns:a16="http://schemas.microsoft.com/office/drawing/2014/main" id="{7EEC52F4-502E-2DDE-D97C-8C49AF2E83F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CA6D999F-E125-8BDB-0BF1-E309251500A4}"/>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14272849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253647C1-5348-31C1-E356-279AEFE62239}"/>
              </a:ext>
            </a:extLst>
          </p:cNvPr>
          <p:cNvGrpSpPr/>
          <p:nvPr/>
        </p:nvGrpSpPr>
        <p:grpSpPr>
          <a:xfrm>
            <a:off x="0" y="131344"/>
            <a:ext cx="4916059" cy="1166543"/>
            <a:chOff x="0" y="260648"/>
            <a:chExt cx="4367671" cy="1166543"/>
          </a:xfrm>
        </p:grpSpPr>
        <p:sp>
          <p:nvSpPr>
            <p:cNvPr id="5" name="矩形 4">
              <a:extLst>
                <a:ext uri="{FF2B5EF4-FFF2-40B4-BE49-F238E27FC236}">
                  <a16:creationId xmlns:a16="http://schemas.microsoft.com/office/drawing/2014/main" id="{8A99EDA8-DF54-B8D0-94DE-00AEA1252180}"/>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6" name="组合 5">
              <a:extLst>
                <a:ext uri="{FF2B5EF4-FFF2-40B4-BE49-F238E27FC236}">
                  <a16:creationId xmlns:a16="http://schemas.microsoft.com/office/drawing/2014/main" id="{88CB8389-C099-D4D9-DE68-20EAD41AA5AC}"/>
                </a:ext>
              </a:extLst>
            </p:cNvPr>
            <p:cNvGrpSpPr/>
            <p:nvPr/>
          </p:nvGrpSpPr>
          <p:grpSpPr>
            <a:xfrm>
              <a:off x="695400" y="260648"/>
              <a:ext cx="3672271" cy="1166543"/>
              <a:chOff x="623392" y="310880"/>
              <a:chExt cx="3672271" cy="1166543"/>
            </a:xfrm>
          </p:grpSpPr>
          <p:sp>
            <p:nvSpPr>
              <p:cNvPr id="7" name="文本框 6">
                <a:extLst>
                  <a:ext uri="{FF2B5EF4-FFF2-40B4-BE49-F238E27FC236}">
                    <a16:creationId xmlns:a16="http://schemas.microsoft.com/office/drawing/2014/main" id="{34966936-A710-5FFF-2821-BD3BA6FF1AB8}"/>
                  </a:ext>
                </a:extLst>
              </p:cNvPr>
              <p:cNvSpPr txBox="1"/>
              <p:nvPr/>
            </p:nvSpPr>
            <p:spPr>
              <a:xfrm>
                <a:off x="623392" y="310880"/>
                <a:ext cx="3092196"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生物分子数据增强</a:t>
                </a:r>
              </a:p>
            </p:txBody>
          </p:sp>
          <p:cxnSp>
            <p:nvCxnSpPr>
              <p:cNvPr id="8" name="直接连接符 7">
                <a:extLst>
                  <a:ext uri="{FF2B5EF4-FFF2-40B4-BE49-F238E27FC236}">
                    <a16:creationId xmlns:a16="http://schemas.microsoft.com/office/drawing/2014/main" id="{09BA3318-E3FD-D466-CFA7-AA936B99C063}"/>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 name="文本框 8">
                <a:extLst>
                  <a:ext uri="{FF2B5EF4-FFF2-40B4-BE49-F238E27FC236}">
                    <a16:creationId xmlns:a16="http://schemas.microsoft.com/office/drawing/2014/main" id="{9E82E26E-C84F-D072-F932-A0D5DD2A83D3}"/>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pic>
        <p:nvPicPr>
          <p:cNvPr id="11" name="图片 10">
            <a:extLst>
              <a:ext uri="{FF2B5EF4-FFF2-40B4-BE49-F238E27FC236}">
                <a16:creationId xmlns:a16="http://schemas.microsoft.com/office/drawing/2014/main" id="{FBE4A13A-CA0F-217C-3A57-2714581D5E5C}"/>
              </a:ext>
            </a:extLst>
          </p:cNvPr>
          <p:cNvPicPr>
            <a:picLocks noChangeAspect="1"/>
          </p:cNvPicPr>
          <p:nvPr/>
        </p:nvPicPr>
        <p:blipFill>
          <a:blip r:embed="rId2"/>
          <a:stretch>
            <a:fillRect/>
          </a:stretch>
        </p:blipFill>
        <p:spPr>
          <a:xfrm>
            <a:off x="1223636" y="1992855"/>
            <a:ext cx="3039516" cy="4055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图片 12">
            <a:extLst>
              <a:ext uri="{FF2B5EF4-FFF2-40B4-BE49-F238E27FC236}">
                <a16:creationId xmlns:a16="http://schemas.microsoft.com/office/drawing/2014/main" id="{3690CCA3-4156-1C8E-8ED0-871559168BDF}"/>
              </a:ext>
            </a:extLst>
          </p:cNvPr>
          <p:cNvPicPr>
            <a:picLocks noChangeAspect="1"/>
          </p:cNvPicPr>
          <p:nvPr/>
        </p:nvPicPr>
        <p:blipFill>
          <a:blip r:embed="rId3"/>
          <a:stretch>
            <a:fillRect/>
          </a:stretch>
        </p:blipFill>
        <p:spPr>
          <a:xfrm>
            <a:off x="5544725" y="1452813"/>
            <a:ext cx="4497904" cy="5303156"/>
          </a:xfrm>
          <a:prstGeom prst="rect">
            <a:avLst/>
          </a:prstGeom>
        </p:spPr>
      </p:pic>
      <p:pic>
        <p:nvPicPr>
          <p:cNvPr id="15" name="图片 14">
            <a:extLst>
              <a:ext uri="{FF2B5EF4-FFF2-40B4-BE49-F238E27FC236}">
                <a16:creationId xmlns:a16="http://schemas.microsoft.com/office/drawing/2014/main" id="{A21F4C3E-FA64-104F-C583-2D7AEEAF6C70}"/>
              </a:ext>
            </a:extLst>
          </p:cNvPr>
          <p:cNvPicPr>
            <a:picLocks noChangeAspect="1"/>
          </p:cNvPicPr>
          <p:nvPr/>
        </p:nvPicPr>
        <p:blipFill>
          <a:blip r:embed="rId4"/>
          <a:stretch>
            <a:fillRect/>
          </a:stretch>
        </p:blipFill>
        <p:spPr>
          <a:xfrm>
            <a:off x="1223636" y="5580742"/>
            <a:ext cx="3100597" cy="1175227"/>
          </a:xfrm>
          <a:prstGeom prst="rect">
            <a:avLst/>
          </a:prstGeom>
          <a:ln>
            <a:noFill/>
          </a:ln>
          <a:effectLst>
            <a:outerShdw blurRad="190500" algn="tl" rotWithShape="0">
              <a:srgbClr val="000000">
                <a:alpha val="70000"/>
              </a:srgbClr>
            </a:outerShdw>
          </a:effectLst>
        </p:spPr>
      </p:pic>
      <p:sp>
        <p:nvSpPr>
          <p:cNvPr id="16" name="文本框 15">
            <a:extLst>
              <a:ext uri="{FF2B5EF4-FFF2-40B4-BE49-F238E27FC236}">
                <a16:creationId xmlns:a16="http://schemas.microsoft.com/office/drawing/2014/main" id="{8C8D2F31-1765-EE1C-677F-4DE86752E9A7}"/>
              </a:ext>
            </a:extLst>
          </p:cNvPr>
          <p:cNvSpPr txBox="1"/>
          <p:nvPr/>
        </p:nvSpPr>
        <p:spPr>
          <a:xfrm>
            <a:off x="1064404" y="1216645"/>
            <a:ext cx="3553821" cy="584775"/>
          </a:xfrm>
          <a:prstGeom prst="rect">
            <a:avLst/>
          </a:prstGeom>
          <a:noFill/>
        </p:spPr>
        <p:txBody>
          <a:bodyPr wrap="square" rtlCol="0">
            <a:spAutoFit/>
          </a:bodyPr>
          <a:lstStyle/>
          <a:p>
            <a:pPr algn="ctr"/>
            <a:r>
              <a:rPr lang="en-US" altLang="zh-CN" sz="1600" b="1" kern="100" dirty="0">
                <a:solidFill>
                  <a:srgbClr val="000000"/>
                </a:solidFill>
                <a:effectLst/>
                <a:latin typeface="Times New Roman" panose="02020603050405020304" pitchFamily="18" charset="0"/>
                <a:ea typeface="宋体" panose="02010600030101010101" pitchFamily="2" charset="-122"/>
              </a:rPr>
              <a:t>Future Generation Computer Systems</a:t>
            </a:r>
            <a:r>
              <a:rPr lang="en-US" altLang="zh-CN" sz="1600" kern="100" dirty="0">
                <a:solidFill>
                  <a:srgbClr val="000000"/>
                </a:solidFill>
                <a:effectLst/>
                <a:latin typeface="Times New Roman" panose="02020603050405020304" pitchFamily="18" charset="0"/>
                <a:ea typeface="宋体" panose="02010600030101010101" pitchFamily="2" charset="-122"/>
              </a:rPr>
              <a:t>,2024, 160: 305-315.</a:t>
            </a:r>
            <a:r>
              <a:rPr lang="en-US" altLang="zh-CN" sz="1600" b="1" kern="100" dirty="0">
                <a:solidFill>
                  <a:srgbClr val="000000"/>
                </a:solidFill>
                <a:effectLst/>
                <a:latin typeface="Times New Roman" panose="02020603050405020304" pitchFamily="18" charset="0"/>
                <a:ea typeface="宋体" panose="02010600030101010101" pitchFamily="2" charset="-122"/>
              </a:rPr>
              <a:t> (IF: 7.3)</a:t>
            </a:r>
            <a:endParaRPr lang="zh-CN" altLang="en-US" sz="1600" dirty="0"/>
          </a:p>
        </p:txBody>
      </p:sp>
      <p:sp>
        <p:nvSpPr>
          <p:cNvPr id="19" name="矩形 18">
            <a:extLst>
              <a:ext uri="{FF2B5EF4-FFF2-40B4-BE49-F238E27FC236}">
                <a16:creationId xmlns:a16="http://schemas.microsoft.com/office/drawing/2014/main" id="{32687507-1E12-710A-7B7A-1A284E2776D1}"/>
              </a:ext>
            </a:extLst>
          </p:cNvPr>
          <p:cNvSpPr/>
          <p:nvPr/>
        </p:nvSpPr>
        <p:spPr>
          <a:xfrm>
            <a:off x="7402664" y="1297887"/>
            <a:ext cx="2795073" cy="2001904"/>
          </a:xfrm>
          <a:prstGeom prst="rect">
            <a:avLst/>
          </a:prstGeom>
          <a:noFill/>
          <a:ln w="31750" cap="flat" cmpd="sng" algn="ctr">
            <a:solidFill>
              <a:srgbClr val="3608B8"/>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E8BCAB81-D5FA-675A-601A-12D195A4E3FC}"/>
              </a:ext>
            </a:extLst>
          </p:cNvPr>
          <p:cNvSpPr txBox="1"/>
          <p:nvPr/>
        </p:nvSpPr>
        <p:spPr>
          <a:xfrm>
            <a:off x="10345486" y="1453915"/>
            <a:ext cx="1710190" cy="1754326"/>
          </a:xfrm>
          <a:prstGeom prst="rect">
            <a:avLst/>
          </a:prstGeom>
          <a:noFill/>
        </p:spPr>
        <p:txBody>
          <a:bodyPr wrap="square">
            <a:spAutoFit/>
          </a:bodyPr>
          <a:lstStyle/>
          <a:p>
            <a:r>
              <a:rPr lang="zh-CN" altLang="en-US" b="1" dirty="0">
                <a:solidFill>
                  <a:srgbClr val="C00000"/>
                </a:solidFill>
                <a:latin typeface="黑体" panose="02010609060101010101" pitchFamily="49" charset="-122"/>
                <a:ea typeface="黑体" panose="02010609060101010101" pitchFamily="49" charset="-122"/>
              </a:rPr>
              <a:t>替换（字典法）</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solidFill>
                  <a:srgbClr val="C00000"/>
                </a:solidFill>
                <a:latin typeface="黑体" panose="02010609060101010101" pitchFamily="49" charset="-122"/>
                <a:ea typeface="黑体" panose="02010609060101010101" pitchFamily="49" charset="-122"/>
              </a:rPr>
              <a:t>替换（丙氨酸）</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solidFill>
                  <a:srgbClr val="C00000"/>
                </a:solidFill>
                <a:latin typeface="黑体" panose="02010609060101010101" pitchFamily="49" charset="-122"/>
                <a:ea typeface="黑体" panose="02010609060101010101" pitchFamily="49" charset="-122"/>
              </a:rPr>
              <a:t>全局打乱</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solidFill>
                  <a:srgbClr val="C00000"/>
                </a:solidFill>
                <a:latin typeface="黑体" panose="02010609060101010101" pitchFamily="49" charset="-122"/>
                <a:ea typeface="黑体" panose="02010609060101010101" pitchFamily="49" charset="-122"/>
              </a:rPr>
              <a:t>局部打乱</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solidFill>
                  <a:srgbClr val="C00000"/>
                </a:solidFill>
                <a:latin typeface="黑体" panose="02010609060101010101" pitchFamily="49" charset="-122"/>
                <a:ea typeface="黑体" panose="02010609060101010101" pitchFamily="49" charset="-122"/>
              </a:rPr>
              <a:t>序列反转</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solidFill>
                  <a:srgbClr val="C00000"/>
                </a:solidFill>
                <a:latin typeface="黑体" panose="02010609060101010101" pitchFamily="49" charset="-122"/>
                <a:ea typeface="黑体" panose="02010609060101010101" pitchFamily="49" charset="-122"/>
              </a:rPr>
              <a:t>子采样</a:t>
            </a:r>
            <a:endParaRPr lang="zh-CN" altLang="en-US"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2389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animBg="1"/>
      <p:bldP spid="2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26A466A3-0E5F-4888-9DA8-10D04BC38678}"/>
                  </a:ext>
                </a:extLst>
              </p:cNvPr>
              <p:cNvSpPr>
                <a:spLocks noGrp="1"/>
              </p:cNvSpPr>
              <p:nvPr/>
            </p:nvSpPr>
            <p:spPr bwMode="auto">
              <a:xfrm>
                <a:off x="609600" y="1142999"/>
                <a:ext cx="10972800" cy="5410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dirty="0"/>
                  <a:t>优化问题可以写为</a:t>
                </a:r>
                <a:endParaRPr lang="en-US" altLang="zh-CN" dirty="0"/>
              </a:p>
              <a:p>
                <a:endParaRPr lang="en-US" altLang="zh-CN" dirty="0"/>
              </a:p>
              <a:p>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ℓ</m:t>
                        </m:r>
                      </m:e>
                      <m:sub>
                        <m:r>
                          <m:rPr>
                            <m:sty m:val="p"/>
                          </m:rPr>
                          <a:rPr lang="en-US" altLang="zh-CN">
                            <a:latin typeface="Cambria Math" panose="02040503050406030204" pitchFamily="18" charset="0"/>
                          </a:rPr>
                          <m:t>p</m:t>
                        </m:r>
                      </m:sub>
                    </m:sSub>
                  </m:oMath>
                </a14:m>
                <a:r>
                  <a:rPr lang="en-US" altLang="zh-CN" dirty="0"/>
                  <a:t> </a:t>
                </a:r>
                <a:r>
                  <a:rPr lang="zh-CN" altLang="en-US" dirty="0"/>
                  <a:t>为范数函数，</a:t>
                </a:r>
                <a:r>
                  <a:rPr lang="en-US" altLang="zh-CN" dirty="0"/>
                  <a:t>p</a:t>
                </a:r>
                <a:r>
                  <a:rPr lang="zh-CN" altLang="en-US" dirty="0"/>
                  <a:t>的取值通常为</a:t>
                </a:r>
                <a:r>
                  <a:rPr lang="en-US" altLang="zh-CN" dirty="0"/>
                  <a:t>{1,2}</a:t>
                </a:r>
                <a:r>
                  <a:rPr lang="zh-CN" altLang="en-US" dirty="0"/>
                  <a:t>代表</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ℓ</m:t>
                        </m:r>
                      </m:e>
                      <m:sub>
                        <m:r>
                          <a:rPr lang="en-US" altLang="zh-CN" smtClean="0">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ℓ</m:t>
                        </m:r>
                      </m:e>
                      <m:sub>
                        <m:r>
                          <a:rPr lang="en-US" altLang="zh-CN">
                            <a:latin typeface="Cambria Math" panose="02040503050406030204" pitchFamily="18" charset="0"/>
                          </a:rPr>
                          <m:t>2</m:t>
                        </m:r>
                      </m:sub>
                    </m:sSub>
                  </m:oMath>
                </a14:m>
                <a:r>
                  <a:rPr lang="zh-CN" altLang="en-US" dirty="0"/>
                  <a:t>范数，</a:t>
                </a:r>
                <a:r>
                  <a:rPr lang="en-US" altLang="zh-CN" dirty="0"/>
                  <a:t>λ</a:t>
                </a:r>
                <a:r>
                  <a:rPr lang="zh-CN" altLang="en-US" dirty="0"/>
                  <a:t>为正则化系数。</a:t>
                </a:r>
              </a:p>
            </p:txBody>
          </p:sp>
        </mc:Choice>
        <mc:Fallback xmlns="">
          <p:sp>
            <p:nvSpPr>
              <p:cNvPr id="5" name="内容占位符 2">
                <a:extLst>
                  <a:ext uri="{FF2B5EF4-FFF2-40B4-BE49-F238E27FC236}">
                    <a16:creationId xmlns:a16="http://schemas.microsoft.com/office/drawing/2014/main" id="{26A466A3-0E5F-4888-9DA8-10D04BC38678}"/>
                  </a:ext>
                </a:extLst>
              </p:cNvPr>
              <p:cNvSpPr>
                <a:spLocks noGrp="1" noRot="1" noChangeAspect="1" noMove="1" noResize="1" noEditPoints="1" noAdjustHandles="1" noChangeArrowheads="1" noChangeShapeType="1" noTextEdit="1"/>
              </p:cNvSpPr>
              <p:nvPr/>
            </p:nvSpPr>
            <p:spPr bwMode="auto">
              <a:xfrm>
                <a:off x="609600" y="1142999"/>
                <a:ext cx="10972800" cy="5410200"/>
              </a:xfrm>
              <a:prstGeom prst="rect">
                <a:avLst/>
              </a:prstGeom>
              <a:blipFill>
                <a:blip r:embed="rId2"/>
                <a:stretch>
                  <a:fillRect l="-778" t="-13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5A10FFB-B68A-1C2A-7282-9C94F2E52B0A}"/>
              </a:ext>
            </a:extLst>
          </p:cNvPr>
          <p:cNvGrpSpPr/>
          <p:nvPr/>
        </p:nvGrpSpPr>
        <p:grpSpPr>
          <a:xfrm>
            <a:off x="0" y="67733"/>
            <a:ext cx="4916059" cy="1166543"/>
            <a:chOff x="0" y="260648"/>
            <a:chExt cx="4367671" cy="1166543"/>
          </a:xfrm>
        </p:grpSpPr>
        <p:sp>
          <p:nvSpPr>
            <p:cNvPr id="7" name="矩形 6">
              <a:extLst>
                <a:ext uri="{FF2B5EF4-FFF2-40B4-BE49-F238E27FC236}">
                  <a16:creationId xmlns:a16="http://schemas.microsoft.com/office/drawing/2014/main" id="{1BE45AF4-7E4A-7C62-DCE5-01C5B22F504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8" name="组合 7">
              <a:extLst>
                <a:ext uri="{FF2B5EF4-FFF2-40B4-BE49-F238E27FC236}">
                  <a16:creationId xmlns:a16="http://schemas.microsoft.com/office/drawing/2014/main" id="{BBBBD8BD-4237-44F6-C088-13A9A4BD948E}"/>
                </a:ext>
              </a:extLst>
            </p:cNvPr>
            <p:cNvGrpSpPr/>
            <p:nvPr/>
          </p:nvGrpSpPr>
          <p:grpSpPr>
            <a:xfrm>
              <a:off x="695400" y="260648"/>
              <a:ext cx="3672271" cy="1166543"/>
              <a:chOff x="623392" y="310880"/>
              <a:chExt cx="3672271" cy="1166543"/>
            </a:xfrm>
          </p:grpSpPr>
          <p:sp>
            <p:nvSpPr>
              <p:cNvPr id="9" name="文本框 8">
                <a:extLst>
                  <a:ext uri="{FF2B5EF4-FFF2-40B4-BE49-F238E27FC236}">
                    <a16:creationId xmlns:a16="http://schemas.microsoft.com/office/drawing/2014/main" id="{5C2AD058-A333-D1A4-C3D4-B7E23E86B072}"/>
                  </a:ext>
                </a:extLst>
              </p:cNvPr>
              <p:cNvSpPr txBox="1"/>
              <p:nvPr/>
            </p:nvSpPr>
            <p:spPr>
              <a:xfrm>
                <a:off x="623392" y="310880"/>
                <a:ext cx="2214896"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L1/L2</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正则化</a:t>
                </a:r>
              </a:p>
            </p:txBody>
          </p:sp>
          <p:cxnSp>
            <p:nvCxnSpPr>
              <p:cNvPr id="10" name="直接连接符 9">
                <a:extLst>
                  <a:ext uri="{FF2B5EF4-FFF2-40B4-BE49-F238E27FC236}">
                    <a16:creationId xmlns:a16="http://schemas.microsoft.com/office/drawing/2014/main" id="{DD98F230-7EF9-B049-444B-15954D3BEF9C}"/>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1" name="文本框 10">
                <a:extLst>
                  <a:ext uri="{FF2B5EF4-FFF2-40B4-BE49-F238E27FC236}">
                    <a16:creationId xmlns:a16="http://schemas.microsoft.com/office/drawing/2014/main" id="{81C6B106-BEC8-89EA-DDF7-A2A531A686A8}"/>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pic>
        <p:nvPicPr>
          <p:cNvPr id="12" name="图片 11">
            <a:extLst>
              <a:ext uri="{FF2B5EF4-FFF2-40B4-BE49-F238E27FC236}">
                <a16:creationId xmlns:a16="http://schemas.microsoft.com/office/drawing/2014/main" id="{1B69C586-0F91-479B-B37A-00A9AD615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702" y="1945510"/>
            <a:ext cx="4935071" cy="685800"/>
          </a:xfrm>
          <a:prstGeom prst="rect">
            <a:avLst/>
          </a:prstGeom>
        </p:spPr>
      </p:pic>
      <p:pic>
        <p:nvPicPr>
          <p:cNvPr id="13" name="图片 12">
            <a:extLst>
              <a:ext uri="{FF2B5EF4-FFF2-40B4-BE49-F238E27FC236}">
                <a16:creationId xmlns:a16="http://schemas.microsoft.com/office/drawing/2014/main" id="{156213A6-A21F-4E91-9F6A-B7267D650A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3573" y="3848099"/>
            <a:ext cx="6651345" cy="1964923"/>
          </a:xfrm>
          <a:prstGeom prst="rect">
            <a:avLst/>
          </a:prstGeom>
        </p:spPr>
      </p:pic>
    </p:spTree>
    <p:extLst>
      <p:ext uri="{BB962C8B-B14F-4D97-AF65-F5344CB8AC3E}">
        <p14:creationId xmlns:p14="http://schemas.microsoft.com/office/powerpoint/2010/main" val="11007871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50">
            <a:extLst>
              <a:ext uri="{FF2B5EF4-FFF2-40B4-BE49-F238E27FC236}">
                <a16:creationId xmlns:a16="http://schemas.microsoft.com/office/drawing/2014/main" id="{DA7F4D49-CB19-B2E5-0BF1-DFB771DE9891}"/>
              </a:ext>
            </a:extLst>
          </p:cNvPr>
          <p:cNvGrpSpPr/>
          <p:nvPr/>
        </p:nvGrpSpPr>
        <p:grpSpPr>
          <a:xfrm>
            <a:off x="6712227" y="839562"/>
            <a:ext cx="3257488" cy="2286406"/>
            <a:chOff x="5999125" y="4110157"/>
            <a:chExt cx="3257488" cy="2286406"/>
          </a:xfrm>
        </p:grpSpPr>
        <p:sp>
          <p:nvSpPr>
            <p:cNvPr id="5" name="手繪多邊形: 圖案 54">
              <a:extLst>
                <a:ext uri="{FF2B5EF4-FFF2-40B4-BE49-F238E27FC236}">
                  <a16:creationId xmlns:a16="http://schemas.microsoft.com/office/drawing/2014/main" id="{383C22A4-42D5-103C-DAB5-1B3018B052B3}"/>
                </a:ext>
              </a:extLst>
            </p:cNvPr>
            <p:cNvSpPr/>
            <p:nvPr/>
          </p:nvSpPr>
          <p:spPr>
            <a:xfrm>
              <a:off x="6120657" y="4735456"/>
              <a:ext cx="1659010"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手繪多邊形: 圖案 62">
              <a:extLst>
                <a:ext uri="{FF2B5EF4-FFF2-40B4-BE49-F238E27FC236}">
                  <a16:creationId xmlns:a16="http://schemas.microsoft.com/office/drawing/2014/main" id="{E473C3AA-9EA3-EEEF-10B0-FB39665879D3}"/>
                </a:ext>
              </a:extLst>
            </p:cNvPr>
            <p:cNvSpPr/>
            <p:nvPr/>
          </p:nvSpPr>
          <p:spPr>
            <a:xfrm>
              <a:off x="6273056" y="4887856"/>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手繪多邊形: 圖案 63">
              <a:extLst>
                <a:ext uri="{FF2B5EF4-FFF2-40B4-BE49-F238E27FC236}">
                  <a16:creationId xmlns:a16="http://schemas.microsoft.com/office/drawing/2014/main" id="{CA71F522-9D1B-850F-79FA-0107E101A7EA}"/>
                </a:ext>
              </a:extLst>
            </p:cNvPr>
            <p:cNvSpPr/>
            <p:nvPr/>
          </p:nvSpPr>
          <p:spPr>
            <a:xfrm>
              <a:off x="7445203" y="4663963"/>
              <a:ext cx="1659010"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手繪多邊形: 圖案 72">
              <a:extLst>
                <a:ext uri="{FF2B5EF4-FFF2-40B4-BE49-F238E27FC236}">
                  <a16:creationId xmlns:a16="http://schemas.microsoft.com/office/drawing/2014/main" id="{BDAD1D58-2E5F-FC08-32E3-64CE28F0EC6F}"/>
                </a:ext>
              </a:extLst>
            </p:cNvPr>
            <p:cNvSpPr/>
            <p:nvPr/>
          </p:nvSpPr>
          <p:spPr>
            <a:xfrm>
              <a:off x="7597603" y="5662948"/>
              <a:ext cx="1659010" cy="607788"/>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手繪多邊形: 圖案 73">
              <a:extLst>
                <a:ext uri="{FF2B5EF4-FFF2-40B4-BE49-F238E27FC236}">
                  <a16:creationId xmlns:a16="http://schemas.microsoft.com/office/drawing/2014/main" id="{4D57130F-5B99-F82D-1218-C5C521D4F796}"/>
                </a:ext>
              </a:extLst>
            </p:cNvPr>
            <p:cNvSpPr/>
            <p:nvPr/>
          </p:nvSpPr>
          <p:spPr>
            <a:xfrm flipV="1">
              <a:off x="5999125" y="4656920"/>
              <a:ext cx="1659010" cy="607788"/>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手繪多邊形: 圖案 74">
              <a:extLst>
                <a:ext uri="{FF2B5EF4-FFF2-40B4-BE49-F238E27FC236}">
                  <a16:creationId xmlns:a16="http://schemas.microsoft.com/office/drawing/2014/main" id="{510B191F-1886-0366-5C5B-D1E7239D222C}"/>
                </a:ext>
              </a:extLst>
            </p:cNvPr>
            <p:cNvSpPr/>
            <p:nvPr/>
          </p:nvSpPr>
          <p:spPr>
            <a:xfrm flipV="1">
              <a:off x="6794236" y="4110157"/>
              <a:ext cx="650967" cy="2144701"/>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手繪多邊形: 圖案 75">
              <a:extLst>
                <a:ext uri="{FF2B5EF4-FFF2-40B4-BE49-F238E27FC236}">
                  <a16:creationId xmlns:a16="http://schemas.microsoft.com/office/drawing/2014/main" id="{D3CD7B52-145F-71B6-4C13-53556870345A}"/>
                </a:ext>
              </a:extLst>
            </p:cNvPr>
            <p:cNvSpPr/>
            <p:nvPr/>
          </p:nvSpPr>
          <p:spPr>
            <a:xfrm flipV="1">
              <a:off x="7707778" y="4134428"/>
              <a:ext cx="650967" cy="2144701"/>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手繪多邊形: 圖案 76">
              <a:extLst>
                <a:ext uri="{FF2B5EF4-FFF2-40B4-BE49-F238E27FC236}">
                  <a16:creationId xmlns:a16="http://schemas.microsoft.com/office/drawing/2014/main" id="{245D1168-9E1A-45E0-BA5F-8893890DC3A5}"/>
                </a:ext>
              </a:extLst>
            </p:cNvPr>
            <p:cNvSpPr/>
            <p:nvPr/>
          </p:nvSpPr>
          <p:spPr>
            <a:xfrm flipV="1">
              <a:off x="8067129" y="4251862"/>
              <a:ext cx="650967" cy="2144701"/>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3" name="手繪多邊形: 圖案 47">
            <a:extLst>
              <a:ext uri="{FF2B5EF4-FFF2-40B4-BE49-F238E27FC236}">
                <a16:creationId xmlns:a16="http://schemas.microsoft.com/office/drawing/2014/main" id="{E6DBAC08-2767-0684-8D23-E79018786559}"/>
              </a:ext>
            </a:extLst>
          </p:cNvPr>
          <p:cNvSpPr/>
          <p:nvPr/>
        </p:nvSpPr>
        <p:spPr>
          <a:xfrm>
            <a:off x="7074120" y="4632160"/>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手繪多邊形: 圖案 46">
            <a:extLst>
              <a:ext uri="{FF2B5EF4-FFF2-40B4-BE49-F238E27FC236}">
                <a16:creationId xmlns:a16="http://schemas.microsoft.com/office/drawing/2014/main" id="{6F086A25-1F49-DCA3-084B-897018648C60}"/>
              </a:ext>
            </a:extLst>
          </p:cNvPr>
          <p:cNvSpPr/>
          <p:nvPr/>
        </p:nvSpPr>
        <p:spPr>
          <a:xfrm>
            <a:off x="6992994" y="1605719"/>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單箭頭接點 4">
            <a:extLst>
              <a:ext uri="{FF2B5EF4-FFF2-40B4-BE49-F238E27FC236}">
                <a16:creationId xmlns:a16="http://schemas.microsoft.com/office/drawing/2014/main" id="{C5B9CBD6-27EB-D43E-39E6-746B97E50741}"/>
              </a:ext>
            </a:extLst>
          </p:cNvPr>
          <p:cNvCxnSpPr>
            <a:cxnSpLocks/>
          </p:cNvCxnSpPr>
          <p:nvPr/>
        </p:nvCxnSpPr>
        <p:spPr>
          <a:xfrm>
            <a:off x="2693180" y="3842554"/>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5">
            <a:extLst>
              <a:ext uri="{FF2B5EF4-FFF2-40B4-BE49-F238E27FC236}">
                <a16:creationId xmlns:a16="http://schemas.microsoft.com/office/drawing/2014/main" id="{A5595AB9-CFB7-8861-67BA-8E382732E704}"/>
              </a:ext>
            </a:extLst>
          </p:cNvPr>
          <p:cNvCxnSpPr>
            <a:cxnSpLocks/>
          </p:cNvCxnSpPr>
          <p:nvPr/>
        </p:nvCxnSpPr>
        <p:spPr>
          <a:xfrm rot="16200000">
            <a:off x="1576412" y="2725786"/>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字方塊 8">
                <a:extLst>
                  <a:ext uri="{FF2B5EF4-FFF2-40B4-BE49-F238E27FC236}">
                    <a16:creationId xmlns:a16="http://schemas.microsoft.com/office/drawing/2014/main" id="{8F549B93-83D0-DCDD-E139-D13BC5FBFB30}"/>
                  </a:ext>
                </a:extLst>
              </p:cNvPr>
              <p:cNvSpPr txBox="1"/>
              <p:nvPr/>
            </p:nvSpPr>
            <p:spPr>
              <a:xfrm>
                <a:off x="4970732" y="3889273"/>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18" name="文字方塊 8">
                <a:extLst>
                  <a:ext uri="{FF2B5EF4-FFF2-40B4-BE49-F238E27FC236}">
                    <a16:creationId xmlns:a16="http://schemas.microsoft.com/office/drawing/2014/main" id="{8F549B93-83D0-DCDD-E139-D13BC5FBFB30}"/>
                  </a:ext>
                </a:extLst>
              </p:cNvPr>
              <p:cNvSpPr txBox="1">
                <a:spLocks noRot="1" noChangeAspect="1" noMove="1" noResize="1" noEditPoints="1" noAdjustHandles="1" noChangeArrowheads="1" noChangeShapeType="1" noTextEdit="1"/>
              </p:cNvSpPr>
              <p:nvPr/>
            </p:nvSpPr>
            <p:spPr>
              <a:xfrm>
                <a:off x="4970732" y="3889273"/>
                <a:ext cx="241733" cy="369332"/>
              </a:xfrm>
              <a:prstGeom prst="rect">
                <a:avLst/>
              </a:prstGeom>
              <a:blipFill>
                <a:blip r:embed="rId2"/>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9">
                <a:extLst>
                  <a:ext uri="{FF2B5EF4-FFF2-40B4-BE49-F238E27FC236}">
                    <a16:creationId xmlns:a16="http://schemas.microsoft.com/office/drawing/2014/main" id="{04AA2152-D3AA-F693-0AE8-9C76EAF87F65}"/>
                  </a:ext>
                </a:extLst>
              </p:cNvPr>
              <p:cNvSpPr txBox="1"/>
              <p:nvPr/>
            </p:nvSpPr>
            <p:spPr>
              <a:xfrm>
                <a:off x="2332480" y="1609018"/>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19" name="文字方塊 9">
                <a:extLst>
                  <a:ext uri="{FF2B5EF4-FFF2-40B4-BE49-F238E27FC236}">
                    <a16:creationId xmlns:a16="http://schemas.microsoft.com/office/drawing/2014/main" id="{04AA2152-D3AA-F693-0AE8-9C76EAF87F65}"/>
                  </a:ext>
                </a:extLst>
              </p:cNvPr>
              <p:cNvSpPr txBox="1">
                <a:spLocks noRot="1" noChangeAspect="1" noMove="1" noResize="1" noEditPoints="1" noAdjustHandles="1" noChangeArrowheads="1" noChangeShapeType="1" noTextEdit="1"/>
              </p:cNvSpPr>
              <p:nvPr/>
            </p:nvSpPr>
            <p:spPr>
              <a:xfrm>
                <a:off x="2332480" y="1609018"/>
                <a:ext cx="245708" cy="369332"/>
              </a:xfrm>
              <a:prstGeom prst="rect">
                <a:avLst/>
              </a:prstGeom>
              <a:blipFill>
                <a:blip r:embed="rId3"/>
                <a:stretch>
                  <a:fillRect l="-30000" r="-30000" b="-24590"/>
                </a:stretch>
              </a:blipFill>
            </p:spPr>
            <p:txBody>
              <a:bodyPr/>
              <a:lstStyle/>
              <a:p>
                <a:r>
                  <a:rPr lang="zh-CN" altLang="en-US">
                    <a:noFill/>
                  </a:rPr>
                  <a:t> </a:t>
                </a:r>
              </a:p>
            </p:txBody>
          </p:sp>
        </mc:Fallback>
      </mc:AlternateContent>
      <p:cxnSp>
        <p:nvCxnSpPr>
          <p:cNvPr id="20" name="直線單箭頭接點 16">
            <a:extLst>
              <a:ext uri="{FF2B5EF4-FFF2-40B4-BE49-F238E27FC236}">
                <a16:creationId xmlns:a16="http://schemas.microsoft.com/office/drawing/2014/main" id="{50B12F9D-3DB3-ACA3-614A-24B5F5C2863F}"/>
              </a:ext>
            </a:extLst>
          </p:cNvPr>
          <p:cNvCxnSpPr>
            <a:cxnSpLocks/>
          </p:cNvCxnSpPr>
          <p:nvPr/>
        </p:nvCxnSpPr>
        <p:spPr>
          <a:xfrm>
            <a:off x="6902188" y="3213957"/>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17">
            <a:extLst>
              <a:ext uri="{FF2B5EF4-FFF2-40B4-BE49-F238E27FC236}">
                <a16:creationId xmlns:a16="http://schemas.microsoft.com/office/drawing/2014/main" id="{F28E96D9-8B24-EB07-9337-E4C7661432BF}"/>
              </a:ext>
            </a:extLst>
          </p:cNvPr>
          <p:cNvCxnSpPr>
            <a:cxnSpLocks/>
          </p:cNvCxnSpPr>
          <p:nvPr/>
        </p:nvCxnSpPr>
        <p:spPr>
          <a:xfrm rot="16200000">
            <a:off x="5785420" y="2097189"/>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19">
                <a:extLst>
                  <a:ext uri="{FF2B5EF4-FFF2-40B4-BE49-F238E27FC236}">
                    <a16:creationId xmlns:a16="http://schemas.microsoft.com/office/drawing/2014/main" id="{DF4A51F0-2113-BED3-D3B2-F9964298149F}"/>
                  </a:ext>
                </a:extLst>
              </p:cNvPr>
              <p:cNvSpPr txBox="1"/>
              <p:nvPr/>
            </p:nvSpPr>
            <p:spPr>
              <a:xfrm>
                <a:off x="9179740" y="3260676"/>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22" name="文字方塊 19">
                <a:extLst>
                  <a:ext uri="{FF2B5EF4-FFF2-40B4-BE49-F238E27FC236}">
                    <a16:creationId xmlns:a16="http://schemas.microsoft.com/office/drawing/2014/main" id="{DF4A51F0-2113-BED3-D3B2-F9964298149F}"/>
                  </a:ext>
                </a:extLst>
              </p:cNvPr>
              <p:cNvSpPr txBox="1">
                <a:spLocks noRot="1" noChangeAspect="1" noMove="1" noResize="1" noEditPoints="1" noAdjustHandles="1" noChangeArrowheads="1" noChangeShapeType="1" noTextEdit="1"/>
              </p:cNvSpPr>
              <p:nvPr/>
            </p:nvSpPr>
            <p:spPr>
              <a:xfrm>
                <a:off x="9179740" y="3260676"/>
                <a:ext cx="241733" cy="369332"/>
              </a:xfrm>
              <a:prstGeom prst="rect">
                <a:avLst/>
              </a:prstGeom>
              <a:blipFill>
                <a:blip r:embed="rId4"/>
                <a:stretch>
                  <a:fillRect l="-17500" r="-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字方塊 20">
                <a:extLst>
                  <a:ext uri="{FF2B5EF4-FFF2-40B4-BE49-F238E27FC236}">
                    <a16:creationId xmlns:a16="http://schemas.microsoft.com/office/drawing/2014/main" id="{8E1BFE03-8472-EA88-B1F6-E7871400F71E}"/>
                  </a:ext>
                </a:extLst>
              </p:cNvPr>
              <p:cNvSpPr txBox="1"/>
              <p:nvPr/>
            </p:nvSpPr>
            <p:spPr>
              <a:xfrm>
                <a:off x="6541488" y="980421"/>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23" name="文字方塊 20">
                <a:extLst>
                  <a:ext uri="{FF2B5EF4-FFF2-40B4-BE49-F238E27FC236}">
                    <a16:creationId xmlns:a16="http://schemas.microsoft.com/office/drawing/2014/main" id="{8E1BFE03-8472-EA88-B1F6-E7871400F71E}"/>
                  </a:ext>
                </a:extLst>
              </p:cNvPr>
              <p:cNvSpPr txBox="1">
                <a:spLocks noRot="1" noChangeAspect="1" noMove="1" noResize="1" noEditPoints="1" noAdjustHandles="1" noChangeArrowheads="1" noChangeShapeType="1" noTextEdit="1"/>
              </p:cNvSpPr>
              <p:nvPr/>
            </p:nvSpPr>
            <p:spPr>
              <a:xfrm>
                <a:off x="6541488" y="980421"/>
                <a:ext cx="245708" cy="369332"/>
              </a:xfrm>
              <a:prstGeom prst="rect">
                <a:avLst/>
              </a:prstGeom>
              <a:blipFill>
                <a:blip r:embed="rId5"/>
                <a:stretch>
                  <a:fillRect l="-30000" r="-30000" b="-26667"/>
                </a:stretch>
              </a:blipFill>
            </p:spPr>
            <p:txBody>
              <a:bodyPr/>
              <a:lstStyle/>
              <a:p>
                <a:r>
                  <a:rPr lang="zh-CN" altLang="en-US">
                    <a:noFill/>
                  </a:rPr>
                  <a:t> </a:t>
                </a:r>
              </a:p>
            </p:txBody>
          </p:sp>
        </mc:Fallback>
      </mc:AlternateContent>
      <p:sp>
        <p:nvSpPr>
          <p:cNvPr id="24" name="橢圓 21">
            <a:extLst>
              <a:ext uri="{FF2B5EF4-FFF2-40B4-BE49-F238E27FC236}">
                <a16:creationId xmlns:a16="http://schemas.microsoft.com/office/drawing/2014/main" id="{B2E61089-A7B8-9D49-9324-1032C54A4A07}"/>
              </a:ext>
            </a:extLst>
          </p:cNvPr>
          <p:cNvSpPr/>
          <p:nvPr/>
        </p:nvSpPr>
        <p:spPr>
          <a:xfrm>
            <a:off x="7262887" y="2161815"/>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2">
            <a:extLst>
              <a:ext uri="{FF2B5EF4-FFF2-40B4-BE49-F238E27FC236}">
                <a16:creationId xmlns:a16="http://schemas.microsoft.com/office/drawing/2014/main" id="{530EFCEC-1189-79C7-A3C8-4C2DB622CCBF}"/>
              </a:ext>
            </a:extLst>
          </p:cNvPr>
          <p:cNvSpPr/>
          <p:nvPr/>
        </p:nvSpPr>
        <p:spPr>
          <a:xfrm>
            <a:off x="8460315" y="1786143"/>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3">
            <a:extLst>
              <a:ext uri="{FF2B5EF4-FFF2-40B4-BE49-F238E27FC236}">
                <a16:creationId xmlns:a16="http://schemas.microsoft.com/office/drawing/2014/main" id="{A0212D23-C918-824B-2A11-71D21978ECE6}"/>
              </a:ext>
            </a:extLst>
          </p:cNvPr>
          <p:cNvSpPr/>
          <p:nvPr/>
        </p:nvSpPr>
        <p:spPr>
          <a:xfrm>
            <a:off x="8983118" y="2577172"/>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7">
            <a:extLst>
              <a:ext uri="{FF2B5EF4-FFF2-40B4-BE49-F238E27FC236}">
                <a16:creationId xmlns:a16="http://schemas.microsoft.com/office/drawing/2014/main" id="{C1E9044C-C287-56B7-09A7-E5218CCD643D}"/>
              </a:ext>
            </a:extLst>
          </p:cNvPr>
          <p:cNvCxnSpPr>
            <a:cxnSpLocks/>
          </p:cNvCxnSpPr>
          <p:nvPr/>
        </p:nvCxnSpPr>
        <p:spPr>
          <a:xfrm>
            <a:off x="6954199" y="6201591"/>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8">
            <a:extLst>
              <a:ext uri="{FF2B5EF4-FFF2-40B4-BE49-F238E27FC236}">
                <a16:creationId xmlns:a16="http://schemas.microsoft.com/office/drawing/2014/main" id="{4B2FD77B-14D7-FBA4-BD92-9B48812DF4ED}"/>
              </a:ext>
            </a:extLst>
          </p:cNvPr>
          <p:cNvCxnSpPr>
            <a:cxnSpLocks/>
          </p:cNvCxnSpPr>
          <p:nvPr/>
        </p:nvCxnSpPr>
        <p:spPr>
          <a:xfrm rot="16200000">
            <a:off x="5837431" y="5084823"/>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字方塊 30">
                <a:extLst>
                  <a:ext uri="{FF2B5EF4-FFF2-40B4-BE49-F238E27FC236}">
                    <a16:creationId xmlns:a16="http://schemas.microsoft.com/office/drawing/2014/main" id="{03A469C8-3069-A2E0-633A-08A835769CA3}"/>
                  </a:ext>
                </a:extLst>
              </p:cNvPr>
              <p:cNvSpPr txBox="1"/>
              <p:nvPr/>
            </p:nvSpPr>
            <p:spPr>
              <a:xfrm>
                <a:off x="9231751" y="6248310"/>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29" name="文字方塊 30">
                <a:extLst>
                  <a:ext uri="{FF2B5EF4-FFF2-40B4-BE49-F238E27FC236}">
                    <a16:creationId xmlns:a16="http://schemas.microsoft.com/office/drawing/2014/main" id="{03A469C8-3069-A2E0-633A-08A835769CA3}"/>
                  </a:ext>
                </a:extLst>
              </p:cNvPr>
              <p:cNvSpPr txBox="1">
                <a:spLocks noRot="1" noChangeAspect="1" noMove="1" noResize="1" noEditPoints="1" noAdjustHandles="1" noChangeArrowheads="1" noChangeShapeType="1" noTextEdit="1"/>
              </p:cNvSpPr>
              <p:nvPr/>
            </p:nvSpPr>
            <p:spPr>
              <a:xfrm>
                <a:off x="9231751" y="6248310"/>
                <a:ext cx="241733" cy="369332"/>
              </a:xfrm>
              <a:prstGeom prst="rect">
                <a:avLst/>
              </a:prstGeom>
              <a:blipFill>
                <a:blip r:embed="rId6"/>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31">
                <a:extLst>
                  <a:ext uri="{FF2B5EF4-FFF2-40B4-BE49-F238E27FC236}">
                    <a16:creationId xmlns:a16="http://schemas.microsoft.com/office/drawing/2014/main" id="{37D200BD-DDB5-BF26-F120-9811C17C3B12}"/>
                  </a:ext>
                </a:extLst>
              </p:cNvPr>
              <p:cNvSpPr txBox="1"/>
              <p:nvPr/>
            </p:nvSpPr>
            <p:spPr>
              <a:xfrm>
                <a:off x="6593499" y="3968055"/>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30" name="文字方塊 31">
                <a:extLst>
                  <a:ext uri="{FF2B5EF4-FFF2-40B4-BE49-F238E27FC236}">
                    <a16:creationId xmlns:a16="http://schemas.microsoft.com/office/drawing/2014/main" id="{37D200BD-DDB5-BF26-F120-9811C17C3B12}"/>
                  </a:ext>
                </a:extLst>
              </p:cNvPr>
              <p:cNvSpPr txBox="1">
                <a:spLocks noRot="1" noChangeAspect="1" noMove="1" noResize="1" noEditPoints="1" noAdjustHandles="1" noChangeArrowheads="1" noChangeShapeType="1" noTextEdit="1"/>
              </p:cNvSpPr>
              <p:nvPr/>
            </p:nvSpPr>
            <p:spPr>
              <a:xfrm>
                <a:off x="6593499" y="3968055"/>
                <a:ext cx="245708" cy="369332"/>
              </a:xfrm>
              <a:prstGeom prst="rect">
                <a:avLst/>
              </a:prstGeom>
              <a:blipFill>
                <a:blip r:embed="rId7"/>
                <a:stretch>
                  <a:fillRect l="-30000" r="-30000" b="-24590"/>
                </a:stretch>
              </a:blipFill>
            </p:spPr>
            <p:txBody>
              <a:bodyPr/>
              <a:lstStyle/>
              <a:p>
                <a:r>
                  <a:rPr lang="zh-CN" altLang="en-US">
                    <a:noFill/>
                  </a:rPr>
                  <a:t> </a:t>
                </a:r>
              </a:p>
            </p:txBody>
          </p:sp>
        </mc:Fallback>
      </mc:AlternateContent>
      <p:sp>
        <p:nvSpPr>
          <p:cNvPr id="31" name="橢圓 51">
            <a:extLst>
              <a:ext uri="{FF2B5EF4-FFF2-40B4-BE49-F238E27FC236}">
                <a16:creationId xmlns:a16="http://schemas.microsoft.com/office/drawing/2014/main" id="{3D2C0173-4E9B-391B-C0D7-6370D1C72ABA}"/>
              </a:ext>
            </a:extLst>
          </p:cNvPr>
          <p:cNvSpPr/>
          <p:nvPr/>
        </p:nvSpPr>
        <p:spPr>
          <a:xfrm>
            <a:off x="8729562" y="5072706"/>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2" name="橢圓 52">
            <a:extLst>
              <a:ext uri="{FF2B5EF4-FFF2-40B4-BE49-F238E27FC236}">
                <a16:creationId xmlns:a16="http://schemas.microsoft.com/office/drawing/2014/main" id="{CB4ABB51-5329-22AC-5999-03AE19074F99}"/>
              </a:ext>
            </a:extLst>
          </p:cNvPr>
          <p:cNvSpPr/>
          <p:nvPr/>
        </p:nvSpPr>
        <p:spPr>
          <a:xfrm>
            <a:off x="8316184" y="4648595"/>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3" name="橢圓 53">
            <a:extLst>
              <a:ext uri="{FF2B5EF4-FFF2-40B4-BE49-F238E27FC236}">
                <a16:creationId xmlns:a16="http://schemas.microsoft.com/office/drawing/2014/main" id="{DC21115C-9B72-9021-F3AB-CDA11A8739E9}"/>
              </a:ext>
            </a:extLst>
          </p:cNvPr>
          <p:cNvSpPr/>
          <p:nvPr/>
        </p:nvSpPr>
        <p:spPr>
          <a:xfrm>
            <a:off x="7770825" y="4650672"/>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4" name="手繪多邊形: 圖案 55">
            <a:extLst>
              <a:ext uri="{FF2B5EF4-FFF2-40B4-BE49-F238E27FC236}">
                <a16:creationId xmlns:a16="http://schemas.microsoft.com/office/drawing/2014/main" id="{1229114D-215F-07D4-2D14-3456379BB5B9}"/>
              </a:ext>
            </a:extLst>
          </p:cNvPr>
          <p:cNvSpPr/>
          <p:nvPr/>
        </p:nvSpPr>
        <p:spPr>
          <a:xfrm>
            <a:off x="2808171" y="2306877"/>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56">
            <a:extLst>
              <a:ext uri="{FF2B5EF4-FFF2-40B4-BE49-F238E27FC236}">
                <a16:creationId xmlns:a16="http://schemas.microsoft.com/office/drawing/2014/main" id="{6F12D3ED-9CA5-7B5F-6F6A-BC2A5C56E47D}"/>
              </a:ext>
            </a:extLst>
          </p:cNvPr>
          <p:cNvSpPr/>
          <p:nvPr/>
        </p:nvSpPr>
        <p:spPr>
          <a:xfrm>
            <a:off x="3048948" y="285901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橢圓 57">
            <a:extLst>
              <a:ext uri="{FF2B5EF4-FFF2-40B4-BE49-F238E27FC236}">
                <a16:creationId xmlns:a16="http://schemas.microsoft.com/office/drawing/2014/main" id="{6702019F-E248-FC39-DEF8-336A06296F41}"/>
              </a:ext>
            </a:extLst>
          </p:cNvPr>
          <p:cNvSpPr/>
          <p:nvPr/>
        </p:nvSpPr>
        <p:spPr>
          <a:xfrm>
            <a:off x="4246376" y="2483339"/>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58">
            <a:extLst>
              <a:ext uri="{FF2B5EF4-FFF2-40B4-BE49-F238E27FC236}">
                <a16:creationId xmlns:a16="http://schemas.microsoft.com/office/drawing/2014/main" id="{109FA6A8-3E59-C007-D5F8-83073C4DEE40}"/>
              </a:ext>
            </a:extLst>
          </p:cNvPr>
          <p:cNvSpPr/>
          <p:nvPr/>
        </p:nvSpPr>
        <p:spPr>
          <a:xfrm>
            <a:off x="4769179" y="3274368"/>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59">
            <a:extLst>
              <a:ext uri="{FF2B5EF4-FFF2-40B4-BE49-F238E27FC236}">
                <a16:creationId xmlns:a16="http://schemas.microsoft.com/office/drawing/2014/main" id="{42863E61-9EF3-E961-88DF-529941B8A1E7}"/>
              </a:ext>
            </a:extLst>
          </p:cNvPr>
          <p:cNvSpPr/>
          <p:nvPr/>
        </p:nvSpPr>
        <p:spPr>
          <a:xfrm>
            <a:off x="4463132" y="2760700"/>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39" name="橢圓 60">
            <a:extLst>
              <a:ext uri="{FF2B5EF4-FFF2-40B4-BE49-F238E27FC236}">
                <a16:creationId xmlns:a16="http://schemas.microsoft.com/office/drawing/2014/main" id="{0CDD6C91-33DB-1A0D-08DF-D7153D1DC954}"/>
              </a:ext>
            </a:extLst>
          </p:cNvPr>
          <p:cNvSpPr/>
          <p:nvPr/>
        </p:nvSpPr>
        <p:spPr>
          <a:xfrm>
            <a:off x="4049754" y="2336589"/>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0" name="橢圓 61">
            <a:extLst>
              <a:ext uri="{FF2B5EF4-FFF2-40B4-BE49-F238E27FC236}">
                <a16:creationId xmlns:a16="http://schemas.microsoft.com/office/drawing/2014/main" id="{7A015EA2-4F0F-97DA-F639-7263AF8B1D24}"/>
              </a:ext>
            </a:extLst>
          </p:cNvPr>
          <p:cNvSpPr/>
          <p:nvPr/>
        </p:nvSpPr>
        <p:spPr>
          <a:xfrm>
            <a:off x="3504395" y="2338666"/>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7" name="文字方塊 70">
            <a:extLst>
              <a:ext uri="{FF2B5EF4-FFF2-40B4-BE49-F238E27FC236}">
                <a16:creationId xmlns:a16="http://schemas.microsoft.com/office/drawing/2014/main" id="{E4CBB5F8-E6F7-4C74-0523-796459634355}"/>
              </a:ext>
            </a:extLst>
          </p:cNvPr>
          <p:cNvSpPr txBox="1"/>
          <p:nvPr/>
        </p:nvSpPr>
        <p:spPr>
          <a:xfrm>
            <a:off x="4295358" y="1606270"/>
            <a:ext cx="2385202" cy="830997"/>
          </a:xfrm>
          <a:prstGeom prst="rect">
            <a:avLst/>
          </a:prstGeom>
          <a:noFill/>
        </p:spPr>
        <p:txBody>
          <a:bodyPr wrap="square" rtlCol="0">
            <a:spAutoFit/>
          </a:bodyPr>
          <a:lstStyle/>
          <a:p>
            <a:pPr algn="ctr"/>
            <a:r>
              <a:rPr lang="en-US" altLang="zh-TW" sz="2400" b="1" dirty="0"/>
              <a:t>constrained </a:t>
            </a:r>
          </a:p>
          <a:p>
            <a:pPr algn="ctr"/>
            <a:r>
              <a:rPr lang="en-US" altLang="zh-TW" sz="2400" dirty="0"/>
              <a:t>model</a:t>
            </a:r>
            <a:endParaRPr lang="zh-TW" altLang="en-US" sz="2400" dirty="0"/>
          </a:p>
        </p:txBody>
      </p:sp>
      <p:sp>
        <p:nvSpPr>
          <p:cNvPr id="48" name="箭號: 向右 71">
            <a:extLst>
              <a:ext uri="{FF2B5EF4-FFF2-40B4-BE49-F238E27FC236}">
                <a16:creationId xmlns:a16="http://schemas.microsoft.com/office/drawing/2014/main" id="{973C2CD2-62B2-49B8-BEDB-EB637793C168}"/>
              </a:ext>
            </a:extLst>
          </p:cNvPr>
          <p:cNvSpPr/>
          <p:nvPr/>
        </p:nvSpPr>
        <p:spPr>
          <a:xfrm rot="19894898">
            <a:off x="5472650" y="2427836"/>
            <a:ext cx="1107098" cy="46166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9" name="文字方塊 44">
                <a:extLst>
                  <a:ext uri="{FF2B5EF4-FFF2-40B4-BE49-F238E27FC236}">
                    <a16:creationId xmlns:a16="http://schemas.microsoft.com/office/drawing/2014/main" id="{F31AF220-2454-98BC-0B06-FF2D8E1B0309}"/>
                  </a:ext>
                </a:extLst>
              </p:cNvPr>
              <p:cNvSpPr txBox="1"/>
              <p:nvPr/>
            </p:nvSpPr>
            <p:spPr>
              <a:xfrm>
                <a:off x="7327674" y="1122125"/>
                <a:ext cx="23702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𝑐</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49" name="文字方塊 44">
                <a:extLst>
                  <a:ext uri="{FF2B5EF4-FFF2-40B4-BE49-F238E27FC236}">
                    <a16:creationId xmlns:a16="http://schemas.microsoft.com/office/drawing/2014/main" id="{F31AF220-2454-98BC-0B06-FF2D8E1B0309}"/>
                  </a:ext>
                </a:extLst>
              </p:cNvPr>
              <p:cNvSpPr txBox="1">
                <a:spLocks noRot="1" noChangeAspect="1" noMove="1" noResize="1" noEditPoints="1" noAdjustHandles="1" noChangeArrowheads="1" noChangeShapeType="1" noTextEdit="1"/>
              </p:cNvSpPr>
              <p:nvPr/>
            </p:nvSpPr>
            <p:spPr>
              <a:xfrm>
                <a:off x="7327674" y="1122125"/>
                <a:ext cx="2370264" cy="369332"/>
              </a:xfrm>
              <a:prstGeom prst="rect">
                <a:avLst/>
              </a:prstGeom>
              <a:blipFill>
                <a:blip r:embed="rId8"/>
                <a:stretch>
                  <a:fillRect l="-2828" r="-771" b="-24590"/>
                </a:stretch>
              </a:blipFill>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0F347F70-EB18-CEDA-7435-A4E12B5D407A}"/>
              </a:ext>
            </a:extLst>
          </p:cNvPr>
          <p:cNvGrpSpPr/>
          <p:nvPr/>
        </p:nvGrpSpPr>
        <p:grpSpPr>
          <a:xfrm>
            <a:off x="0" y="131344"/>
            <a:ext cx="4916059" cy="1166543"/>
            <a:chOff x="0" y="260648"/>
            <a:chExt cx="4367671" cy="1166543"/>
          </a:xfrm>
        </p:grpSpPr>
        <p:sp>
          <p:nvSpPr>
            <p:cNvPr id="53" name="矩形 52">
              <a:extLst>
                <a:ext uri="{FF2B5EF4-FFF2-40B4-BE49-F238E27FC236}">
                  <a16:creationId xmlns:a16="http://schemas.microsoft.com/office/drawing/2014/main" id="{DB5CEB07-399A-673B-679E-185A3C7EA100}"/>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4" name="组合 53">
              <a:extLst>
                <a:ext uri="{FF2B5EF4-FFF2-40B4-BE49-F238E27FC236}">
                  <a16:creationId xmlns:a16="http://schemas.microsoft.com/office/drawing/2014/main" id="{173D9FBB-A13D-5995-C68A-A911146D251C}"/>
                </a:ext>
              </a:extLst>
            </p:cNvPr>
            <p:cNvGrpSpPr/>
            <p:nvPr/>
          </p:nvGrpSpPr>
          <p:grpSpPr>
            <a:xfrm>
              <a:off x="695400" y="260648"/>
              <a:ext cx="3672271" cy="1166543"/>
              <a:chOff x="623392" y="310880"/>
              <a:chExt cx="3672271" cy="1166543"/>
            </a:xfrm>
          </p:grpSpPr>
          <p:sp>
            <p:nvSpPr>
              <p:cNvPr id="55" name="文本框 54">
                <a:extLst>
                  <a:ext uri="{FF2B5EF4-FFF2-40B4-BE49-F238E27FC236}">
                    <a16:creationId xmlns:a16="http://schemas.microsoft.com/office/drawing/2014/main" id="{49202794-AF1E-05EF-3041-E97AA6E11553}"/>
                  </a:ext>
                </a:extLst>
              </p:cNvPr>
              <p:cNvSpPr txBox="1"/>
              <p:nvPr/>
            </p:nvSpPr>
            <p:spPr>
              <a:xfrm>
                <a:off x="623392" y="310880"/>
                <a:ext cx="236016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干扰优化过程</a:t>
                </a:r>
              </a:p>
            </p:txBody>
          </p:sp>
          <p:cxnSp>
            <p:nvCxnSpPr>
              <p:cNvPr id="56" name="直接连接符 55">
                <a:extLst>
                  <a:ext uri="{FF2B5EF4-FFF2-40B4-BE49-F238E27FC236}">
                    <a16:creationId xmlns:a16="http://schemas.microsoft.com/office/drawing/2014/main" id="{24B0ED2F-A6EE-0B98-0A5F-E003ECF00FA5}"/>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57" name="文本框 56">
                <a:extLst>
                  <a:ext uri="{FF2B5EF4-FFF2-40B4-BE49-F238E27FC236}">
                    <a16:creationId xmlns:a16="http://schemas.microsoft.com/office/drawing/2014/main" id="{DA8F9CFE-16CB-D6F8-AE1F-2B5B8C54C8E7}"/>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cxnSp>
        <p:nvCxnSpPr>
          <p:cNvPr id="58" name="直線接點 64">
            <a:extLst>
              <a:ext uri="{FF2B5EF4-FFF2-40B4-BE49-F238E27FC236}">
                <a16:creationId xmlns:a16="http://schemas.microsoft.com/office/drawing/2014/main" id="{2240EA1E-489E-56AA-60C4-AA21BC508AB1}"/>
              </a:ext>
            </a:extLst>
          </p:cNvPr>
          <p:cNvCxnSpPr/>
          <p:nvPr/>
        </p:nvCxnSpPr>
        <p:spPr>
          <a:xfrm>
            <a:off x="2386454" y="4836469"/>
            <a:ext cx="596034"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9" name="文字方塊 65">
            <a:extLst>
              <a:ext uri="{FF2B5EF4-FFF2-40B4-BE49-F238E27FC236}">
                <a16:creationId xmlns:a16="http://schemas.microsoft.com/office/drawing/2014/main" id="{0ED8DD7A-75FE-3620-7BE7-0F605AFAD1C5}"/>
              </a:ext>
            </a:extLst>
          </p:cNvPr>
          <p:cNvSpPr txBox="1"/>
          <p:nvPr/>
        </p:nvSpPr>
        <p:spPr>
          <a:xfrm>
            <a:off x="3043049" y="4597432"/>
            <a:ext cx="3348939" cy="830997"/>
          </a:xfrm>
          <a:prstGeom prst="rect">
            <a:avLst/>
          </a:prstGeom>
          <a:noFill/>
        </p:spPr>
        <p:txBody>
          <a:bodyPr wrap="square" rtlCol="0">
            <a:spAutoFit/>
          </a:bodyPr>
          <a:lstStyle/>
          <a:p>
            <a:r>
              <a:rPr lang="zh-CN" altLang="en-US" sz="2400" dirty="0"/>
              <a:t>数据的真实分布</a:t>
            </a:r>
            <a:endParaRPr lang="en-US" altLang="zh-CN" sz="2400" dirty="0"/>
          </a:p>
          <a:p>
            <a:r>
              <a:rPr lang="en-US" altLang="zh-TW" sz="2400" dirty="0"/>
              <a:t>(</a:t>
            </a:r>
            <a:r>
              <a:rPr lang="zh-CN" altLang="en-US" sz="2400" dirty="0"/>
              <a:t>无法观测</a:t>
            </a:r>
            <a:r>
              <a:rPr lang="en-US" altLang="zh-TW" sz="2400" dirty="0"/>
              <a:t>)</a:t>
            </a:r>
            <a:endParaRPr lang="zh-TW" altLang="en-US" sz="2400" dirty="0"/>
          </a:p>
        </p:txBody>
      </p:sp>
      <p:sp>
        <p:nvSpPr>
          <p:cNvPr id="60" name="橢圓 66">
            <a:extLst>
              <a:ext uri="{FF2B5EF4-FFF2-40B4-BE49-F238E27FC236}">
                <a16:creationId xmlns:a16="http://schemas.microsoft.com/office/drawing/2014/main" id="{CDC1BB7E-093D-4E49-31DB-29DAB9093534}"/>
              </a:ext>
            </a:extLst>
          </p:cNvPr>
          <p:cNvSpPr/>
          <p:nvPr/>
        </p:nvSpPr>
        <p:spPr>
          <a:xfrm>
            <a:off x="2602841" y="561005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文字方塊 67">
            <a:extLst>
              <a:ext uri="{FF2B5EF4-FFF2-40B4-BE49-F238E27FC236}">
                <a16:creationId xmlns:a16="http://schemas.microsoft.com/office/drawing/2014/main" id="{13E658C7-DD18-40F9-D497-6BBAED20A404}"/>
              </a:ext>
            </a:extLst>
          </p:cNvPr>
          <p:cNvSpPr txBox="1"/>
          <p:nvPr/>
        </p:nvSpPr>
        <p:spPr>
          <a:xfrm>
            <a:off x="3044902" y="5474585"/>
            <a:ext cx="2845398" cy="461665"/>
          </a:xfrm>
          <a:prstGeom prst="rect">
            <a:avLst/>
          </a:prstGeom>
          <a:noFill/>
        </p:spPr>
        <p:txBody>
          <a:bodyPr wrap="square" rtlCol="0">
            <a:spAutoFit/>
          </a:bodyPr>
          <a:lstStyle/>
          <a:p>
            <a:r>
              <a:rPr lang="zh-CN" altLang="en-US" sz="2400" dirty="0"/>
              <a:t>训练数据</a:t>
            </a:r>
            <a:endParaRPr lang="zh-TW" altLang="en-US" sz="2400" dirty="0"/>
          </a:p>
        </p:txBody>
      </p:sp>
      <p:sp>
        <p:nvSpPr>
          <p:cNvPr id="62" name="橢圓 68">
            <a:extLst>
              <a:ext uri="{FF2B5EF4-FFF2-40B4-BE49-F238E27FC236}">
                <a16:creationId xmlns:a16="http://schemas.microsoft.com/office/drawing/2014/main" id="{1FC8B8AE-DFEF-D28C-7E19-34483A2B3FC5}"/>
              </a:ext>
            </a:extLst>
          </p:cNvPr>
          <p:cNvSpPr/>
          <p:nvPr/>
        </p:nvSpPr>
        <p:spPr>
          <a:xfrm>
            <a:off x="2618368" y="6094220"/>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63" name="文字方塊 69">
            <a:extLst>
              <a:ext uri="{FF2B5EF4-FFF2-40B4-BE49-F238E27FC236}">
                <a16:creationId xmlns:a16="http://schemas.microsoft.com/office/drawing/2014/main" id="{8E2E064D-85FA-69D6-AF3B-C0559409A10B}"/>
              </a:ext>
            </a:extLst>
          </p:cNvPr>
          <p:cNvSpPr txBox="1"/>
          <p:nvPr/>
        </p:nvSpPr>
        <p:spPr>
          <a:xfrm>
            <a:off x="3043050" y="5967892"/>
            <a:ext cx="2845398" cy="461665"/>
          </a:xfrm>
          <a:prstGeom prst="rect">
            <a:avLst/>
          </a:prstGeom>
          <a:noFill/>
        </p:spPr>
        <p:txBody>
          <a:bodyPr wrap="square" rtlCol="0">
            <a:spAutoFit/>
          </a:bodyPr>
          <a:lstStyle/>
          <a:p>
            <a:r>
              <a:rPr lang="zh-CN" altLang="en-US" sz="2400" dirty="0"/>
              <a:t>测试数据</a:t>
            </a:r>
            <a:endParaRPr lang="zh-TW" altLang="en-US" sz="2400" dirty="0"/>
          </a:p>
        </p:txBody>
      </p:sp>
    </p:spTree>
    <p:extLst>
      <p:ext uri="{BB962C8B-B14F-4D97-AF65-F5344CB8AC3E}">
        <p14:creationId xmlns:p14="http://schemas.microsoft.com/office/powerpoint/2010/main" val="405000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9" grpId="0"/>
      <p:bldP spid="30" grpId="0"/>
      <p:bldP spid="31" grpId="0" animBg="1"/>
      <p:bldP spid="32" grpId="0" animBg="1"/>
      <p:bldP spid="33" grpId="0" animBg="1"/>
      <p:bldP spid="59" grpId="0"/>
      <p:bldP spid="60" grpId="0" animBg="1"/>
      <p:bldP spid="61" grpId="0"/>
      <p:bldP spid="62" grpId="0" animBg="1"/>
      <p:bldP spid="6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群組 26">
            <a:extLst>
              <a:ext uri="{FF2B5EF4-FFF2-40B4-BE49-F238E27FC236}">
                <a16:creationId xmlns:a16="http://schemas.microsoft.com/office/drawing/2014/main" id="{483FCB5E-1351-1878-9B17-3DD2675FE7C4}"/>
              </a:ext>
            </a:extLst>
          </p:cNvPr>
          <p:cNvGrpSpPr/>
          <p:nvPr/>
        </p:nvGrpSpPr>
        <p:grpSpPr>
          <a:xfrm>
            <a:off x="7258014" y="1198431"/>
            <a:ext cx="2734752" cy="2031373"/>
            <a:chOff x="8799852" y="1073911"/>
            <a:chExt cx="2734752" cy="2031373"/>
          </a:xfrm>
        </p:grpSpPr>
        <p:cxnSp>
          <p:nvCxnSpPr>
            <p:cNvPr id="10" name="直線接點 40">
              <a:extLst>
                <a:ext uri="{FF2B5EF4-FFF2-40B4-BE49-F238E27FC236}">
                  <a16:creationId xmlns:a16="http://schemas.microsoft.com/office/drawing/2014/main" id="{1DEFC12B-19F6-9809-EA5B-38478F422A19}"/>
                </a:ext>
              </a:extLst>
            </p:cNvPr>
            <p:cNvCxnSpPr>
              <a:cxnSpLocks/>
            </p:cNvCxnSpPr>
            <p:nvPr/>
          </p:nvCxnSpPr>
          <p:spPr>
            <a:xfrm flipV="1">
              <a:off x="8799852" y="2509376"/>
              <a:ext cx="2598821" cy="443508"/>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直線接點 43">
              <a:extLst>
                <a:ext uri="{FF2B5EF4-FFF2-40B4-BE49-F238E27FC236}">
                  <a16:creationId xmlns:a16="http://schemas.microsoft.com/office/drawing/2014/main" id="{8E340231-44DE-2A7B-2B20-DD037BB80AA3}"/>
                </a:ext>
              </a:extLst>
            </p:cNvPr>
            <p:cNvCxnSpPr>
              <a:cxnSpLocks/>
            </p:cNvCxnSpPr>
            <p:nvPr/>
          </p:nvCxnSpPr>
          <p:spPr>
            <a:xfrm flipV="1">
              <a:off x="8834719" y="2280356"/>
              <a:ext cx="2598821" cy="443508"/>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 name="直線接點 54">
              <a:extLst>
                <a:ext uri="{FF2B5EF4-FFF2-40B4-BE49-F238E27FC236}">
                  <a16:creationId xmlns:a16="http://schemas.microsoft.com/office/drawing/2014/main" id="{A16D1994-92EA-F0EE-FB84-41124B1F0465}"/>
                </a:ext>
              </a:extLst>
            </p:cNvPr>
            <p:cNvCxnSpPr>
              <a:cxnSpLocks/>
            </p:cNvCxnSpPr>
            <p:nvPr/>
          </p:nvCxnSpPr>
          <p:spPr>
            <a:xfrm flipV="1">
              <a:off x="8952252" y="2127956"/>
              <a:ext cx="2202582" cy="977328"/>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直線接點 62">
              <a:extLst>
                <a:ext uri="{FF2B5EF4-FFF2-40B4-BE49-F238E27FC236}">
                  <a16:creationId xmlns:a16="http://schemas.microsoft.com/office/drawing/2014/main" id="{67D1BE04-96D1-C68B-837A-0086E273C430}"/>
                </a:ext>
              </a:extLst>
            </p:cNvPr>
            <p:cNvCxnSpPr>
              <a:cxnSpLocks/>
            </p:cNvCxnSpPr>
            <p:nvPr/>
          </p:nvCxnSpPr>
          <p:spPr>
            <a:xfrm flipV="1">
              <a:off x="8987119" y="1626216"/>
              <a:ext cx="1663120" cy="1250048"/>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直線接點 63">
              <a:extLst>
                <a:ext uri="{FF2B5EF4-FFF2-40B4-BE49-F238E27FC236}">
                  <a16:creationId xmlns:a16="http://schemas.microsoft.com/office/drawing/2014/main" id="{3CED452B-3B07-F094-CC63-CE7607022A6E}"/>
                </a:ext>
              </a:extLst>
            </p:cNvPr>
            <p:cNvCxnSpPr>
              <a:cxnSpLocks/>
            </p:cNvCxnSpPr>
            <p:nvPr/>
          </p:nvCxnSpPr>
          <p:spPr>
            <a:xfrm flipV="1">
              <a:off x="9222793" y="1073911"/>
              <a:ext cx="966325" cy="1728936"/>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72">
              <a:extLst>
                <a:ext uri="{FF2B5EF4-FFF2-40B4-BE49-F238E27FC236}">
                  <a16:creationId xmlns:a16="http://schemas.microsoft.com/office/drawing/2014/main" id="{ADFB2A52-788C-0CA7-F978-ED5A86447122}"/>
                </a:ext>
              </a:extLst>
            </p:cNvPr>
            <p:cNvCxnSpPr>
              <a:cxnSpLocks/>
            </p:cNvCxnSpPr>
            <p:nvPr/>
          </p:nvCxnSpPr>
          <p:spPr>
            <a:xfrm flipV="1">
              <a:off x="9375193" y="1858328"/>
              <a:ext cx="1679671" cy="109691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73">
              <a:extLst>
                <a:ext uri="{FF2B5EF4-FFF2-40B4-BE49-F238E27FC236}">
                  <a16:creationId xmlns:a16="http://schemas.microsoft.com/office/drawing/2014/main" id="{B05D0AD0-AC0D-B214-1E4A-BBAA64A609A6}"/>
                </a:ext>
              </a:extLst>
            </p:cNvPr>
            <p:cNvCxnSpPr>
              <a:cxnSpLocks/>
            </p:cNvCxnSpPr>
            <p:nvPr/>
          </p:nvCxnSpPr>
          <p:spPr>
            <a:xfrm flipV="1">
              <a:off x="9233978" y="1562774"/>
              <a:ext cx="1679671" cy="109691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直線接點 74">
              <a:extLst>
                <a:ext uri="{FF2B5EF4-FFF2-40B4-BE49-F238E27FC236}">
                  <a16:creationId xmlns:a16="http://schemas.microsoft.com/office/drawing/2014/main" id="{E3D1C69A-5E9F-F0D3-AB0C-3BB05025C9A1}"/>
                </a:ext>
              </a:extLst>
            </p:cNvPr>
            <p:cNvCxnSpPr>
              <a:cxnSpLocks/>
            </p:cNvCxnSpPr>
            <p:nvPr/>
          </p:nvCxnSpPr>
          <p:spPr>
            <a:xfrm flipV="1">
              <a:off x="8956437" y="1318612"/>
              <a:ext cx="1679671" cy="109691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 name="直線接點 75">
              <a:extLst>
                <a:ext uri="{FF2B5EF4-FFF2-40B4-BE49-F238E27FC236}">
                  <a16:creationId xmlns:a16="http://schemas.microsoft.com/office/drawing/2014/main" id="{5663A89E-56C4-F340-62C2-E5AF604D868A}"/>
                </a:ext>
              </a:extLst>
            </p:cNvPr>
            <p:cNvCxnSpPr>
              <a:cxnSpLocks/>
            </p:cNvCxnSpPr>
            <p:nvPr/>
          </p:nvCxnSpPr>
          <p:spPr>
            <a:xfrm flipV="1">
              <a:off x="9108837" y="1813140"/>
              <a:ext cx="1815997" cy="754792"/>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直線接點 76">
              <a:extLst>
                <a:ext uri="{FF2B5EF4-FFF2-40B4-BE49-F238E27FC236}">
                  <a16:creationId xmlns:a16="http://schemas.microsoft.com/office/drawing/2014/main" id="{F480EAFB-0CB0-6415-DEDA-30AA5577A4F5}"/>
                </a:ext>
              </a:extLst>
            </p:cNvPr>
            <p:cNvCxnSpPr>
              <a:cxnSpLocks/>
            </p:cNvCxnSpPr>
            <p:nvPr/>
          </p:nvCxnSpPr>
          <p:spPr>
            <a:xfrm flipV="1">
              <a:off x="9261237" y="1572623"/>
              <a:ext cx="1968567" cy="114770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直線接點 77">
              <a:extLst>
                <a:ext uri="{FF2B5EF4-FFF2-40B4-BE49-F238E27FC236}">
                  <a16:creationId xmlns:a16="http://schemas.microsoft.com/office/drawing/2014/main" id="{C1CE4ADD-4A71-F2C6-9AEB-88ACC513DE1B}"/>
                </a:ext>
              </a:extLst>
            </p:cNvPr>
            <p:cNvCxnSpPr>
              <a:cxnSpLocks/>
            </p:cNvCxnSpPr>
            <p:nvPr/>
          </p:nvCxnSpPr>
          <p:spPr>
            <a:xfrm flipV="1">
              <a:off x="9413637" y="1725023"/>
              <a:ext cx="1968567" cy="114770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 name="直線接點 78">
              <a:extLst>
                <a:ext uri="{FF2B5EF4-FFF2-40B4-BE49-F238E27FC236}">
                  <a16:creationId xmlns:a16="http://schemas.microsoft.com/office/drawing/2014/main" id="{8C56DB85-19C7-58B0-8E3C-2909AE808AA4}"/>
                </a:ext>
              </a:extLst>
            </p:cNvPr>
            <p:cNvCxnSpPr>
              <a:cxnSpLocks/>
            </p:cNvCxnSpPr>
            <p:nvPr/>
          </p:nvCxnSpPr>
          <p:spPr>
            <a:xfrm flipV="1">
              <a:off x="9566037" y="1877423"/>
              <a:ext cx="1968567" cy="1147709"/>
            </a:xfrm>
            <a:prstGeom prst="line">
              <a:avLst/>
            </a:prstGeom>
            <a:ln w="571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23" name="直線單箭頭接點 4">
            <a:extLst>
              <a:ext uri="{FF2B5EF4-FFF2-40B4-BE49-F238E27FC236}">
                <a16:creationId xmlns:a16="http://schemas.microsoft.com/office/drawing/2014/main" id="{7041B5A9-B354-B06E-1B8A-B3CAF812E5E8}"/>
              </a:ext>
            </a:extLst>
          </p:cNvPr>
          <p:cNvCxnSpPr>
            <a:cxnSpLocks/>
          </p:cNvCxnSpPr>
          <p:nvPr/>
        </p:nvCxnSpPr>
        <p:spPr>
          <a:xfrm>
            <a:off x="3015398" y="4016725"/>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5">
            <a:extLst>
              <a:ext uri="{FF2B5EF4-FFF2-40B4-BE49-F238E27FC236}">
                <a16:creationId xmlns:a16="http://schemas.microsoft.com/office/drawing/2014/main" id="{D6F93F69-4535-C036-A282-DF65F023B07E}"/>
              </a:ext>
            </a:extLst>
          </p:cNvPr>
          <p:cNvCxnSpPr>
            <a:cxnSpLocks/>
          </p:cNvCxnSpPr>
          <p:nvPr/>
        </p:nvCxnSpPr>
        <p:spPr>
          <a:xfrm rot="16200000">
            <a:off x="1898630" y="2899957"/>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字方塊 8">
                <a:extLst>
                  <a:ext uri="{FF2B5EF4-FFF2-40B4-BE49-F238E27FC236}">
                    <a16:creationId xmlns:a16="http://schemas.microsoft.com/office/drawing/2014/main" id="{6A7FA369-2958-17C7-540E-912736D838D8}"/>
                  </a:ext>
                </a:extLst>
              </p:cNvPr>
              <p:cNvSpPr txBox="1"/>
              <p:nvPr/>
            </p:nvSpPr>
            <p:spPr>
              <a:xfrm>
                <a:off x="5292950" y="4063444"/>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25" name="文字方塊 8">
                <a:extLst>
                  <a:ext uri="{FF2B5EF4-FFF2-40B4-BE49-F238E27FC236}">
                    <a16:creationId xmlns:a16="http://schemas.microsoft.com/office/drawing/2014/main" id="{6A7FA369-2958-17C7-540E-912736D838D8}"/>
                  </a:ext>
                </a:extLst>
              </p:cNvPr>
              <p:cNvSpPr txBox="1">
                <a:spLocks noRot="1" noChangeAspect="1" noMove="1" noResize="1" noEditPoints="1" noAdjustHandles="1" noChangeArrowheads="1" noChangeShapeType="1" noTextEdit="1"/>
              </p:cNvSpPr>
              <p:nvPr/>
            </p:nvSpPr>
            <p:spPr>
              <a:xfrm>
                <a:off x="5292950" y="4063444"/>
                <a:ext cx="241733" cy="369332"/>
              </a:xfrm>
              <a:prstGeom prst="rect">
                <a:avLst/>
              </a:prstGeom>
              <a:blipFill>
                <a:blip r:embed="rId2"/>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字方塊 9">
                <a:extLst>
                  <a:ext uri="{FF2B5EF4-FFF2-40B4-BE49-F238E27FC236}">
                    <a16:creationId xmlns:a16="http://schemas.microsoft.com/office/drawing/2014/main" id="{64DAE3EA-F398-ADF9-1F04-7C24B1004A7F}"/>
                  </a:ext>
                </a:extLst>
              </p:cNvPr>
              <p:cNvSpPr txBox="1"/>
              <p:nvPr/>
            </p:nvSpPr>
            <p:spPr>
              <a:xfrm>
                <a:off x="2654698" y="1783189"/>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26" name="文字方塊 9">
                <a:extLst>
                  <a:ext uri="{FF2B5EF4-FFF2-40B4-BE49-F238E27FC236}">
                    <a16:creationId xmlns:a16="http://schemas.microsoft.com/office/drawing/2014/main" id="{64DAE3EA-F398-ADF9-1F04-7C24B1004A7F}"/>
                  </a:ext>
                </a:extLst>
              </p:cNvPr>
              <p:cNvSpPr txBox="1">
                <a:spLocks noRot="1" noChangeAspect="1" noMove="1" noResize="1" noEditPoints="1" noAdjustHandles="1" noChangeArrowheads="1" noChangeShapeType="1" noTextEdit="1"/>
              </p:cNvSpPr>
              <p:nvPr/>
            </p:nvSpPr>
            <p:spPr>
              <a:xfrm>
                <a:off x="2654698" y="1783189"/>
                <a:ext cx="245708" cy="369332"/>
              </a:xfrm>
              <a:prstGeom prst="rect">
                <a:avLst/>
              </a:prstGeom>
              <a:blipFill>
                <a:blip r:embed="rId3"/>
                <a:stretch>
                  <a:fillRect l="-29268" r="-26829" b="-26667"/>
                </a:stretch>
              </a:blipFill>
            </p:spPr>
            <p:txBody>
              <a:bodyPr/>
              <a:lstStyle/>
              <a:p>
                <a:r>
                  <a:rPr lang="zh-CN" altLang="en-US">
                    <a:noFill/>
                  </a:rPr>
                  <a:t> </a:t>
                </a:r>
              </a:p>
            </p:txBody>
          </p:sp>
        </mc:Fallback>
      </mc:AlternateContent>
      <p:cxnSp>
        <p:nvCxnSpPr>
          <p:cNvPr id="27" name="直線單箭頭接點 16">
            <a:extLst>
              <a:ext uri="{FF2B5EF4-FFF2-40B4-BE49-F238E27FC236}">
                <a16:creationId xmlns:a16="http://schemas.microsoft.com/office/drawing/2014/main" id="{C9F4BC6A-ED94-F49C-9B79-AC43E7822157}"/>
              </a:ext>
            </a:extLst>
          </p:cNvPr>
          <p:cNvCxnSpPr>
            <a:cxnSpLocks/>
          </p:cNvCxnSpPr>
          <p:nvPr/>
        </p:nvCxnSpPr>
        <p:spPr>
          <a:xfrm>
            <a:off x="7224406" y="3388128"/>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17">
            <a:extLst>
              <a:ext uri="{FF2B5EF4-FFF2-40B4-BE49-F238E27FC236}">
                <a16:creationId xmlns:a16="http://schemas.microsoft.com/office/drawing/2014/main" id="{D81CB3FA-F02E-282B-3D1A-394D53B57CBA}"/>
              </a:ext>
            </a:extLst>
          </p:cNvPr>
          <p:cNvCxnSpPr>
            <a:cxnSpLocks/>
          </p:cNvCxnSpPr>
          <p:nvPr/>
        </p:nvCxnSpPr>
        <p:spPr>
          <a:xfrm rot="16200000">
            <a:off x="6107638" y="2271360"/>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字方塊 19">
                <a:extLst>
                  <a:ext uri="{FF2B5EF4-FFF2-40B4-BE49-F238E27FC236}">
                    <a16:creationId xmlns:a16="http://schemas.microsoft.com/office/drawing/2014/main" id="{943028ED-FF14-59FD-1C24-3B5182163581}"/>
                  </a:ext>
                </a:extLst>
              </p:cNvPr>
              <p:cNvSpPr txBox="1"/>
              <p:nvPr/>
            </p:nvSpPr>
            <p:spPr>
              <a:xfrm>
                <a:off x="9501958" y="3434847"/>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29" name="文字方塊 19">
                <a:extLst>
                  <a:ext uri="{FF2B5EF4-FFF2-40B4-BE49-F238E27FC236}">
                    <a16:creationId xmlns:a16="http://schemas.microsoft.com/office/drawing/2014/main" id="{943028ED-FF14-59FD-1C24-3B5182163581}"/>
                  </a:ext>
                </a:extLst>
              </p:cNvPr>
              <p:cNvSpPr txBox="1">
                <a:spLocks noRot="1" noChangeAspect="1" noMove="1" noResize="1" noEditPoints="1" noAdjustHandles="1" noChangeArrowheads="1" noChangeShapeType="1" noTextEdit="1"/>
              </p:cNvSpPr>
              <p:nvPr/>
            </p:nvSpPr>
            <p:spPr>
              <a:xfrm>
                <a:off x="9501958" y="3434847"/>
                <a:ext cx="241733" cy="369332"/>
              </a:xfrm>
              <a:prstGeom prst="rect">
                <a:avLst/>
              </a:prstGeom>
              <a:blipFill>
                <a:blip r:embed="rId4"/>
                <a:stretch>
                  <a:fillRect l="-17949" r="-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20">
                <a:extLst>
                  <a:ext uri="{FF2B5EF4-FFF2-40B4-BE49-F238E27FC236}">
                    <a16:creationId xmlns:a16="http://schemas.microsoft.com/office/drawing/2014/main" id="{CB2A89F7-E2F9-BBC9-3666-E4789DC62B10}"/>
                  </a:ext>
                </a:extLst>
              </p:cNvPr>
              <p:cNvSpPr txBox="1"/>
              <p:nvPr/>
            </p:nvSpPr>
            <p:spPr>
              <a:xfrm>
                <a:off x="6863706" y="1154592"/>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30" name="文字方塊 20">
                <a:extLst>
                  <a:ext uri="{FF2B5EF4-FFF2-40B4-BE49-F238E27FC236}">
                    <a16:creationId xmlns:a16="http://schemas.microsoft.com/office/drawing/2014/main" id="{CB2A89F7-E2F9-BBC9-3666-E4789DC62B10}"/>
                  </a:ext>
                </a:extLst>
              </p:cNvPr>
              <p:cNvSpPr txBox="1">
                <a:spLocks noRot="1" noChangeAspect="1" noMove="1" noResize="1" noEditPoints="1" noAdjustHandles="1" noChangeArrowheads="1" noChangeShapeType="1" noTextEdit="1"/>
              </p:cNvSpPr>
              <p:nvPr/>
            </p:nvSpPr>
            <p:spPr>
              <a:xfrm>
                <a:off x="6863706" y="1154592"/>
                <a:ext cx="245708" cy="369332"/>
              </a:xfrm>
              <a:prstGeom prst="rect">
                <a:avLst/>
              </a:prstGeom>
              <a:blipFill>
                <a:blip r:embed="rId5"/>
                <a:stretch>
                  <a:fillRect l="-30000" r="-30000" b="-24590"/>
                </a:stretch>
              </a:blipFill>
            </p:spPr>
            <p:txBody>
              <a:bodyPr/>
              <a:lstStyle/>
              <a:p>
                <a:r>
                  <a:rPr lang="zh-CN" altLang="en-US">
                    <a:noFill/>
                  </a:rPr>
                  <a:t> </a:t>
                </a:r>
              </a:p>
            </p:txBody>
          </p:sp>
        </mc:Fallback>
      </mc:AlternateContent>
      <p:grpSp>
        <p:nvGrpSpPr>
          <p:cNvPr id="31" name="群組 2">
            <a:extLst>
              <a:ext uri="{FF2B5EF4-FFF2-40B4-BE49-F238E27FC236}">
                <a16:creationId xmlns:a16="http://schemas.microsoft.com/office/drawing/2014/main" id="{C074B0E5-D2A8-7863-0255-CFAE18060165}"/>
              </a:ext>
            </a:extLst>
          </p:cNvPr>
          <p:cNvGrpSpPr/>
          <p:nvPr/>
        </p:nvGrpSpPr>
        <p:grpSpPr>
          <a:xfrm>
            <a:off x="7585105" y="1960314"/>
            <a:ext cx="1916853" cy="987651"/>
            <a:chOff x="6000144" y="1760017"/>
            <a:chExt cx="1916853" cy="987651"/>
          </a:xfrm>
        </p:grpSpPr>
        <p:sp>
          <p:nvSpPr>
            <p:cNvPr id="32" name="橢圓 21">
              <a:extLst>
                <a:ext uri="{FF2B5EF4-FFF2-40B4-BE49-F238E27FC236}">
                  <a16:creationId xmlns:a16="http://schemas.microsoft.com/office/drawing/2014/main" id="{F0442AFE-37AA-2069-3E99-7FD059B67098}"/>
                </a:ext>
              </a:extLst>
            </p:cNvPr>
            <p:cNvSpPr/>
            <p:nvPr/>
          </p:nvSpPr>
          <p:spPr>
            <a:xfrm>
              <a:off x="6000144" y="2135689"/>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22">
              <a:extLst>
                <a:ext uri="{FF2B5EF4-FFF2-40B4-BE49-F238E27FC236}">
                  <a16:creationId xmlns:a16="http://schemas.microsoft.com/office/drawing/2014/main" id="{25497E96-6B3B-17EB-FB87-5224F67A2DF2}"/>
                </a:ext>
              </a:extLst>
            </p:cNvPr>
            <p:cNvSpPr/>
            <p:nvPr/>
          </p:nvSpPr>
          <p:spPr>
            <a:xfrm>
              <a:off x="7197572" y="1760017"/>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23">
              <a:extLst>
                <a:ext uri="{FF2B5EF4-FFF2-40B4-BE49-F238E27FC236}">
                  <a16:creationId xmlns:a16="http://schemas.microsoft.com/office/drawing/2014/main" id="{80DD6119-1BD1-0F65-5019-8155AC10AC51}"/>
                </a:ext>
              </a:extLst>
            </p:cNvPr>
            <p:cNvSpPr/>
            <p:nvPr/>
          </p:nvSpPr>
          <p:spPr>
            <a:xfrm>
              <a:off x="7720375" y="2551046"/>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5" name="直線單箭頭接點 27">
            <a:extLst>
              <a:ext uri="{FF2B5EF4-FFF2-40B4-BE49-F238E27FC236}">
                <a16:creationId xmlns:a16="http://schemas.microsoft.com/office/drawing/2014/main" id="{EC10F5DB-82BC-EF10-2DFB-E3C5FB3BEC11}"/>
              </a:ext>
            </a:extLst>
          </p:cNvPr>
          <p:cNvCxnSpPr>
            <a:cxnSpLocks/>
          </p:cNvCxnSpPr>
          <p:nvPr/>
        </p:nvCxnSpPr>
        <p:spPr>
          <a:xfrm>
            <a:off x="7276417" y="6375762"/>
            <a:ext cx="25483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28">
            <a:extLst>
              <a:ext uri="{FF2B5EF4-FFF2-40B4-BE49-F238E27FC236}">
                <a16:creationId xmlns:a16="http://schemas.microsoft.com/office/drawing/2014/main" id="{5B770762-E388-7C71-7ED2-4B9D077FF22A}"/>
              </a:ext>
            </a:extLst>
          </p:cNvPr>
          <p:cNvCxnSpPr>
            <a:cxnSpLocks/>
          </p:cNvCxnSpPr>
          <p:nvPr/>
        </p:nvCxnSpPr>
        <p:spPr>
          <a:xfrm rot="16200000">
            <a:off x="6159649" y="5258994"/>
            <a:ext cx="223353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字方塊 30">
                <a:extLst>
                  <a:ext uri="{FF2B5EF4-FFF2-40B4-BE49-F238E27FC236}">
                    <a16:creationId xmlns:a16="http://schemas.microsoft.com/office/drawing/2014/main" id="{DFEBA9CF-075B-2C15-6427-A2EA13EFB678}"/>
                  </a:ext>
                </a:extLst>
              </p:cNvPr>
              <p:cNvSpPr txBox="1"/>
              <p:nvPr/>
            </p:nvSpPr>
            <p:spPr>
              <a:xfrm>
                <a:off x="9553969" y="6422481"/>
                <a:ext cx="2417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oMath>
                  </m:oMathPara>
                </a14:m>
                <a:endParaRPr lang="zh-TW" altLang="en-US" sz="2400" dirty="0"/>
              </a:p>
            </p:txBody>
          </p:sp>
        </mc:Choice>
        <mc:Fallback xmlns="">
          <p:sp>
            <p:nvSpPr>
              <p:cNvPr id="37" name="文字方塊 30">
                <a:extLst>
                  <a:ext uri="{FF2B5EF4-FFF2-40B4-BE49-F238E27FC236}">
                    <a16:creationId xmlns:a16="http://schemas.microsoft.com/office/drawing/2014/main" id="{DFEBA9CF-075B-2C15-6427-A2EA13EFB678}"/>
                  </a:ext>
                </a:extLst>
              </p:cNvPr>
              <p:cNvSpPr txBox="1">
                <a:spLocks noRot="1" noChangeAspect="1" noMove="1" noResize="1" noEditPoints="1" noAdjustHandles="1" noChangeArrowheads="1" noChangeShapeType="1" noTextEdit="1"/>
              </p:cNvSpPr>
              <p:nvPr/>
            </p:nvSpPr>
            <p:spPr>
              <a:xfrm>
                <a:off x="9553969" y="6422481"/>
                <a:ext cx="241733" cy="369332"/>
              </a:xfrm>
              <a:prstGeom prst="rect">
                <a:avLst/>
              </a:prstGeom>
              <a:blipFill>
                <a:blip r:embed="rId6"/>
                <a:stretch>
                  <a:fillRect l="-15000" r="-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字方塊 31">
                <a:extLst>
                  <a:ext uri="{FF2B5EF4-FFF2-40B4-BE49-F238E27FC236}">
                    <a16:creationId xmlns:a16="http://schemas.microsoft.com/office/drawing/2014/main" id="{995F3EB6-E961-F2F4-8CCE-55BC5D9B7848}"/>
                  </a:ext>
                </a:extLst>
              </p:cNvPr>
              <p:cNvSpPr txBox="1"/>
              <p:nvPr/>
            </p:nvSpPr>
            <p:spPr>
              <a:xfrm>
                <a:off x="6915717" y="4142226"/>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oMath>
                  </m:oMathPara>
                </a14:m>
                <a:endParaRPr lang="zh-TW" altLang="en-US" sz="2400" dirty="0"/>
              </a:p>
            </p:txBody>
          </p:sp>
        </mc:Choice>
        <mc:Fallback xmlns="">
          <p:sp>
            <p:nvSpPr>
              <p:cNvPr id="38" name="文字方塊 31">
                <a:extLst>
                  <a:ext uri="{FF2B5EF4-FFF2-40B4-BE49-F238E27FC236}">
                    <a16:creationId xmlns:a16="http://schemas.microsoft.com/office/drawing/2014/main" id="{995F3EB6-E961-F2F4-8CCE-55BC5D9B7848}"/>
                  </a:ext>
                </a:extLst>
              </p:cNvPr>
              <p:cNvSpPr txBox="1">
                <a:spLocks noRot="1" noChangeAspect="1" noMove="1" noResize="1" noEditPoints="1" noAdjustHandles="1" noChangeArrowheads="1" noChangeShapeType="1" noTextEdit="1"/>
              </p:cNvSpPr>
              <p:nvPr/>
            </p:nvSpPr>
            <p:spPr>
              <a:xfrm>
                <a:off x="6915717" y="4142226"/>
                <a:ext cx="245708" cy="369332"/>
              </a:xfrm>
              <a:prstGeom prst="rect">
                <a:avLst/>
              </a:prstGeom>
              <a:blipFill>
                <a:blip r:embed="rId7"/>
                <a:stretch>
                  <a:fillRect l="-29268" r="-26829" b="-24590"/>
                </a:stretch>
              </a:blipFill>
            </p:spPr>
            <p:txBody>
              <a:bodyPr/>
              <a:lstStyle/>
              <a:p>
                <a:r>
                  <a:rPr lang="zh-CN" altLang="en-US">
                    <a:noFill/>
                  </a:rPr>
                  <a:t> </a:t>
                </a:r>
              </a:p>
            </p:txBody>
          </p:sp>
        </mc:Fallback>
      </mc:AlternateContent>
      <p:sp>
        <p:nvSpPr>
          <p:cNvPr id="39" name="橢圓 51">
            <a:extLst>
              <a:ext uri="{FF2B5EF4-FFF2-40B4-BE49-F238E27FC236}">
                <a16:creationId xmlns:a16="http://schemas.microsoft.com/office/drawing/2014/main" id="{2DEFA188-5539-99E5-5B31-E64C99845145}"/>
              </a:ext>
            </a:extLst>
          </p:cNvPr>
          <p:cNvSpPr/>
          <p:nvPr/>
        </p:nvSpPr>
        <p:spPr>
          <a:xfrm>
            <a:off x="9051780" y="5246877"/>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0" name="橢圓 52">
            <a:extLst>
              <a:ext uri="{FF2B5EF4-FFF2-40B4-BE49-F238E27FC236}">
                <a16:creationId xmlns:a16="http://schemas.microsoft.com/office/drawing/2014/main" id="{972BED21-6468-C825-A519-D396FC35A21F}"/>
              </a:ext>
            </a:extLst>
          </p:cNvPr>
          <p:cNvSpPr/>
          <p:nvPr/>
        </p:nvSpPr>
        <p:spPr>
          <a:xfrm>
            <a:off x="8638402" y="4822766"/>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1" name="橢圓 53">
            <a:extLst>
              <a:ext uri="{FF2B5EF4-FFF2-40B4-BE49-F238E27FC236}">
                <a16:creationId xmlns:a16="http://schemas.microsoft.com/office/drawing/2014/main" id="{74D2FD24-D9C2-A4B9-6F73-268A53CBC6C2}"/>
              </a:ext>
            </a:extLst>
          </p:cNvPr>
          <p:cNvSpPr/>
          <p:nvPr/>
        </p:nvSpPr>
        <p:spPr>
          <a:xfrm>
            <a:off x="8093043" y="4824843"/>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2" name="手繪多邊形: 圖案 55">
            <a:extLst>
              <a:ext uri="{FF2B5EF4-FFF2-40B4-BE49-F238E27FC236}">
                <a16:creationId xmlns:a16="http://schemas.microsoft.com/office/drawing/2014/main" id="{C46877B1-AB7A-5EC7-4EEC-05D3D5D1FE2D}"/>
              </a:ext>
            </a:extLst>
          </p:cNvPr>
          <p:cNvSpPr/>
          <p:nvPr/>
        </p:nvSpPr>
        <p:spPr>
          <a:xfrm>
            <a:off x="3130389" y="2481048"/>
            <a:ext cx="2278497" cy="1454373"/>
          </a:xfrm>
          <a:custGeom>
            <a:avLst/>
            <a:gdLst>
              <a:gd name="connsiteX0" fmla="*/ 0 w 1753849"/>
              <a:gd name="connsiteY0" fmla="*/ 1349442 h 1454373"/>
              <a:gd name="connsiteX1" fmla="*/ 839449 w 1753849"/>
              <a:gd name="connsiteY1" fmla="*/ 328 h 1454373"/>
              <a:gd name="connsiteX2" fmla="*/ 1753849 w 1753849"/>
              <a:gd name="connsiteY2" fmla="*/ 1454373 h 1454373"/>
            </a:gdLst>
            <a:ahLst/>
            <a:cxnLst>
              <a:cxn ang="0">
                <a:pos x="connsiteX0" y="connsiteY0"/>
              </a:cxn>
              <a:cxn ang="0">
                <a:pos x="connsiteX1" y="connsiteY1"/>
              </a:cxn>
              <a:cxn ang="0">
                <a:pos x="connsiteX2" y="connsiteY2"/>
              </a:cxn>
            </a:cxnLst>
            <a:rect l="l" t="t" r="r" b="b"/>
            <a:pathLst>
              <a:path w="1753849" h="1454373">
                <a:moveTo>
                  <a:pt x="0" y="1349442"/>
                </a:moveTo>
                <a:cubicBezTo>
                  <a:pt x="273570" y="666141"/>
                  <a:pt x="547141" y="-17160"/>
                  <a:pt x="839449" y="328"/>
                </a:cubicBezTo>
                <a:cubicBezTo>
                  <a:pt x="1131757" y="17816"/>
                  <a:pt x="1442803" y="736094"/>
                  <a:pt x="1753849" y="1454373"/>
                </a:cubicBezTo>
              </a:path>
            </a:pathLst>
          </a:cu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56">
            <a:extLst>
              <a:ext uri="{FF2B5EF4-FFF2-40B4-BE49-F238E27FC236}">
                <a16:creationId xmlns:a16="http://schemas.microsoft.com/office/drawing/2014/main" id="{32B6632B-0A8A-7BC3-2079-F46CF11C4A4E}"/>
              </a:ext>
            </a:extLst>
          </p:cNvPr>
          <p:cNvSpPr/>
          <p:nvPr/>
        </p:nvSpPr>
        <p:spPr>
          <a:xfrm>
            <a:off x="3371166" y="3033182"/>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橢圓 57">
            <a:extLst>
              <a:ext uri="{FF2B5EF4-FFF2-40B4-BE49-F238E27FC236}">
                <a16:creationId xmlns:a16="http://schemas.microsoft.com/office/drawing/2014/main" id="{4F63C401-884D-6777-A160-23AE2EB991DB}"/>
              </a:ext>
            </a:extLst>
          </p:cNvPr>
          <p:cNvSpPr/>
          <p:nvPr/>
        </p:nvSpPr>
        <p:spPr>
          <a:xfrm>
            <a:off x="4568594" y="2657510"/>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橢圓 58">
            <a:extLst>
              <a:ext uri="{FF2B5EF4-FFF2-40B4-BE49-F238E27FC236}">
                <a16:creationId xmlns:a16="http://schemas.microsoft.com/office/drawing/2014/main" id="{29A134C1-6CE0-9343-B750-A9A1BFF20FED}"/>
              </a:ext>
            </a:extLst>
          </p:cNvPr>
          <p:cNvSpPr/>
          <p:nvPr/>
        </p:nvSpPr>
        <p:spPr>
          <a:xfrm>
            <a:off x="5091397" y="3448539"/>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橢圓 59">
            <a:extLst>
              <a:ext uri="{FF2B5EF4-FFF2-40B4-BE49-F238E27FC236}">
                <a16:creationId xmlns:a16="http://schemas.microsoft.com/office/drawing/2014/main" id="{BEFC09E6-B1CA-96FD-9F88-B0386AA06227}"/>
              </a:ext>
            </a:extLst>
          </p:cNvPr>
          <p:cNvSpPr/>
          <p:nvPr/>
        </p:nvSpPr>
        <p:spPr>
          <a:xfrm>
            <a:off x="4785350" y="2934871"/>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7" name="橢圓 60">
            <a:extLst>
              <a:ext uri="{FF2B5EF4-FFF2-40B4-BE49-F238E27FC236}">
                <a16:creationId xmlns:a16="http://schemas.microsoft.com/office/drawing/2014/main" id="{00E4E7A1-30F3-C2B3-9187-0F2179847DE6}"/>
              </a:ext>
            </a:extLst>
          </p:cNvPr>
          <p:cNvSpPr/>
          <p:nvPr/>
        </p:nvSpPr>
        <p:spPr>
          <a:xfrm>
            <a:off x="4371972" y="2510760"/>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48" name="橢圓 61">
            <a:extLst>
              <a:ext uri="{FF2B5EF4-FFF2-40B4-BE49-F238E27FC236}">
                <a16:creationId xmlns:a16="http://schemas.microsoft.com/office/drawing/2014/main" id="{13CA5732-7C0C-4444-A867-66E3A869B439}"/>
              </a:ext>
            </a:extLst>
          </p:cNvPr>
          <p:cNvSpPr/>
          <p:nvPr/>
        </p:nvSpPr>
        <p:spPr>
          <a:xfrm>
            <a:off x="3826613" y="2512837"/>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55" name="文字方塊 70">
            <a:extLst>
              <a:ext uri="{FF2B5EF4-FFF2-40B4-BE49-F238E27FC236}">
                <a16:creationId xmlns:a16="http://schemas.microsoft.com/office/drawing/2014/main" id="{BA7581B1-9400-9709-7FF3-13D6BF3B97F1}"/>
              </a:ext>
            </a:extLst>
          </p:cNvPr>
          <p:cNvSpPr txBox="1"/>
          <p:nvPr/>
        </p:nvSpPr>
        <p:spPr>
          <a:xfrm>
            <a:off x="5056201" y="1826513"/>
            <a:ext cx="1703354" cy="461665"/>
          </a:xfrm>
          <a:prstGeom prst="rect">
            <a:avLst/>
          </a:prstGeom>
          <a:noFill/>
        </p:spPr>
        <p:txBody>
          <a:bodyPr wrap="square" rtlCol="0">
            <a:spAutoFit/>
          </a:bodyPr>
          <a:lstStyle/>
          <a:p>
            <a:r>
              <a:rPr lang="zh-CN" altLang="en-US" sz="2400" dirty="0"/>
              <a:t>限制过多</a:t>
            </a:r>
            <a:endParaRPr lang="zh-TW" altLang="en-US" sz="2400" dirty="0">
              <a:solidFill>
                <a:srgbClr val="FF0000"/>
              </a:solidFill>
            </a:endParaRPr>
          </a:p>
        </p:txBody>
      </p:sp>
      <p:sp>
        <p:nvSpPr>
          <p:cNvPr id="56" name="箭號: 向右 71">
            <a:extLst>
              <a:ext uri="{FF2B5EF4-FFF2-40B4-BE49-F238E27FC236}">
                <a16:creationId xmlns:a16="http://schemas.microsoft.com/office/drawing/2014/main" id="{5963BB22-A464-847B-2FAB-62E3C4EDB77C}"/>
              </a:ext>
            </a:extLst>
          </p:cNvPr>
          <p:cNvSpPr/>
          <p:nvPr/>
        </p:nvSpPr>
        <p:spPr>
          <a:xfrm rot="19894898">
            <a:off x="5794868" y="2602007"/>
            <a:ext cx="1107098" cy="46166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7" name="文字方塊 44">
                <a:extLst>
                  <a:ext uri="{FF2B5EF4-FFF2-40B4-BE49-F238E27FC236}">
                    <a16:creationId xmlns:a16="http://schemas.microsoft.com/office/drawing/2014/main" id="{84E7EA0C-0BCE-BF6E-7628-A1ADD137F3DB}"/>
                  </a:ext>
                </a:extLst>
              </p:cNvPr>
              <p:cNvSpPr txBox="1"/>
              <p:nvPr/>
            </p:nvSpPr>
            <p:spPr>
              <a:xfrm>
                <a:off x="8483160" y="1359713"/>
                <a:ext cx="15304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𝑦</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𝑏𝑥</m:t>
                      </m:r>
                    </m:oMath>
                  </m:oMathPara>
                </a14:m>
                <a:endParaRPr lang="zh-TW" altLang="en-US" sz="2400" dirty="0"/>
              </a:p>
            </p:txBody>
          </p:sp>
        </mc:Choice>
        <mc:Fallback xmlns="">
          <p:sp>
            <p:nvSpPr>
              <p:cNvPr id="57" name="文字方塊 44">
                <a:extLst>
                  <a:ext uri="{FF2B5EF4-FFF2-40B4-BE49-F238E27FC236}">
                    <a16:creationId xmlns:a16="http://schemas.microsoft.com/office/drawing/2014/main" id="{84E7EA0C-0BCE-BF6E-7628-A1ADD137F3DB}"/>
                  </a:ext>
                </a:extLst>
              </p:cNvPr>
              <p:cNvSpPr txBox="1">
                <a:spLocks noRot="1" noChangeAspect="1" noMove="1" noResize="1" noEditPoints="1" noAdjustHandles="1" noChangeArrowheads="1" noChangeShapeType="1" noTextEdit="1"/>
              </p:cNvSpPr>
              <p:nvPr/>
            </p:nvSpPr>
            <p:spPr>
              <a:xfrm>
                <a:off x="8483160" y="1359713"/>
                <a:ext cx="1530483" cy="369332"/>
              </a:xfrm>
              <a:prstGeom prst="rect">
                <a:avLst/>
              </a:prstGeom>
              <a:blipFill>
                <a:blip r:embed="rId8"/>
                <a:stretch>
                  <a:fillRect l="-4382" r="-3984" b="-24590"/>
                </a:stretch>
              </a:blipFill>
            </p:spPr>
            <p:txBody>
              <a:bodyPr/>
              <a:lstStyle/>
              <a:p>
                <a:r>
                  <a:rPr lang="zh-CN" altLang="en-US">
                    <a:noFill/>
                  </a:rPr>
                  <a:t> </a:t>
                </a:r>
              </a:p>
            </p:txBody>
          </p:sp>
        </mc:Fallback>
      </mc:AlternateContent>
      <p:cxnSp>
        <p:nvCxnSpPr>
          <p:cNvPr id="58" name="直線接點 3">
            <a:extLst>
              <a:ext uri="{FF2B5EF4-FFF2-40B4-BE49-F238E27FC236}">
                <a16:creationId xmlns:a16="http://schemas.microsoft.com/office/drawing/2014/main" id="{29F48D56-6524-CA3D-9EB0-4D5892736BD4}"/>
              </a:ext>
            </a:extLst>
          </p:cNvPr>
          <p:cNvCxnSpPr>
            <a:cxnSpLocks/>
          </p:cNvCxnSpPr>
          <p:nvPr/>
        </p:nvCxnSpPr>
        <p:spPr>
          <a:xfrm flipV="1">
            <a:off x="7396338" y="1783189"/>
            <a:ext cx="2183050" cy="134830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接點 41">
            <a:extLst>
              <a:ext uri="{FF2B5EF4-FFF2-40B4-BE49-F238E27FC236}">
                <a16:creationId xmlns:a16="http://schemas.microsoft.com/office/drawing/2014/main" id="{759200D3-A54A-65F5-601F-6554DC1A44C2}"/>
              </a:ext>
            </a:extLst>
          </p:cNvPr>
          <p:cNvCxnSpPr>
            <a:cxnSpLocks/>
          </p:cNvCxnSpPr>
          <p:nvPr/>
        </p:nvCxnSpPr>
        <p:spPr>
          <a:xfrm flipV="1">
            <a:off x="7393212" y="4845396"/>
            <a:ext cx="2183050" cy="134830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字方塊 42">
            <a:extLst>
              <a:ext uri="{FF2B5EF4-FFF2-40B4-BE49-F238E27FC236}">
                <a16:creationId xmlns:a16="http://schemas.microsoft.com/office/drawing/2014/main" id="{A6B7C1AB-0DAD-5E23-5748-0A364CE5235E}"/>
              </a:ext>
            </a:extLst>
          </p:cNvPr>
          <p:cNvSpPr txBox="1"/>
          <p:nvPr/>
        </p:nvSpPr>
        <p:spPr>
          <a:xfrm>
            <a:off x="7525209" y="4089934"/>
            <a:ext cx="3621762" cy="461665"/>
          </a:xfrm>
          <a:prstGeom prst="rect">
            <a:avLst/>
          </a:prstGeom>
          <a:noFill/>
        </p:spPr>
        <p:txBody>
          <a:bodyPr wrap="square" rtlCol="0">
            <a:spAutoFit/>
          </a:bodyPr>
          <a:lstStyle/>
          <a:p>
            <a:r>
              <a:rPr lang="zh-CN" altLang="en-US" sz="2400" dirty="0">
                <a:solidFill>
                  <a:srgbClr val="FF0000"/>
                </a:solidFill>
              </a:rPr>
              <a:t>模型偏倚</a:t>
            </a:r>
            <a:r>
              <a:rPr lang="en-US" altLang="zh-TW" sz="2400" dirty="0">
                <a:solidFill>
                  <a:srgbClr val="FF0000"/>
                </a:solidFill>
              </a:rPr>
              <a:t>…</a:t>
            </a:r>
            <a:endParaRPr lang="zh-TW" altLang="en-US" sz="2400" dirty="0">
              <a:solidFill>
                <a:srgbClr val="FF0000"/>
              </a:solidFill>
            </a:endParaRPr>
          </a:p>
        </p:txBody>
      </p:sp>
      <p:grpSp>
        <p:nvGrpSpPr>
          <p:cNvPr id="63" name="组合 62">
            <a:extLst>
              <a:ext uri="{FF2B5EF4-FFF2-40B4-BE49-F238E27FC236}">
                <a16:creationId xmlns:a16="http://schemas.microsoft.com/office/drawing/2014/main" id="{8592602D-05A8-26BF-CAC3-67DB6FC35C84}"/>
              </a:ext>
            </a:extLst>
          </p:cNvPr>
          <p:cNvGrpSpPr/>
          <p:nvPr/>
        </p:nvGrpSpPr>
        <p:grpSpPr>
          <a:xfrm>
            <a:off x="0" y="131344"/>
            <a:ext cx="4916059" cy="1166543"/>
            <a:chOff x="0" y="260648"/>
            <a:chExt cx="4367671" cy="1166543"/>
          </a:xfrm>
        </p:grpSpPr>
        <p:sp>
          <p:nvSpPr>
            <p:cNvPr id="64" name="矩形 63">
              <a:extLst>
                <a:ext uri="{FF2B5EF4-FFF2-40B4-BE49-F238E27FC236}">
                  <a16:creationId xmlns:a16="http://schemas.microsoft.com/office/drawing/2014/main" id="{10336867-C7D4-DAA5-4342-2FA847D7C8BA}"/>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65" name="组合 64">
              <a:extLst>
                <a:ext uri="{FF2B5EF4-FFF2-40B4-BE49-F238E27FC236}">
                  <a16:creationId xmlns:a16="http://schemas.microsoft.com/office/drawing/2014/main" id="{80BBD0FA-6F7F-2D03-A54D-CF3FB3734742}"/>
                </a:ext>
              </a:extLst>
            </p:cNvPr>
            <p:cNvGrpSpPr/>
            <p:nvPr/>
          </p:nvGrpSpPr>
          <p:grpSpPr>
            <a:xfrm>
              <a:off x="695400" y="260648"/>
              <a:ext cx="3672271" cy="1166543"/>
              <a:chOff x="623392" y="310880"/>
              <a:chExt cx="3672271" cy="1166543"/>
            </a:xfrm>
          </p:grpSpPr>
          <p:sp>
            <p:nvSpPr>
              <p:cNvPr id="66" name="文本框 65">
                <a:extLst>
                  <a:ext uri="{FF2B5EF4-FFF2-40B4-BE49-F238E27FC236}">
                    <a16:creationId xmlns:a16="http://schemas.microsoft.com/office/drawing/2014/main" id="{6A20ACF8-A16B-AE46-ED9E-BBCCD7BA43DA}"/>
                  </a:ext>
                </a:extLst>
              </p:cNvPr>
              <p:cNvSpPr txBox="1"/>
              <p:nvPr/>
            </p:nvSpPr>
            <p:spPr>
              <a:xfrm>
                <a:off x="623392" y="310880"/>
                <a:ext cx="2360163"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干扰优化过程</a:t>
                </a:r>
              </a:p>
            </p:txBody>
          </p:sp>
          <p:cxnSp>
            <p:nvCxnSpPr>
              <p:cNvPr id="67" name="直接连接符 66">
                <a:extLst>
                  <a:ext uri="{FF2B5EF4-FFF2-40B4-BE49-F238E27FC236}">
                    <a16:creationId xmlns:a16="http://schemas.microsoft.com/office/drawing/2014/main" id="{159D717A-280E-54FD-570C-D8BCE7DEC314}"/>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68" name="文本框 67">
                <a:extLst>
                  <a:ext uri="{FF2B5EF4-FFF2-40B4-BE49-F238E27FC236}">
                    <a16:creationId xmlns:a16="http://schemas.microsoft.com/office/drawing/2014/main" id="{08963661-072E-E71A-3396-77CB4D68AE50}"/>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cxnSp>
        <p:nvCxnSpPr>
          <p:cNvPr id="69" name="直線接點 64">
            <a:extLst>
              <a:ext uri="{FF2B5EF4-FFF2-40B4-BE49-F238E27FC236}">
                <a16:creationId xmlns:a16="http://schemas.microsoft.com/office/drawing/2014/main" id="{586060F0-A136-F740-8343-144EF65CC5DD}"/>
              </a:ext>
            </a:extLst>
          </p:cNvPr>
          <p:cNvCxnSpPr/>
          <p:nvPr/>
        </p:nvCxnSpPr>
        <p:spPr>
          <a:xfrm>
            <a:off x="2386454" y="4836469"/>
            <a:ext cx="596034"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0" name="文字方塊 65">
            <a:extLst>
              <a:ext uri="{FF2B5EF4-FFF2-40B4-BE49-F238E27FC236}">
                <a16:creationId xmlns:a16="http://schemas.microsoft.com/office/drawing/2014/main" id="{803C8189-54FA-D053-98EA-E5D90CF25897}"/>
              </a:ext>
            </a:extLst>
          </p:cNvPr>
          <p:cNvSpPr txBox="1"/>
          <p:nvPr/>
        </p:nvSpPr>
        <p:spPr>
          <a:xfrm>
            <a:off x="3043049" y="4597432"/>
            <a:ext cx="3348939" cy="830997"/>
          </a:xfrm>
          <a:prstGeom prst="rect">
            <a:avLst/>
          </a:prstGeom>
          <a:noFill/>
        </p:spPr>
        <p:txBody>
          <a:bodyPr wrap="square" rtlCol="0">
            <a:spAutoFit/>
          </a:bodyPr>
          <a:lstStyle/>
          <a:p>
            <a:r>
              <a:rPr lang="zh-CN" altLang="en-US" sz="2400" dirty="0"/>
              <a:t>数据的真实分布</a:t>
            </a:r>
            <a:endParaRPr lang="en-US" altLang="zh-CN" sz="2400" dirty="0"/>
          </a:p>
          <a:p>
            <a:r>
              <a:rPr lang="en-US" altLang="zh-TW" sz="2400" dirty="0"/>
              <a:t>(</a:t>
            </a:r>
            <a:r>
              <a:rPr lang="zh-CN" altLang="en-US" sz="2400" dirty="0"/>
              <a:t>无法观测</a:t>
            </a:r>
            <a:r>
              <a:rPr lang="en-US" altLang="zh-TW" sz="2400" dirty="0"/>
              <a:t>)</a:t>
            </a:r>
            <a:endParaRPr lang="zh-TW" altLang="en-US" sz="2400" dirty="0"/>
          </a:p>
        </p:txBody>
      </p:sp>
      <p:sp>
        <p:nvSpPr>
          <p:cNvPr id="71" name="橢圓 66">
            <a:extLst>
              <a:ext uri="{FF2B5EF4-FFF2-40B4-BE49-F238E27FC236}">
                <a16:creationId xmlns:a16="http://schemas.microsoft.com/office/drawing/2014/main" id="{60BA5CE1-F746-15AD-290C-F9FBA86785EA}"/>
              </a:ext>
            </a:extLst>
          </p:cNvPr>
          <p:cNvSpPr/>
          <p:nvPr/>
        </p:nvSpPr>
        <p:spPr>
          <a:xfrm>
            <a:off x="2602841" y="5610051"/>
            <a:ext cx="196622" cy="1966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文字方塊 67">
            <a:extLst>
              <a:ext uri="{FF2B5EF4-FFF2-40B4-BE49-F238E27FC236}">
                <a16:creationId xmlns:a16="http://schemas.microsoft.com/office/drawing/2014/main" id="{D7A914D1-9504-D3F4-322E-97000185DEF6}"/>
              </a:ext>
            </a:extLst>
          </p:cNvPr>
          <p:cNvSpPr txBox="1"/>
          <p:nvPr/>
        </p:nvSpPr>
        <p:spPr>
          <a:xfrm>
            <a:off x="3044902" y="5474585"/>
            <a:ext cx="2845398" cy="461665"/>
          </a:xfrm>
          <a:prstGeom prst="rect">
            <a:avLst/>
          </a:prstGeom>
          <a:noFill/>
        </p:spPr>
        <p:txBody>
          <a:bodyPr wrap="square" rtlCol="0">
            <a:spAutoFit/>
          </a:bodyPr>
          <a:lstStyle/>
          <a:p>
            <a:r>
              <a:rPr lang="zh-CN" altLang="en-US" sz="2400" dirty="0"/>
              <a:t>训练数据</a:t>
            </a:r>
            <a:endParaRPr lang="zh-TW" altLang="en-US" sz="2400" dirty="0"/>
          </a:p>
        </p:txBody>
      </p:sp>
      <p:sp>
        <p:nvSpPr>
          <p:cNvPr id="73" name="橢圓 68">
            <a:extLst>
              <a:ext uri="{FF2B5EF4-FFF2-40B4-BE49-F238E27FC236}">
                <a16:creationId xmlns:a16="http://schemas.microsoft.com/office/drawing/2014/main" id="{0B84C024-A18C-F64B-2EAF-71E35C74780B}"/>
              </a:ext>
            </a:extLst>
          </p:cNvPr>
          <p:cNvSpPr/>
          <p:nvPr/>
        </p:nvSpPr>
        <p:spPr>
          <a:xfrm>
            <a:off x="2618368" y="6094220"/>
            <a:ext cx="196622" cy="196622"/>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TW" altLang="en-US"/>
          </a:p>
        </p:txBody>
      </p:sp>
      <p:sp>
        <p:nvSpPr>
          <p:cNvPr id="74" name="文字方塊 69">
            <a:extLst>
              <a:ext uri="{FF2B5EF4-FFF2-40B4-BE49-F238E27FC236}">
                <a16:creationId xmlns:a16="http://schemas.microsoft.com/office/drawing/2014/main" id="{98BDB9C5-EBED-3FAD-76B0-64DA8E235BAA}"/>
              </a:ext>
            </a:extLst>
          </p:cNvPr>
          <p:cNvSpPr txBox="1"/>
          <p:nvPr/>
        </p:nvSpPr>
        <p:spPr>
          <a:xfrm>
            <a:off x="3043050" y="5967892"/>
            <a:ext cx="2845398" cy="461665"/>
          </a:xfrm>
          <a:prstGeom prst="rect">
            <a:avLst/>
          </a:prstGeom>
          <a:noFill/>
        </p:spPr>
        <p:txBody>
          <a:bodyPr wrap="square" rtlCol="0">
            <a:spAutoFit/>
          </a:bodyPr>
          <a:lstStyle/>
          <a:p>
            <a:r>
              <a:rPr lang="zh-CN" altLang="en-US" sz="2400" dirty="0"/>
              <a:t>测试数据</a:t>
            </a:r>
            <a:endParaRPr lang="zh-TW" altLang="en-US" sz="2400" dirty="0"/>
          </a:p>
        </p:txBody>
      </p:sp>
    </p:spTree>
    <p:extLst>
      <p:ext uri="{BB962C8B-B14F-4D97-AF65-F5344CB8AC3E}">
        <p14:creationId xmlns:p14="http://schemas.microsoft.com/office/powerpoint/2010/main" val="424907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animBg="1"/>
      <p:bldP spid="40" grpId="0" animBg="1"/>
      <p:bldP spid="41" grpId="0" animBg="1"/>
      <p:bldP spid="57" grpId="0"/>
      <p:bldP spid="60" grpId="0"/>
      <p:bldP spid="70" grpId="0"/>
      <p:bldP spid="71" grpId="0" animBg="1"/>
      <p:bldP spid="72" grpId="0"/>
      <p:bldP spid="73" grpId="0" animBg="1"/>
      <p:bldP spid="7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單箭頭接點 4">
            <a:extLst>
              <a:ext uri="{FF2B5EF4-FFF2-40B4-BE49-F238E27FC236}">
                <a16:creationId xmlns:a16="http://schemas.microsoft.com/office/drawing/2014/main" id="{09E063DA-68F9-0247-9063-C76B077024E2}"/>
              </a:ext>
            </a:extLst>
          </p:cNvPr>
          <p:cNvCxnSpPr/>
          <p:nvPr/>
        </p:nvCxnSpPr>
        <p:spPr>
          <a:xfrm>
            <a:off x="3563981" y="5334544"/>
            <a:ext cx="542925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B8131BFB-2E90-ED0B-168D-3AA8934BC8F6}"/>
              </a:ext>
            </a:extLst>
          </p:cNvPr>
          <p:cNvCxnSpPr>
            <a:cxnSpLocks/>
          </p:cNvCxnSpPr>
          <p:nvPr/>
        </p:nvCxnSpPr>
        <p:spPr>
          <a:xfrm flipV="1">
            <a:off x="3563981" y="2038894"/>
            <a:ext cx="0" cy="32956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字方塊 7">
            <a:extLst>
              <a:ext uri="{FF2B5EF4-FFF2-40B4-BE49-F238E27FC236}">
                <a16:creationId xmlns:a16="http://schemas.microsoft.com/office/drawing/2014/main" id="{43896E93-7F37-46BA-70B1-C15820CCFB3F}"/>
              </a:ext>
            </a:extLst>
          </p:cNvPr>
          <p:cNvSpPr txBox="1"/>
          <p:nvPr/>
        </p:nvSpPr>
        <p:spPr>
          <a:xfrm>
            <a:off x="2135233" y="2024309"/>
            <a:ext cx="1219196" cy="523220"/>
          </a:xfrm>
          <a:prstGeom prst="rect">
            <a:avLst/>
          </a:prstGeom>
          <a:noFill/>
        </p:spPr>
        <p:txBody>
          <a:bodyPr wrap="square" rtlCol="0">
            <a:spAutoFit/>
          </a:bodyPr>
          <a:lstStyle/>
          <a:p>
            <a:pPr algn="r"/>
            <a:r>
              <a:rPr lang="en-US" altLang="zh-TW" sz="2800" dirty="0"/>
              <a:t>loss</a:t>
            </a:r>
            <a:endParaRPr lang="zh-TW" altLang="en-US" sz="2800" dirty="0"/>
          </a:p>
        </p:txBody>
      </p:sp>
      <p:sp>
        <p:nvSpPr>
          <p:cNvPr id="8" name="文字方塊 8">
            <a:extLst>
              <a:ext uri="{FF2B5EF4-FFF2-40B4-BE49-F238E27FC236}">
                <a16:creationId xmlns:a16="http://schemas.microsoft.com/office/drawing/2014/main" id="{72DD57B7-879A-9B12-1499-66114B187440}"/>
              </a:ext>
            </a:extLst>
          </p:cNvPr>
          <p:cNvSpPr txBox="1"/>
          <p:nvPr/>
        </p:nvSpPr>
        <p:spPr>
          <a:xfrm>
            <a:off x="2769326" y="5450132"/>
            <a:ext cx="7252607" cy="954107"/>
          </a:xfrm>
          <a:prstGeom prst="rect">
            <a:avLst/>
          </a:prstGeom>
          <a:noFill/>
        </p:spPr>
        <p:txBody>
          <a:bodyPr wrap="square" rtlCol="0">
            <a:spAutoFit/>
          </a:bodyPr>
          <a:lstStyle/>
          <a:p>
            <a:pPr algn="ctr"/>
            <a:r>
              <a:rPr lang="zh-CN" altLang="en-US" sz="2800" dirty="0"/>
              <a:t>随着</a:t>
            </a:r>
            <a:r>
              <a:rPr lang="en-US" altLang="zh-CN" sz="2800" dirty="0"/>
              <a:t>loss</a:t>
            </a:r>
            <a:r>
              <a:rPr lang="zh-CN" altLang="en-US" sz="2800" dirty="0"/>
              <a:t>的不断减小，模型复杂度会不断提高</a:t>
            </a:r>
            <a:r>
              <a:rPr lang="en-US" altLang="zh-TW" sz="2800" dirty="0"/>
              <a:t>(e.g.</a:t>
            </a:r>
            <a:r>
              <a:rPr lang="zh-CN" altLang="en-US" sz="2800" dirty="0"/>
              <a:t>学习更多的特征，产生更多的参数</a:t>
            </a:r>
            <a:r>
              <a:rPr lang="en-US" altLang="zh-TW" sz="2800" dirty="0"/>
              <a:t>)</a:t>
            </a:r>
            <a:endParaRPr lang="zh-TW" altLang="en-US" sz="2800" dirty="0"/>
          </a:p>
        </p:txBody>
      </p:sp>
      <p:sp>
        <p:nvSpPr>
          <p:cNvPr id="9" name="手繪多邊形: 圖案 9">
            <a:extLst>
              <a:ext uri="{FF2B5EF4-FFF2-40B4-BE49-F238E27FC236}">
                <a16:creationId xmlns:a16="http://schemas.microsoft.com/office/drawing/2014/main" id="{D5FC0CF9-4094-F756-604E-6A64B7E41696}"/>
              </a:ext>
            </a:extLst>
          </p:cNvPr>
          <p:cNvSpPr/>
          <p:nvPr/>
        </p:nvSpPr>
        <p:spPr>
          <a:xfrm>
            <a:off x="3830681" y="2403735"/>
            <a:ext cx="4895849" cy="2678398"/>
          </a:xfrm>
          <a:custGeom>
            <a:avLst/>
            <a:gdLst>
              <a:gd name="connsiteX0" fmla="*/ 0 w 4724400"/>
              <a:gd name="connsiteY0" fmla="*/ 0 h 3072733"/>
              <a:gd name="connsiteX1" fmla="*/ 457200 w 4724400"/>
              <a:gd name="connsiteY1" fmla="*/ 1657350 h 3072733"/>
              <a:gd name="connsiteX2" fmla="*/ 1314450 w 4724400"/>
              <a:gd name="connsiteY2" fmla="*/ 2743200 h 3072733"/>
              <a:gd name="connsiteX3" fmla="*/ 2933700 w 4724400"/>
              <a:gd name="connsiteY3" fmla="*/ 3028950 h 3072733"/>
              <a:gd name="connsiteX4" fmla="*/ 4724400 w 4724400"/>
              <a:gd name="connsiteY4" fmla="*/ 3067050 h 3072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4400" h="3072733">
                <a:moveTo>
                  <a:pt x="0" y="0"/>
                </a:moveTo>
                <a:cubicBezTo>
                  <a:pt x="119062" y="600075"/>
                  <a:pt x="238125" y="1200150"/>
                  <a:pt x="457200" y="1657350"/>
                </a:cubicBezTo>
                <a:cubicBezTo>
                  <a:pt x="676275" y="2114550"/>
                  <a:pt x="901700" y="2514600"/>
                  <a:pt x="1314450" y="2743200"/>
                </a:cubicBezTo>
                <a:cubicBezTo>
                  <a:pt x="1727200" y="2971800"/>
                  <a:pt x="2365375" y="2974975"/>
                  <a:pt x="2933700" y="3028950"/>
                </a:cubicBezTo>
                <a:cubicBezTo>
                  <a:pt x="3502025" y="3082925"/>
                  <a:pt x="4113212" y="3074987"/>
                  <a:pt x="4724400" y="3067050"/>
                </a:cubicBezTo>
              </a:path>
            </a:pathLst>
          </a:cu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10">
            <a:extLst>
              <a:ext uri="{FF2B5EF4-FFF2-40B4-BE49-F238E27FC236}">
                <a16:creationId xmlns:a16="http://schemas.microsoft.com/office/drawing/2014/main" id="{92ADFAF7-4852-3827-4D0E-6AB39DCC3675}"/>
              </a:ext>
            </a:extLst>
          </p:cNvPr>
          <p:cNvSpPr txBox="1"/>
          <p:nvPr/>
        </p:nvSpPr>
        <p:spPr>
          <a:xfrm>
            <a:off x="7793083" y="4477316"/>
            <a:ext cx="2228850" cy="523220"/>
          </a:xfrm>
          <a:prstGeom prst="rect">
            <a:avLst/>
          </a:prstGeom>
          <a:noFill/>
        </p:spPr>
        <p:txBody>
          <a:bodyPr wrap="square" rtlCol="0">
            <a:spAutoFit/>
          </a:bodyPr>
          <a:lstStyle/>
          <a:p>
            <a:r>
              <a:rPr lang="zh-CN" altLang="en-US" sz="2800" dirty="0">
                <a:solidFill>
                  <a:srgbClr val="0000FF"/>
                </a:solidFill>
              </a:rPr>
              <a:t>训练集</a:t>
            </a:r>
            <a:r>
              <a:rPr lang="en-US" altLang="zh-TW" sz="2800" dirty="0">
                <a:solidFill>
                  <a:srgbClr val="0000FF"/>
                </a:solidFill>
              </a:rPr>
              <a:t> loss</a:t>
            </a:r>
            <a:endParaRPr lang="zh-TW" altLang="en-US" sz="2800" dirty="0">
              <a:solidFill>
                <a:srgbClr val="0000FF"/>
              </a:solidFill>
            </a:endParaRPr>
          </a:p>
        </p:txBody>
      </p:sp>
      <p:sp>
        <p:nvSpPr>
          <p:cNvPr id="11" name="手繪多邊形: 圖案 11">
            <a:extLst>
              <a:ext uri="{FF2B5EF4-FFF2-40B4-BE49-F238E27FC236}">
                <a16:creationId xmlns:a16="http://schemas.microsoft.com/office/drawing/2014/main" id="{BD00665D-5D81-D781-27DF-ED154486DF6E}"/>
              </a:ext>
            </a:extLst>
          </p:cNvPr>
          <p:cNvSpPr/>
          <p:nvPr/>
        </p:nvSpPr>
        <p:spPr>
          <a:xfrm>
            <a:off x="3868779" y="2092244"/>
            <a:ext cx="5314950" cy="2800482"/>
          </a:xfrm>
          <a:custGeom>
            <a:avLst/>
            <a:gdLst>
              <a:gd name="connsiteX0" fmla="*/ 0 w 5314950"/>
              <a:gd name="connsiteY0" fmla="*/ 0 h 2800482"/>
              <a:gd name="connsiteX1" fmla="*/ 1066800 w 5314950"/>
              <a:gd name="connsiteY1" fmla="*/ 2286000 h 2800482"/>
              <a:gd name="connsiteX2" fmla="*/ 2647950 w 5314950"/>
              <a:gd name="connsiteY2" fmla="*/ 2800350 h 2800482"/>
              <a:gd name="connsiteX3" fmla="*/ 3981450 w 5314950"/>
              <a:gd name="connsiteY3" fmla="*/ 2266950 h 2800482"/>
              <a:gd name="connsiteX4" fmla="*/ 5314950 w 5314950"/>
              <a:gd name="connsiteY4" fmla="*/ 152400 h 2800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950" h="2800482">
                <a:moveTo>
                  <a:pt x="0" y="0"/>
                </a:moveTo>
                <a:cubicBezTo>
                  <a:pt x="312737" y="909637"/>
                  <a:pt x="625475" y="1819275"/>
                  <a:pt x="1066800" y="2286000"/>
                </a:cubicBezTo>
                <a:cubicBezTo>
                  <a:pt x="1508125" y="2752725"/>
                  <a:pt x="2162175" y="2803525"/>
                  <a:pt x="2647950" y="2800350"/>
                </a:cubicBezTo>
                <a:cubicBezTo>
                  <a:pt x="3133725" y="2797175"/>
                  <a:pt x="3536950" y="2708275"/>
                  <a:pt x="3981450" y="2266950"/>
                </a:cubicBezTo>
                <a:cubicBezTo>
                  <a:pt x="4425950" y="1825625"/>
                  <a:pt x="4870450" y="989012"/>
                  <a:pt x="5314950" y="152400"/>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2">
            <a:extLst>
              <a:ext uri="{FF2B5EF4-FFF2-40B4-BE49-F238E27FC236}">
                <a16:creationId xmlns:a16="http://schemas.microsoft.com/office/drawing/2014/main" id="{96B8CA75-2198-C28C-849A-C76039B5AC7F}"/>
              </a:ext>
            </a:extLst>
          </p:cNvPr>
          <p:cNvSpPr txBox="1"/>
          <p:nvPr/>
        </p:nvSpPr>
        <p:spPr>
          <a:xfrm>
            <a:off x="7145382" y="2097028"/>
            <a:ext cx="2228850" cy="523220"/>
          </a:xfrm>
          <a:prstGeom prst="rect">
            <a:avLst/>
          </a:prstGeom>
          <a:noFill/>
        </p:spPr>
        <p:txBody>
          <a:bodyPr wrap="square" rtlCol="0">
            <a:spAutoFit/>
          </a:bodyPr>
          <a:lstStyle/>
          <a:p>
            <a:r>
              <a:rPr lang="zh-CN" altLang="en-US" sz="2800" dirty="0">
                <a:solidFill>
                  <a:srgbClr val="FF0000"/>
                </a:solidFill>
              </a:rPr>
              <a:t>测试集</a:t>
            </a:r>
            <a:r>
              <a:rPr lang="en-US" altLang="zh-TW" sz="2800" dirty="0">
                <a:solidFill>
                  <a:srgbClr val="FF0000"/>
                </a:solidFill>
              </a:rPr>
              <a:t> loss</a:t>
            </a:r>
            <a:endParaRPr lang="zh-TW" altLang="en-US" sz="2800" dirty="0">
              <a:solidFill>
                <a:srgbClr val="FF0000"/>
              </a:solidFill>
            </a:endParaRPr>
          </a:p>
        </p:txBody>
      </p:sp>
      <p:cxnSp>
        <p:nvCxnSpPr>
          <p:cNvPr id="13" name="直線接點 14">
            <a:extLst>
              <a:ext uri="{FF2B5EF4-FFF2-40B4-BE49-F238E27FC236}">
                <a16:creationId xmlns:a16="http://schemas.microsoft.com/office/drawing/2014/main" id="{9AF723F1-9AEE-EB0F-78CB-268AEE6218C2}"/>
              </a:ext>
            </a:extLst>
          </p:cNvPr>
          <p:cNvCxnSpPr>
            <a:cxnSpLocks/>
            <a:stCxn id="14" idx="2"/>
          </p:cNvCxnSpPr>
          <p:nvPr/>
        </p:nvCxnSpPr>
        <p:spPr>
          <a:xfrm flipH="1">
            <a:off x="6297654" y="4083314"/>
            <a:ext cx="0" cy="1251230"/>
          </a:xfrm>
          <a:prstGeom prst="line">
            <a:avLst/>
          </a:prstGeom>
          <a:ln w="76200">
            <a:solidFill>
              <a:srgbClr val="00001C"/>
            </a:solidFill>
            <a:prstDash val="sysDot"/>
          </a:ln>
        </p:spPr>
        <p:style>
          <a:lnRef idx="1">
            <a:schemeClr val="accent1"/>
          </a:lnRef>
          <a:fillRef idx="0">
            <a:schemeClr val="accent1"/>
          </a:fillRef>
          <a:effectRef idx="0">
            <a:schemeClr val="accent1"/>
          </a:effectRef>
          <a:fontRef idx="minor">
            <a:schemeClr val="tx1"/>
          </a:fontRef>
        </p:style>
      </p:cxnSp>
      <p:sp>
        <p:nvSpPr>
          <p:cNvPr id="14" name="文字方塊 15">
            <a:extLst>
              <a:ext uri="{FF2B5EF4-FFF2-40B4-BE49-F238E27FC236}">
                <a16:creationId xmlns:a16="http://schemas.microsoft.com/office/drawing/2014/main" id="{BC2AC64F-86B1-862C-9B1A-0365E98C8A61}"/>
              </a:ext>
            </a:extLst>
          </p:cNvPr>
          <p:cNvSpPr txBox="1"/>
          <p:nvPr/>
        </p:nvSpPr>
        <p:spPr>
          <a:xfrm>
            <a:off x="5097507" y="3560094"/>
            <a:ext cx="2419349" cy="523220"/>
          </a:xfrm>
          <a:prstGeom prst="rect">
            <a:avLst/>
          </a:prstGeom>
          <a:noFill/>
        </p:spPr>
        <p:txBody>
          <a:bodyPr wrap="square" rtlCol="0">
            <a:spAutoFit/>
          </a:bodyPr>
          <a:lstStyle/>
          <a:p>
            <a:pPr algn="ctr"/>
            <a:r>
              <a:rPr lang="zh-CN" altLang="en-US" sz="2800" dirty="0"/>
              <a:t>提前停止</a:t>
            </a:r>
            <a:endParaRPr lang="zh-TW" altLang="en-US" sz="2800" dirty="0"/>
          </a:p>
        </p:txBody>
      </p:sp>
      <p:grpSp>
        <p:nvGrpSpPr>
          <p:cNvPr id="17" name="组合 16">
            <a:extLst>
              <a:ext uri="{FF2B5EF4-FFF2-40B4-BE49-F238E27FC236}">
                <a16:creationId xmlns:a16="http://schemas.microsoft.com/office/drawing/2014/main" id="{5B854D54-21A5-201E-EB83-F961ADD07DE7}"/>
              </a:ext>
            </a:extLst>
          </p:cNvPr>
          <p:cNvGrpSpPr/>
          <p:nvPr/>
        </p:nvGrpSpPr>
        <p:grpSpPr>
          <a:xfrm>
            <a:off x="0" y="131344"/>
            <a:ext cx="4916059" cy="1166543"/>
            <a:chOff x="0" y="260648"/>
            <a:chExt cx="4367671" cy="1166543"/>
          </a:xfrm>
        </p:grpSpPr>
        <p:sp>
          <p:nvSpPr>
            <p:cNvPr id="18" name="矩形 17">
              <a:extLst>
                <a:ext uri="{FF2B5EF4-FFF2-40B4-BE49-F238E27FC236}">
                  <a16:creationId xmlns:a16="http://schemas.microsoft.com/office/drawing/2014/main" id="{4701D15A-340A-A1E6-53A9-510BC84D0CE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9" name="组合 18">
              <a:extLst>
                <a:ext uri="{FF2B5EF4-FFF2-40B4-BE49-F238E27FC236}">
                  <a16:creationId xmlns:a16="http://schemas.microsoft.com/office/drawing/2014/main" id="{ADE83069-674C-6ED5-0D69-494FA6CB496A}"/>
                </a:ext>
              </a:extLst>
            </p:cNvPr>
            <p:cNvGrpSpPr/>
            <p:nvPr/>
          </p:nvGrpSpPr>
          <p:grpSpPr>
            <a:xfrm>
              <a:off x="695400" y="260648"/>
              <a:ext cx="3672271" cy="1166543"/>
              <a:chOff x="623392" y="310880"/>
              <a:chExt cx="3672271" cy="1166543"/>
            </a:xfrm>
          </p:grpSpPr>
          <p:sp>
            <p:nvSpPr>
              <p:cNvPr id="20" name="文本框 19">
                <a:extLst>
                  <a:ext uri="{FF2B5EF4-FFF2-40B4-BE49-F238E27FC236}">
                    <a16:creationId xmlns:a16="http://schemas.microsoft.com/office/drawing/2014/main" id="{9F24E396-53F6-FA08-2034-F66DC687085E}"/>
                  </a:ext>
                </a:extLst>
              </p:cNvPr>
              <p:cNvSpPr txBox="1"/>
              <p:nvPr/>
            </p:nvSpPr>
            <p:spPr>
              <a:xfrm>
                <a:off x="623392" y="310880"/>
                <a:ext cx="1628131" cy="584775"/>
              </a:xfrm>
              <a:prstGeom prst="rect">
                <a:avLst/>
              </a:prstGeom>
              <a:noFill/>
            </p:spPr>
            <p:txBody>
              <a:bodyPr wrap="none" rtlCol="0">
                <a:spAutoFit/>
              </a:bodyPr>
              <a:lstStyle/>
              <a:p>
                <a:pPr>
                  <a:defRPr/>
                </a:pP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提前停止</a:t>
                </a:r>
              </a:p>
            </p:txBody>
          </p:sp>
          <p:cxnSp>
            <p:nvCxnSpPr>
              <p:cNvPr id="21" name="直接连接符 20">
                <a:extLst>
                  <a:ext uri="{FF2B5EF4-FFF2-40B4-BE49-F238E27FC236}">
                    <a16:creationId xmlns:a16="http://schemas.microsoft.com/office/drawing/2014/main" id="{2AB805E5-8C9D-FF02-BDD8-01ED750B295D}"/>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22" name="文本框 21">
                <a:extLst>
                  <a:ext uri="{FF2B5EF4-FFF2-40B4-BE49-F238E27FC236}">
                    <a16:creationId xmlns:a16="http://schemas.microsoft.com/office/drawing/2014/main" id="{6DDD6A62-A393-9D83-5F13-1A93916A5C43}"/>
                  </a:ext>
                </a:extLst>
              </p:cNvPr>
              <p:cNvSpPr txBox="1"/>
              <p:nvPr/>
            </p:nvSpPr>
            <p:spPr>
              <a:xfrm>
                <a:off x="668362" y="1061925"/>
                <a:ext cx="3627301" cy="415498"/>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27007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P spid="1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6731C47-5D5A-967B-9D46-0FE2D24B366A}"/>
              </a:ext>
            </a:extLst>
          </p:cNvPr>
          <p:cNvSpPr/>
          <p:nvPr/>
        </p:nvSpPr>
        <p:spPr>
          <a:xfrm>
            <a:off x="6091134" y="1722308"/>
            <a:ext cx="1278618" cy="351050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矩形 5">
            <a:extLst>
              <a:ext uri="{FF2B5EF4-FFF2-40B4-BE49-F238E27FC236}">
                <a16:creationId xmlns:a16="http://schemas.microsoft.com/office/drawing/2014/main" id="{0176E777-EA1F-1B02-482F-580E0CE4D8A5}"/>
              </a:ext>
            </a:extLst>
          </p:cNvPr>
          <p:cNvSpPr/>
          <p:nvPr/>
        </p:nvSpPr>
        <p:spPr>
          <a:xfrm>
            <a:off x="2084115" y="1633897"/>
            <a:ext cx="3798888" cy="62411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训练集</a:t>
            </a:r>
            <a:endParaRPr kumimoji="0" lang="zh-TW"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矩形 6">
            <a:extLst>
              <a:ext uri="{FF2B5EF4-FFF2-40B4-BE49-F238E27FC236}">
                <a16:creationId xmlns:a16="http://schemas.microsoft.com/office/drawing/2014/main" id="{05AE6C8C-EC5D-74CF-A64D-6255AA6E69D0}"/>
              </a:ext>
            </a:extLst>
          </p:cNvPr>
          <p:cNvSpPr/>
          <p:nvPr/>
        </p:nvSpPr>
        <p:spPr>
          <a:xfrm>
            <a:off x="2084115" y="238551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训练集</a:t>
            </a:r>
            <a:endParaRPr kumimoji="0" lang="zh-TW" altLang="en-US" sz="20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A524FBF4-C2B1-5CF3-8EAA-66F14D188B88}"/>
              </a:ext>
            </a:extLst>
          </p:cNvPr>
          <p:cNvSpPr/>
          <p:nvPr/>
        </p:nvSpPr>
        <p:spPr>
          <a:xfrm>
            <a:off x="3450159" y="238551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训练集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8E5781BF-E58D-7652-F60D-D91CD4529826}"/>
              </a:ext>
            </a:extLst>
          </p:cNvPr>
          <p:cNvSpPr/>
          <p:nvPr/>
        </p:nvSpPr>
        <p:spPr>
          <a:xfrm>
            <a:off x="4816203" y="238551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验证集</a:t>
            </a:r>
            <a:endParaRPr kumimoji="0" lang="zh-TW" altLang="en-US" sz="20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a:extLst>
              <a:ext uri="{FF2B5EF4-FFF2-40B4-BE49-F238E27FC236}">
                <a16:creationId xmlns:a16="http://schemas.microsoft.com/office/drawing/2014/main" id="{77E958D1-74D1-95A1-44FC-3E4AAF8A9716}"/>
              </a:ext>
            </a:extLst>
          </p:cNvPr>
          <p:cNvSpPr/>
          <p:nvPr/>
        </p:nvSpPr>
        <p:spPr>
          <a:xfrm>
            <a:off x="2084115" y="307369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训练集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矩形 10">
            <a:extLst>
              <a:ext uri="{FF2B5EF4-FFF2-40B4-BE49-F238E27FC236}">
                <a16:creationId xmlns:a16="http://schemas.microsoft.com/office/drawing/2014/main" id="{E8085129-528F-D123-33DF-3C938EB4A531}"/>
              </a:ext>
            </a:extLst>
          </p:cNvPr>
          <p:cNvSpPr/>
          <p:nvPr/>
        </p:nvSpPr>
        <p:spPr>
          <a:xfrm>
            <a:off x="3450159" y="307369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验证集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642B35EE-91A0-9559-924E-85694F125078}"/>
              </a:ext>
            </a:extLst>
          </p:cNvPr>
          <p:cNvSpPr/>
          <p:nvPr/>
        </p:nvSpPr>
        <p:spPr>
          <a:xfrm>
            <a:off x="4816203" y="3073696"/>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训练集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矩形 12">
            <a:extLst>
              <a:ext uri="{FF2B5EF4-FFF2-40B4-BE49-F238E27FC236}">
                <a16:creationId xmlns:a16="http://schemas.microsoft.com/office/drawing/2014/main" id="{4688D829-8B65-E284-050F-CB8B69657772}"/>
              </a:ext>
            </a:extLst>
          </p:cNvPr>
          <p:cNvSpPr/>
          <p:nvPr/>
        </p:nvSpPr>
        <p:spPr>
          <a:xfrm>
            <a:off x="2084115" y="3760573"/>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验证集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矩形 13">
            <a:extLst>
              <a:ext uri="{FF2B5EF4-FFF2-40B4-BE49-F238E27FC236}">
                <a16:creationId xmlns:a16="http://schemas.microsoft.com/office/drawing/2014/main" id="{8D2721CB-CAC8-8AF5-CCC6-F0215D89A42B}"/>
              </a:ext>
            </a:extLst>
          </p:cNvPr>
          <p:cNvSpPr/>
          <p:nvPr/>
        </p:nvSpPr>
        <p:spPr>
          <a:xfrm>
            <a:off x="3450159" y="3760573"/>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训练集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矩形 14">
            <a:extLst>
              <a:ext uri="{FF2B5EF4-FFF2-40B4-BE49-F238E27FC236}">
                <a16:creationId xmlns:a16="http://schemas.microsoft.com/office/drawing/2014/main" id="{CCF7FD64-1538-6CC6-F63D-DD29B0F9EF90}"/>
              </a:ext>
            </a:extLst>
          </p:cNvPr>
          <p:cNvSpPr/>
          <p:nvPr/>
        </p:nvSpPr>
        <p:spPr>
          <a:xfrm>
            <a:off x="4816203" y="3760573"/>
            <a:ext cx="10668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zh-CN"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rPr>
              <a:t>训练集</a:t>
            </a:r>
            <a:endParaRPr lang="zh-TW" altLang="en-US" sz="200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文字方塊 13">
            <a:extLst>
              <a:ext uri="{FF2B5EF4-FFF2-40B4-BE49-F238E27FC236}">
                <a16:creationId xmlns:a16="http://schemas.microsoft.com/office/drawing/2014/main" id="{29217BA5-5485-DC53-FF41-09AC301D3EA5}"/>
              </a:ext>
            </a:extLst>
          </p:cNvPr>
          <p:cNvSpPr txBox="1"/>
          <p:nvPr/>
        </p:nvSpPr>
        <p:spPr>
          <a:xfrm>
            <a:off x="6131786" y="1743750"/>
            <a:ext cx="12627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Model 1</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文字方塊 14">
            <a:extLst>
              <a:ext uri="{FF2B5EF4-FFF2-40B4-BE49-F238E27FC236}">
                <a16:creationId xmlns:a16="http://schemas.microsoft.com/office/drawing/2014/main" id="{CCBAC03B-76D0-FDAF-2011-5E52846C51AE}"/>
              </a:ext>
            </a:extLst>
          </p:cNvPr>
          <p:cNvSpPr txBox="1"/>
          <p:nvPr/>
        </p:nvSpPr>
        <p:spPr>
          <a:xfrm>
            <a:off x="7445329" y="1738877"/>
            <a:ext cx="12627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Model 2</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文字方塊 15">
            <a:extLst>
              <a:ext uri="{FF2B5EF4-FFF2-40B4-BE49-F238E27FC236}">
                <a16:creationId xmlns:a16="http://schemas.microsoft.com/office/drawing/2014/main" id="{2198DCE9-ED8E-FF0C-1246-5672CBCF65BD}"/>
              </a:ext>
            </a:extLst>
          </p:cNvPr>
          <p:cNvSpPr txBox="1"/>
          <p:nvPr/>
        </p:nvSpPr>
        <p:spPr>
          <a:xfrm>
            <a:off x="8708072" y="1738877"/>
            <a:ext cx="126274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Model 3</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文字方塊 19">
            <a:extLst>
              <a:ext uri="{FF2B5EF4-FFF2-40B4-BE49-F238E27FC236}">
                <a16:creationId xmlns:a16="http://schemas.microsoft.com/office/drawing/2014/main" id="{4660E574-A7DE-6A62-A753-7E1BBFBFB92F}"/>
              </a:ext>
            </a:extLst>
          </p:cNvPr>
          <p:cNvSpPr txBox="1"/>
          <p:nvPr/>
        </p:nvSpPr>
        <p:spPr>
          <a:xfrm>
            <a:off x="8665043" y="2466430"/>
            <a:ext cx="1450688"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0.4</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文字方塊 20">
            <a:extLst>
              <a:ext uri="{FF2B5EF4-FFF2-40B4-BE49-F238E27FC236}">
                <a16:creationId xmlns:a16="http://schemas.microsoft.com/office/drawing/2014/main" id="{C624313A-3B0C-D551-5633-58B376E9BF62}"/>
              </a:ext>
            </a:extLst>
          </p:cNvPr>
          <p:cNvSpPr txBox="1"/>
          <p:nvPr/>
        </p:nvSpPr>
        <p:spPr>
          <a:xfrm>
            <a:off x="8690441" y="3148720"/>
            <a:ext cx="1425290"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0.5</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文字方塊 21">
            <a:extLst>
              <a:ext uri="{FF2B5EF4-FFF2-40B4-BE49-F238E27FC236}">
                <a16:creationId xmlns:a16="http://schemas.microsoft.com/office/drawing/2014/main" id="{769AB710-7F66-F14B-1037-6156AAFA77E1}"/>
              </a:ext>
            </a:extLst>
          </p:cNvPr>
          <p:cNvSpPr txBox="1"/>
          <p:nvPr/>
        </p:nvSpPr>
        <p:spPr>
          <a:xfrm>
            <a:off x="8665043" y="3831010"/>
            <a:ext cx="1461973"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0.3</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文字方塊 22">
            <a:extLst>
              <a:ext uri="{FF2B5EF4-FFF2-40B4-BE49-F238E27FC236}">
                <a16:creationId xmlns:a16="http://schemas.microsoft.com/office/drawing/2014/main" id="{DE4F592D-D0F7-826D-0D72-73A47A66AD5A}"/>
              </a:ext>
            </a:extLst>
          </p:cNvPr>
          <p:cNvSpPr txBox="1"/>
          <p:nvPr/>
        </p:nvSpPr>
        <p:spPr>
          <a:xfrm>
            <a:off x="7337611" y="2466430"/>
            <a:ext cx="1498030"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0.4</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字方塊 23">
            <a:extLst>
              <a:ext uri="{FF2B5EF4-FFF2-40B4-BE49-F238E27FC236}">
                <a16:creationId xmlns:a16="http://schemas.microsoft.com/office/drawing/2014/main" id="{EBC7557A-47CD-BEE0-D0EE-171D56988CBB}"/>
              </a:ext>
            </a:extLst>
          </p:cNvPr>
          <p:cNvSpPr txBox="1"/>
          <p:nvPr/>
        </p:nvSpPr>
        <p:spPr>
          <a:xfrm>
            <a:off x="7337611" y="3148720"/>
            <a:ext cx="1498030"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0.5</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文字方塊 24">
            <a:extLst>
              <a:ext uri="{FF2B5EF4-FFF2-40B4-BE49-F238E27FC236}">
                <a16:creationId xmlns:a16="http://schemas.microsoft.com/office/drawing/2014/main" id="{F4C8204C-3C67-CE12-6494-7CA5335023A3}"/>
              </a:ext>
            </a:extLst>
          </p:cNvPr>
          <p:cNvSpPr txBox="1"/>
          <p:nvPr/>
        </p:nvSpPr>
        <p:spPr>
          <a:xfrm>
            <a:off x="7363009" y="3831010"/>
            <a:ext cx="1472632"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0.6</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文字方塊 25">
            <a:extLst>
              <a:ext uri="{FF2B5EF4-FFF2-40B4-BE49-F238E27FC236}">
                <a16:creationId xmlns:a16="http://schemas.microsoft.com/office/drawing/2014/main" id="{4082E738-FC1B-9582-373E-F235A8FEFCA3}"/>
              </a:ext>
            </a:extLst>
          </p:cNvPr>
          <p:cNvSpPr txBox="1"/>
          <p:nvPr/>
        </p:nvSpPr>
        <p:spPr>
          <a:xfrm>
            <a:off x="5984605" y="2456545"/>
            <a:ext cx="1498030"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0.2</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文字方塊 26">
            <a:extLst>
              <a:ext uri="{FF2B5EF4-FFF2-40B4-BE49-F238E27FC236}">
                <a16:creationId xmlns:a16="http://schemas.microsoft.com/office/drawing/2014/main" id="{7ED695D9-9789-4A0D-7903-DE185D836F4E}"/>
              </a:ext>
            </a:extLst>
          </p:cNvPr>
          <p:cNvSpPr txBox="1"/>
          <p:nvPr/>
        </p:nvSpPr>
        <p:spPr>
          <a:xfrm>
            <a:off x="5984605" y="3138835"/>
            <a:ext cx="1498030"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0.4</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文字方塊 27">
            <a:extLst>
              <a:ext uri="{FF2B5EF4-FFF2-40B4-BE49-F238E27FC236}">
                <a16:creationId xmlns:a16="http://schemas.microsoft.com/office/drawing/2014/main" id="{3331F063-880F-1C01-FC06-8709A1D43268}"/>
              </a:ext>
            </a:extLst>
          </p:cNvPr>
          <p:cNvSpPr txBox="1"/>
          <p:nvPr/>
        </p:nvSpPr>
        <p:spPr>
          <a:xfrm>
            <a:off x="5945596" y="3821125"/>
            <a:ext cx="1537039" cy="461665"/>
          </a:xfrm>
          <a:prstGeom prst="rect">
            <a:avLst/>
          </a:prstGeom>
          <a:noFill/>
        </p:spPr>
        <p:txBody>
          <a:bodyPr wrap="square" rtlCol="0">
            <a:spAutoFit/>
          </a:bodyPr>
          <a:lstStyle/>
          <a:p>
            <a:pPr lvl="0" algn="ctr">
              <a:defRPr/>
            </a:pP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0.3</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文字方塊 28">
            <a:extLst>
              <a:ext uri="{FF2B5EF4-FFF2-40B4-BE49-F238E27FC236}">
                <a16:creationId xmlns:a16="http://schemas.microsoft.com/office/drawing/2014/main" id="{1458B134-FD91-3CAA-69D9-E691DC364FDF}"/>
              </a:ext>
            </a:extLst>
          </p:cNvPr>
          <p:cNvSpPr txBox="1"/>
          <p:nvPr/>
        </p:nvSpPr>
        <p:spPr>
          <a:xfrm>
            <a:off x="8611687" y="4411700"/>
            <a:ext cx="1364344" cy="830997"/>
          </a:xfrm>
          <a:prstGeom prst="rect">
            <a:avLst/>
          </a:prstGeom>
          <a:noFill/>
        </p:spPr>
        <p:txBody>
          <a:bodyPr wrap="square" rtlCol="0">
            <a:spAutoFit/>
          </a:bodyPr>
          <a:lstStyle/>
          <a:p>
            <a:pPr lvl="0" algn="ctr">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Avg </a:t>
            </a: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0.4</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文字方塊 29">
            <a:extLst>
              <a:ext uri="{FF2B5EF4-FFF2-40B4-BE49-F238E27FC236}">
                <a16:creationId xmlns:a16="http://schemas.microsoft.com/office/drawing/2014/main" id="{82466F2D-C447-A1A3-0364-E37BD1F9F5C7}"/>
              </a:ext>
            </a:extLst>
          </p:cNvPr>
          <p:cNvSpPr txBox="1"/>
          <p:nvPr/>
        </p:nvSpPr>
        <p:spPr>
          <a:xfrm>
            <a:off x="7394528" y="4411699"/>
            <a:ext cx="1364344" cy="830997"/>
          </a:xfrm>
          <a:prstGeom prst="rect">
            <a:avLst/>
          </a:prstGeom>
          <a:noFill/>
        </p:spPr>
        <p:txBody>
          <a:bodyPr wrap="square" rtlCol="0">
            <a:spAutoFit/>
          </a:bodyPr>
          <a:lstStyle/>
          <a:p>
            <a:pPr lvl="0" algn="ctr">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Avg </a:t>
            </a: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0.5</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文字方塊 30">
            <a:extLst>
              <a:ext uri="{FF2B5EF4-FFF2-40B4-BE49-F238E27FC236}">
                <a16:creationId xmlns:a16="http://schemas.microsoft.com/office/drawing/2014/main" id="{212A0C41-959D-6F19-C782-90C413608BBF}"/>
              </a:ext>
            </a:extLst>
          </p:cNvPr>
          <p:cNvSpPr txBox="1"/>
          <p:nvPr/>
        </p:nvSpPr>
        <p:spPr>
          <a:xfrm>
            <a:off x="6042091" y="4401813"/>
            <a:ext cx="1364344" cy="830997"/>
          </a:xfrm>
          <a:prstGeom prst="rect">
            <a:avLst/>
          </a:prstGeom>
          <a:noFill/>
        </p:spPr>
        <p:txBody>
          <a:bodyPr wrap="square" rtlCol="0">
            <a:spAutoFit/>
          </a:bodyPr>
          <a:lstStyle/>
          <a:p>
            <a:pPr lvl="0" algn="ctr">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Avg </a:t>
            </a:r>
            <a:r>
              <a:rPr lang="en-US" altLang="zh-TW" sz="2400" dirty="0" err="1">
                <a:solidFill>
                  <a:prstClr val="black"/>
                </a:solidFill>
                <a:latin typeface="Times New Roman" panose="02020603050405020304" pitchFamily="18" charset="0"/>
                <a:ea typeface="黑体" panose="02010609060101010101" pitchFamily="49" charset="-122"/>
                <a:cs typeface="Times New Roman" panose="02020603050405020304" pitchFamily="18" charset="0"/>
              </a:rPr>
              <a:t>mse</a:t>
            </a:r>
            <a:r>
              <a:rPr lang="en-US" altLang="zh-TW" sz="24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 0.3</a:t>
            </a:r>
            <a:endParaRPr kumimoji="0" lang="zh-TW"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 name="矩形 30">
            <a:extLst>
              <a:ext uri="{FF2B5EF4-FFF2-40B4-BE49-F238E27FC236}">
                <a16:creationId xmlns:a16="http://schemas.microsoft.com/office/drawing/2014/main" id="{2485FD1C-3BBA-53E8-3C94-8EAD88058304}"/>
              </a:ext>
            </a:extLst>
          </p:cNvPr>
          <p:cNvSpPr/>
          <p:nvPr/>
        </p:nvSpPr>
        <p:spPr>
          <a:xfrm>
            <a:off x="4131081" y="5659733"/>
            <a:ext cx="1911576" cy="62411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测试集</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1</a:t>
            </a:r>
            <a:endParaRPr kumimoji="0" lang="zh-TW"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矩形 31">
            <a:extLst>
              <a:ext uri="{FF2B5EF4-FFF2-40B4-BE49-F238E27FC236}">
                <a16:creationId xmlns:a16="http://schemas.microsoft.com/office/drawing/2014/main" id="{63DDC9FF-7BC9-3285-AAFE-CAA32533B372}"/>
              </a:ext>
            </a:extLst>
          </p:cNvPr>
          <p:cNvSpPr/>
          <p:nvPr/>
        </p:nvSpPr>
        <p:spPr>
          <a:xfrm>
            <a:off x="6177369" y="5644243"/>
            <a:ext cx="1995714" cy="62411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测试集</a:t>
            </a:r>
            <a:r>
              <a:rPr kumimoji="0" lang="en-US" altLang="zh-CN"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rPr>
              <a:t>2</a:t>
            </a:r>
            <a:endParaRPr kumimoji="0" lang="zh-TW" altLang="en-US" sz="2800" b="0" i="0" u="none" strike="noStrike" kern="1200" cap="none" spc="0" normalizeH="0" baseline="0" noProof="0" dirty="0">
              <a:ln>
                <a:noFill/>
              </a:ln>
              <a:solidFill>
                <a:prstClr val="white"/>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35" name="直線單箭頭接點 39">
            <a:extLst>
              <a:ext uri="{FF2B5EF4-FFF2-40B4-BE49-F238E27FC236}">
                <a16:creationId xmlns:a16="http://schemas.microsoft.com/office/drawing/2014/main" id="{297C5717-B52D-1163-5206-FE1EA61F73F5}"/>
              </a:ext>
            </a:extLst>
          </p:cNvPr>
          <p:cNvCxnSpPr/>
          <p:nvPr/>
        </p:nvCxnSpPr>
        <p:spPr>
          <a:xfrm>
            <a:off x="1652316" y="1909626"/>
            <a:ext cx="0" cy="4062164"/>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單箭頭接點 40">
            <a:extLst>
              <a:ext uri="{FF2B5EF4-FFF2-40B4-BE49-F238E27FC236}">
                <a16:creationId xmlns:a16="http://schemas.microsoft.com/office/drawing/2014/main" id="{7EB25B69-25E0-C07B-4934-746E381A06DB}"/>
              </a:ext>
            </a:extLst>
          </p:cNvPr>
          <p:cNvCxnSpPr>
            <a:stCxn id="30" idx="1"/>
          </p:cNvCxnSpPr>
          <p:nvPr/>
        </p:nvCxnSpPr>
        <p:spPr>
          <a:xfrm flipH="1">
            <a:off x="1652316" y="4817312"/>
            <a:ext cx="4389775"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單箭頭接點 42">
            <a:extLst>
              <a:ext uri="{FF2B5EF4-FFF2-40B4-BE49-F238E27FC236}">
                <a16:creationId xmlns:a16="http://schemas.microsoft.com/office/drawing/2014/main" id="{33A89B55-8AC0-634B-3DC0-DF9B467DF4C0}"/>
              </a:ext>
            </a:extLst>
          </p:cNvPr>
          <p:cNvCxnSpPr>
            <a:stCxn id="6" idx="1"/>
          </p:cNvCxnSpPr>
          <p:nvPr/>
        </p:nvCxnSpPr>
        <p:spPr>
          <a:xfrm flipH="1" flipV="1">
            <a:off x="1652317" y="1926474"/>
            <a:ext cx="431798"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單箭頭接點 44">
            <a:extLst>
              <a:ext uri="{FF2B5EF4-FFF2-40B4-BE49-F238E27FC236}">
                <a16:creationId xmlns:a16="http://schemas.microsoft.com/office/drawing/2014/main" id="{5F3FFF08-B663-D710-9A08-72BC3BE8D44D}"/>
              </a:ext>
            </a:extLst>
          </p:cNvPr>
          <p:cNvCxnSpPr/>
          <p:nvPr/>
        </p:nvCxnSpPr>
        <p:spPr>
          <a:xfrm>
            <a:off x="1652317" y="5971790"/>
            <a:ext cx="2478764"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B82FB6C8-4505-AE69-1BFE-F7A529D384C9}"/>
              </a:ext>
            </a:extLst>
          </p:cNvPr>
          <p:cNvGrpSpPr/>
          <p:nvPr/>
        </p:nvGrpSpPr>
        <p:grpSpPr>
          <a:xfrm>
            <a:off x="0" y="131344"/>
            <a:ext cx="4916059" cy="1058822"/>
            <a:chOff x="0" y="260648"/>
            <a:chExt cx="4367671" cy="1058822"/>
          </a:xfrm>
        </p:grpSpPr>
        <p:sp>
          <p:nvSpPr>
            <p:cNvPr id="40" name="矩形 39">
              <a:extLst>
                <a:ext uri="{FF2B5EF4-FFF2-40B4-BE49-F238E27FC236}">
                  <a16:creationId xmlns:a16="http://schemas.microsoft.com/office/drawing/2014/main" id="{62A0FAF2-68DF-2D2B-84FA-B0B319D3BE46}"/>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1" name="组合 40">
              <a:extLst>
                <a:ext uri="{FF2B5EF4-FFF2-40B4-BE49-F238E27FC236}">
                  <a16:creationId xmlns:a16="http://schemas.microsoft.com/office/drawing/2014/main" id="{AE4E5E69-5F03-7407-2E48-56E8391B2250}"/>
                </a:ext>
              </a:extLst>
            </p:cNvPr>
            <p:cNvGrpSpPr/>
            <p:nvPr/>
          </p:nvGrpSpPr>
          <p:grpSpPr>
            <a:xfrm>
              <a:off x="695400" y="260648"/>
              <a:ext cx="3672271" cy="1058822"/>
              <a:chOff x="623392" y="310880"/>
              <a:chExt cx="3672271" cy="1058822"/>
            </a:xfrm>
          </p:grpSpPr>
          <p:sp>
            <p:nvSpPr>
              <p:cNvPr id="42" name="文本框 41">
                <a:extLst>
                  <a:ext uri="{FF2B5EF4-FFF2-40B4-BE49-F238E27FC236}">
                    <a16:creationId xmlns:a16="http://schemas.microsoft.com/office/drawing/2014/main" id="{00F44C04-B80E-29C5-8734-4239111F2BDA}"/>
                  </a:ext>
                </a:extLst>
              </p:cNvPr>
              <p:cNvSpPr txBox="1"/>
              <p:nvPr/>
            </p:nvSpPr>
            <p:spPr>
              <a:xfrm>
                <a:off x="623392" y="310880"/>
                <a:ext cx="2378678"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N-</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折交叉验证</a:t>
                </a:r>
              </a:p>
            </p:txBody>
          </p:sp>
          <p:cxnSp>
            <p:nvCxnSpPr>
              <p:cNvPr id="43" name="直接连接符 42">
                <a:extLst>
                  <a:ext uri="{FF2B5EF4-FFF2-40B4-BE49-F238E27FC236}">
                    <a16:creationId xmlns:a16="http://schemas.microsoft.com/office/drawing/2014/main" id="{3A81A6CB-3C7A-A0B5-FE32-16E951EA09D9}"/>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44" name="文本框 43">
                <a:extLst>
                  <a:ext uri="{FF2B5EF4-FFF2-40B4-BE49-F238E27FC236}">
                    <a16:creationId xmlns:a16="http://schemas.microsoft.com/office/drawing/2014/main" id="{26C5790F-6392-6284-2CAF-FD38A8888ECE}"/>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347678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animBg="1"/>
      <p:bldP spid="3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59">
            <a:extLst>
              <a:ext uri="{FF2B5EF4-FFF2-40B4-BE49-F238E27FC236}">
                <a16:creationId xmlns:a16="http://schemas.microsoft.com/office/drawing/2014/main" id="{9AAE278A-23CD-8CEF-EDE9-0182C630052E}"/>
              </a:ext>
            </a:extLst>
          </p:cNvPr>
          <p:cNvSpPr txBox="1"/>
          <p:nvPr/>
        </p:nvSpPr>
        <p:spPr>
          <a:xfrm>
            <a:off x="1663964" y="1962125"/>
            <a:ext cx="2321169" cy="523220"/>
          </a:xfrm>
          <a:prstGeom prst="rect">
            <a:avLst/>
          </a:prstGeom>
          <a:noFill/>
          <a:ln w="76200">
            <a:noFill/>
          </a:ln>
        </p:spPr>
        <p:txBody>
          <a:bodyPr wrap="square" rtlCol="0">
            <a:spAutoFit/>
          </a:bodyPr>
          <a:lstStyle/>
          <a:p>
            <a:r>
              <a:rPr lang="en-US" altLang="zh-TW" sz="2800" b="1" u="sng" dirty="0">
                <a:solidFill>
                  <a:srgbClr val="0000FF"/>
                </a:solidFill>
              </a:rPr>
              <a:t>Training:</a:t>
            </a:r>
            <a:endParaRPr lang="zh-TW" altLang="en-US" sz="2800" b="1" u="sng" dirty="0">
              <a:solidFill>
                <a:srgbClr val="0000FF"/>
              </a:solidFill>
            </a:endParaRPr>
          </a:p>
        </p:txBody>
      </p:sp>
      <p:sp>
        <p:nvSpPr>
          <p:cNvPr id="6" name="橢圓 62">
            <a:extLst>
              <a:ext uri="{FF2B5EF4-FFF2-40B4-BE49-F238E27FC236}">
                <a16:creationId xmlns:a16="http://schemas.microsoft.com/office/drawing/2014/main" id="{A0F4B8FA-A84D-13F9-CF79-D43D9148B83B}"/>
              </a:ext>
            </a:extLst>
          </p:cNvPr>
          <p:cNvSpPr/>
          <p:nvPr/>
        </p:nvSpPr>
        <p:spPr>
          <a:xfrm>
            <a:off x="5114272" y="200166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3">
            <a:extLst>
              <a:ext uri="{FF2B5EF4-FFF2-40B4-BE49-F238E27FC236}">
                <a16:creationId xmlns:a16="http://schemas.microsoft.com/office/drawing/2014/main" id="{4D9AB240-FAEC-00ED-A26D-5CA0D954059C}"/>
              </a:ext>
            </a:extLst>
          </p:cNvPr>
          <p:cNvSpPr/>
          <p:nvPr/>
        </p:nvSpPr>
        <p:spPr>
          <a:xfrm>
            <a:off x="5114272" y="270248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橢圓 64">
            <a:extLst>
              <a:ext uri="{FF2B5EF4-FFF2-40B4-BE49-F238E27FC236}">
                <a16:creationId xmlns:a16="http://schemas.microsoft.com/office/drawing/2014/main" id="{5AEEFC76-1CAE-B478-845D-83E4BFB344A0}"/>
              </a:ext>
            </a:extLst>
          </p:cNvPr>
          <p:cNvSpPr/>
          <p:nvPr/>
        </p:nvSpPr>
        <p:spPr>
          <a:xfrm>
            <a:off x="5114272" y="340073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65">
            <a:extLst>
              <a:ext uri="{FF2B5EF4-FFF2-40B4-BE49-F238E27FC236}">
                <a16:creationId xmlns:a16="http://schemas.microsoft.com/office/drawing/2014/main" id="{ECE8153E-F14B-FD09-B718-357043EA27E4}"/>
              </a:ext>
            </a:extLst>
          </p:cNvPr>
          <p:cNvSpPr/>
          <p:nvPr/>
        </p:nvSpPr>
        <p:spPr>
          <a:xfrm>
            <a:off x="5114272" y="409899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66">
            <a:extLst>
              <a:ext uri="{FF2B5EF4-FFF2-40B4-BE49-F238E27FC236}">
                <a16:creationId xmlns:a16="http://schemas.microsoft.com/office/drawing/2014/main" id="{295CD1E7-D899-D863-80E7-B885E288BA2F}"/>
              </a:ext>
            </a:extLst>
          </p:cNvPr>
          <p:cNvSpPr/>
          <p:nvPr/>
        </p:nvSpPr>
        <p:spPr>
          <a:xfrm>
            <a:off x="8320953" y="261455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67">
            <a:extLst>
              <a:ext uri="{FF2B5EF4-FFF2-40B4-BE49-F238E27FC236}">
                <a16:creationId xmlns:a16="http://schemas.microsoft.com/office/drawing/2014/main" id="{3036C644-7C39-B911-CCC1-6CA76FFEA4BC}"/>
              </a:ext>
            </a:extLst>
          </p:cNvPr>
          <p:cNvSpPr/>
          <p:nvPr/>
        </p:nvSpPr>
        <p:spPr>
          <a:xfrm>
            <a:off x="8320953" y="345349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69A4B4C4-AB61-EE59-75E2-92A276E124F4}"/>
              </a:ext>
            </a:extLst>
          </p:cNvPr>
          <p:cNvSpPr/>
          <p:nvPr/>
        </p:nvSpPr>
        <p:spPr>
          <a:xfrm>
            <a:off x="3589118" y="210184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13" name="直線單箭頭接點 69">
            <a:extLst>
              <a:ext uri="{FF2B5EF4-FFF2-40B4-BE49-F238E27FC236}">
                <a16:creationId xmlns:a16="http://schemas.microsoft.com/office/drawing/2014/main" id="{B35F9259-646D-27BB-6C25-6101027D3106}"/>
              </a:ext>
            </a:extLst>
          </p:cNvPr>
          <p:cNvCxnSpPr>
            <a:stCxn id="12" idx="3"/>
            <a:endCxn id="6" idx="2"/>
          </p:cNvCxnSpPr>
          <p:nvPr/>
        </p:nvCxnSpPr>
        <p:spPr>
          <a:xfrm>
            <a:off x="3855453" y="223501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70">
            <a:extLst>
              <a:ext uri="{FF2B5EF4-FFF2-40B4-BE49-F238E27FC236}">
                <a16:creationId xmlns:a16="http://schemas.microsoft.com/office/drawing/2014/main" id="{34F64C67-F4B6-B193-E092-C3C9DC2AF481}"/>
              </a:ext>
            </a:extLst>
          </p:cNvPr>
          <p:cNvCxnSpPr>
            <a:stCxn id="12" idx="3"/>
            <a:endCxn id="7" idx="2"/>
          </p:cNvCxnSpPr>
          <p:nvPr/>
        </p:nvCxnSpPr>
        <p:spPr>
          <a:xfrm>
            <a:off x="3855453" y="2235017"/>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71">
            <a:extLst>
              <a:ext uri="{FF2B5EF4-FFF2-40B4-BE49-F238E27FC236}">
                <a16:creationId xmlns:a16="http://schemas.microsoft.com/office/drawing/2014/main" id="{7E9DF2C9-09D6-4040-2CC3-0E7426E25B2E}"/>
              </a:ext>
            </a:extLst>
          </p:cNvPr>
          <p:cNvCxnSpPr>
            <a:stCxn id="12" idx="3"/>
            <a:endCxn id="8" idx="2"/>
          </p:cNvCxnSpPr>
          <p:nvPr/>
        </p:nvCxnSpPr>
        <p:spPr>
          <a:xfrm>
            <a:off x="3855453" y="2235017"/>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72">
            <a:extLst>
              <a:ext uri="{FF2B5EF4-FFF2-40B4-BE49-F238E27FC236}">
                <a16:creationId xmlns:a16="http://schemas.microsoft.com/office/drawing/2014/main" id="{DEEE2052-430D-6FE5-E7C9-8EC6AE5DBE8D}"/>
              </a:ext>
            </a:extLst>
          </p:cNvPr>
          <p:cNvCxnSpPr>
            <a:stCxn id="12" idx="3"/>
            <a:endCxn id="9" idx="2"/>
          </p:cNvCxnSpPr>
          <p:nvPr/>
        </p:nvCxnSpPr>
        <p:spPr>
          <a:xfrm>
            <a:off x="3855453" y="2235017"/>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73">
            <a:extLst>
              <a:ext uri="{FF2B5EF4-FFF2-40B4-BE49-F238E27FC236}">
                <a16:creationId xmlns:a16="http://schemas.microsoft.com/office/drawing/2014/main" id="{7EB768BE-4A4E-1CA9-8BFB-2AB22E3445BE}"/>
              </a:ext>
            </a:extLst>
          </p:cNvPr>
          <p:cNvCxnSpPr>
            <a:endCxn id="10" idx="2"/>
          </p:cNvCxnSpPr>
          <p:nvPr/>
        </p:nvCxnSpPr>
        <p:spPr>
          <a:xfrm flipV="1">
            <a:off x="7388968" y="2869535"/>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74">
            <a:extLst>
              <a:ext uri="{FF2B5EF4-FFF2-40B4-BE49-F238E27FC236}">
                <a16:creationId xmlns:a16="http://schemas.microsoft.com/office/drawing/2014/main" id="{80941EB2-1731-B44A-D081-4AE1088667A7}"/>
              </a:ext>
            </a:extLst>
          </p:cNvPr>
          <p:cNvCxnSpPr>
            <a:endCxn id="10" idx="2"/>
          </p:cNvCxnSpPr>
          <p:nvPr/>
        </p:nvCxnSpPr>
        <p:spPr>
          <a:xfrm>
            <a:off x="7388967" y="2212678"/>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75">
            <a:extLst>
              <a:ext uri="{FF2B5EF4-FFF2-40B4-BE49-F238E27FC236}">
                <a16:creationId xmlns:a16="http://schemas.microsoft.com/office/drawing/2014/main" id="{A9A8DEAA-6007-04A6-8DF9-49BB9CB23F07}"/>
              </a:ext>
            </a:extLst>
          </p:cNvPr>
          <p:cNvCxnSpPr>
            <a:endCxn id="11" idx="2"/>
          </p:cNvCxnSpPr>
          <p:nvPr/>
        </p:nvCxnSpPr>
        <p:spPr>
          <a:xfrm>
            <a:off x="7388968" y="2256641"/>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76">
            <a:extLst>
              <a:ext uri="{FF2B5EF4-FFF2-40B4-BE49-F238E27FC236}">
                <a16:creationId xmlns:a16="http://schemas.microsoft.com/office/drawing/2014/main" id="{89073ED2-7CEC-F22A-4F06-16D33931AC13}"/>
              </a:ext>
            </a:extLst>
          </p:cNvPr>
          <p:cNvCxnSpPr>
            <a:endCxn id="11" idx="2"/>
          </p:cNvCxnSpPr>
          <p:nvPr/>
        </p:nvCxnSpPr>
        <p:spPr>
          <a:xfrm>
            <a:off x="7388967" y="3011492"/>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77">
            <a:extLst>
              <a:ext uri="{FF2B5EF4-FFF2-40B4-BE49-F238E27FC236}">
                <a16:creationId xmlns:a16="http://schemas.microsoft.com/office/drawing/2014/main" id="{19D577FB-1BBF-F4AC-C6CD-6E812B2FEB96}"/>
              </a:ext>
            </a:extLst>
          </p:cNvPr>
          <p:cNvCxnSpPr>
            <a:endCxn id="10" idx="2"/>
          </p:cNvCxnSpPr>
          <p:nvPr/>
        </p:nvCxnSpPr>
        <p:spPr>
          <a:xfrm flipV="1">
            <a:off x="7388968" y="2869535"/>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78">
            <a:extLst>
              <a:ext uri="{FF2B5EF4-FFF2-40B4-BE49-F238E27FC236}">
                <a16:creationId xmlns:a16="http://schemas.microsoft.com/office/drawing/2014/main" id="{4786371E-878D-D12B-1A2D-1252EB37FA1E}"/>
              </a:ext>
            </a:extLst>
          </p:cNvPr>
          <p:cNvCxnSpPr>
            <a:endCxn id="11" idx="2"/>
          </p:cNvCxnSpPr>
          <p:nvPr/>
        </p:nvCxnSpPr>
        <p:spPr>
          <a:xfrm>
            <a:off x="7388968" y="3655714"/>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79">
            <a:extLst>
              <a:ext uri="{FF2B5EF4-FFF2-40B4-BE49-F238E27FC236}">
                <a16:creationId xmlns:a16="http://schemas.microsoft.com/office/drawing/2014/main" id="{8C654602-023E-658A-AEB3-3E1EEFE0A0B6}"/>
              </a:ext>
            </a:extLst>
          </p:cNvPr>
          <p:cNvCxnSpPr>
            <a:endCxn id="10" idx="2"/>
          </p:cNvCxnSpPr>
          <p:nvPr/>
        </p:nvCxnSpPr>
        <p:spPr>
          <a:xfrm flipV="1">
            <a:off x="7388967" y="2869535"/>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80">
            <a:extLst>
              <a:ext uri="{FF2B5EF4-FFF2-40B4-BE49-F238E27FC236}">
                <a16:creationId xmlns:a16="http://schemas.microsoft.com/office/drawing/2014/main" id="{A900E9C4-A977-8718-F5B4-D0CFFA6E715F}"/>
              </a:ext>
            </a:extLst>
          </p:cNvPr>
          <p:cNvCxnSpPr>
            <a:endCxn id="11" idx="2"/>
          </p:cNvCxnSpPr>
          <p:nvPr/>
        </p:nvCxnSpPr>
        <p:spPr>
          <a:xfrm flipV="1">
            <a:off x="7388968" y="3708469"/>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81">
            <a:extLst>
              <a:ext uri="{FF2B5EF4-FFF2-40B4-BE49-F238E27FC236}">
                <a16:creationId xmlns:a16="http://schemas.microsoft.com/office/drawing/2014/main" id="{C126C372-78FB-6A0B-F836-619028D0C2C0}"/>
              </a:ext>
            </a:extLst>
          </p:cNvPr>
          <p:cNvCxnSpPr>
            <a:stCxn id="29" idx="3"/>
            <a:endCxn id="6" idx="2"/>
          </p:cNvCxnSpPr>
          <p:nvPr/>
        </p:nvCxnSpPr>
        <p:spPr>
          <a:xfrm flipV="1">
            <a:off x="3855453" y="2256641"/>
            <a:ext cx="1258819" cy="6661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82">
            <a:extLst>
              <a:ext uri="{FF2B5EF4-FFF2-40B4-BE49-F238E27FC236}">
                <a16:creationId xmlns:a16="http://schemas.microsoft.com/office/drawing/2014/main" id="{E61EC0AB-CE6A-0B8C-19A3-DB0E69434F64}"/>
              </a:ext>
            </a:extLst>
          </p:cNvPr>
          <p:cNvCxnSpPr>
            <a:stCxn id="29" idx="3"/>
            <a:endCxn id="7" idx="2"/>
          </p:cNvCxnSpPr>
          <p:nvPr/>
        </p:nvCxnSpPr>
        <p:spPr>
          <a:xfrm>
            <a:off x="3855453" y="2922744"/>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83">
            <a:extLst>
              <a:ext uri="{FF2B5EF4-FFF2-40B4-BE49-F238E27FC236}">
                <a16:creationId xmlns:a16="http://schemas.microsoft.com/office/drawing/2014/main" id="{8D63E702-C6D1-1FBF-F8E6-3BEE2B4FFD60}"/>
              </a:ext>
            </a:extLst>
          </p:cNvPr>
          <p:cNvCxnSpPr>
            <a:stCxn id="29" idx="3"/>
            <a:endCxn id="8" idx="2"/>
          </p:cNvCxnSpPr>
          <p:nvPr/>
        </p:nvCxnSpPr>
        <p:spPr>
          <a:xfrm>
            <a:off x="3855453" y="2922744"/>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84">
            <a:extLst>
              <a:ext uri="{FF2B5EF4-FFF2-40B4-BE49-F238E27FC236}">
                <a16:creationId xmlns:a16="http://schemas.microsoft.com/office/drawing/2014/main" id="{71EB1D31-8906-7B28-3FB7-D28E196B87AA}"/>
              </a:ext>
            </a:extLst>
          </p:cNvPr>
          <p:cNvCxnSpPr>
            <a:stCxn id="29" idx="3"/>
            <a:endCxn id="9" idx="2"/>
          </p:cNvCxnSpPr>
          <p:nvPr/>
        </p:nvCxnSpPr>
        <p:spPr>
          <a:xfrm>
            <a:off x="3855453" y="2922744"/>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EA4A2CD3-7907-9046-6158-A4A66C0B336D}"/>
              </a:ext>
            </a:extLst>
          </p:cNvPr>
          <p:cNvSpPr/>
          <p:nvPr/>
        </p:nvSpPr>
        <p:spPr>
          <a:xfrm>
            <a:off x="3589118" y="278957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30" name="橢圓 86">
            <a:extLst>
              <a:ext uri="{FF2B5EF4-FFF2-40B4-BE49-F238E27FC236}">
                <a16:creationId xmlns:a16="http://schemas.microsoft.com/office/drawing/2014/main" id="{B3F91C4B-DC79-B915-0C58-8B12A28E586C}"/>
              </a:ext>
            </a:extLst>
          </p:cNvPr>
          <p:cNvSpPr/>
          <p:nvPr/>
        </p:nvSpPr>
        <p:spPr>
          <a:xfrm>
            <a:off x="6879013" y="196694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87">
            <a:extLst>
              <a:ext uri="{FF2B5EF4-FFF2-40B4-BE49-F238E27FC236}">
                <a16:creationId xmlns:a16="http://schemas.microsoft.com/office/drawing/2014/main" id="{DF4FAD70-731D-A003-4F77-CC6109DA5FBB}"/>
              </a:ext>
            </a:extLst>
          </p:cNvPr>
          <p:cNvSpPr/>
          <p:nvPr/>
        </p:nvSpPr>
        <p:spPr>
          <a:xfrm>
            <a:off x="6879013" y="266776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橢圓 88">
            <a:extLst>
              <a:ext uri="{FF2B5EF4-FFF2-40B4-BE49-F238E27FC236}">
                <a16:creationId xmlns:a16="http://schemas.microsoft.com/office/drawing/2014/main" id="{1F3B8FDD-D7C7-7AC5-1CA6-F1982DD4669A}"/>
              </a:ext>
            </a:extLst>
          </p:cNvPr>
          <p:cNvSpPr/>
          <p:nvPr/>
        </p:nvSpPr>
        <p:spPr>
          <a:xfrm>
            <a:off x="6879013" y="336602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橢圓 89">
            <a:extLst>
              <a:ext uri="{FF2B5EF4-FFF2-40B4-BE49-F238E27FC236}">
                <a16:creationId xmlns:a16="http://schemas.microsoft.com/office/drawing/2014/main" id="{BFA8A1BD-D534-680A-741D-39AB0BBB9913}"/>
              </a:ext>
            </a:extLst>
          </p:cNvPr>
          <p:cNvSpPr/>
          <p:nvPr/>
        </p:nvSpPr>
        <p:spPr>
          <a:xfrm>
            <a:off x="6879013" y="406427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矩形 33">
            <a:extLst>
              <a:ext uri="{FF2B5EF4-FFF2-40B4-BE49-F238E27FC236}">
                <a16:creationId xmlns:a16="http://schemas.microsoft.com/office/drawing/2014/main" id="{82BB90BB-BBE2-F2AB-3795-A9B739B9A6CA}"/>
              </a:ext>
            </a:extLst>
          </p:cNvPr>
          <p:cNvSpPr/>
          <p:nvPr/>
        </p:nvSpPr>
        <p:spPr>
          <a:xfrm>
            <a:off x="3589118" y="3544170"/>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A6868BA8-AD9B-6286-076E-D386DA88BCA7}"/>
              </a:ext>
            </a:extLst>
          </p:cNvPr>
          <p:cNvSpPr/>
          <p:nvPr/>
        </p:nvSpPr>
        <p:spPr>
          <a:xfrm>
            <a:off x="3589118" y="4223572"/>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36" name="直線單箭頭接點 93">
            <a:extLst>
              <a:ext uri="{FF2B5EF4-FFF2-40B4-BE49-F238E27FC236}">
                <a16:creationId xmlns:a16="http://schemas.microsoft.com/office/drawing/2014/main" id="{194A35BD-98FD-BE30-CC9A-8A040961BCF1}"/>
              </a:ext>
            </a:extLst>
          </p:cNvPr>
          <p:cNvCxnSpPr>
            <a:stCxn id="34" idx="3"/>
            <a:endCxn id="9" idx="2"/>
          </p:cNvCxnSpPr>
          <p:nvPr/>
        </p:nvCxnSpPr>
        <p:spPr>
          <a:xfrm>
            <a:off x="3855453" y="3677338"/>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94">
            <a:extLst>
              <a:ext uri="{FF2B5EF4-FFF2-40B4-BE49-F238E27FC236}">
                <a16:creationId xmlns:a16="http://schemas.microsoft.com/office/drawing/2014/main" id="{DF86B33D-F6EE-75D7-B5B9-C70E1A27C22D}"/>
              </a:ext>
            </a:extLst>
          </p:cNvPr>
          <p:cNvCxnSpPr>
            <a:stCxn id="35" idx="3"/>
            <a:endCxn id="8" idx="2"/>
          </p:cNvCxnSpPr>
          <p:nvPr/>
        </p:nvCxnSpPr>
        <p:spPr>
          <a:xfrm flipV="1">
            <a:off x="3855453" y="3655714"/>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95">
            <a:extLst>
              <a:ext uri="{FF2B5EF4-FFF2-40B4-BE49-F238E27FC236}">
                <a16:creationId xmlns:a16="http://schemas.microsoft.com/office/drawing/2014/main" id="{16F65BD2-DEBC-21C8-873D-8CA50C786CAE}"/>
              </a:ext>
            </a:extLst>
          </p:cNvPr>
          <p:cNvCxnSpPr>
            <a:stCxn id="35" idx="3"/>
            <a:endCxn id="7" idx="2"/>
          </p:cNvCxnSpPr>
          <p:nvPr/>
        </p:nvCxnSpPr>
        <p:spPr>
          <a:xfrm flipV="1">
            <a:off x="3855453" y="2957460"/>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96">
            <a:extLst>
              <a:ext uri="{FF2B5EF4-FFF2-40B4-BE49-F238E27FC236}">
                <a16:creationId xmlns:a16="http://schemas.microsoft.com/office/drawing/2014/main" id="{8009F4FB-D06E-AF3B-030D-F2F9A8810964}"/>
              </a:ext>
            </a:extLst>
          </p:cNvPr>
          <p:cNvCxnSpPr>
            <a:stCxn id="35" idx="3"/>
            <a:endCxn id="6" idx="2"/>
          </p:cNvCxnSpPr>
          <p:nvPr/>
        </p:nvCxnSpPr>
        <p:spPr>
          <a:xfrm flipV="1">
            <a:off x="3855453" y="2256641"/>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97">
            <a:extLst>
              <a:ext uri="{FF2B5EF4-FFF2-40B4-BE49-F238E27FC236}">
                <a16:creationId xmlns:a16="http://schemas.microsoft.com/office/drawing/2014/main" id="{E6A7B38E-A3FC-35FE-59C3-577A7F996805}"/>
              </a:ext>
            </a:extLst>
          </p:cNvPr>
          <p:cNvCxnSpPr>
            <a:stCxn id="34" idx="3"/>
            <a:endCxn id="7" idx="2"/>
          </p:cNvCxnSpPr>
          <p:nvPr/>
        </p:nvCxnSpPr>
        <p:spPr>
          <a:xfrm flipV="1">
            <a:off x="3855453" y="2957460"/>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98">
            <a:extLst>
              <a:ext uri="{FF2B5EF4-FFF2-40B4-BE49-F238E27FC236}">
                <a16:creationId xmlns:a16="http://schemas.microsoft.com/office/drawing/2014/main" id="{8FBE3488-8CB8-99A0-559F-2544E414577E}"/>
              </a:ext>
            </a:extLst>
          </p:cNvPr>
          <p:cNvCxnSpPr>
            <a:stCxn id="34" idx="3"/>
            <a:endCxn id="6" idx="2"/>
          </p:cNvCxnSpPr>
          <p:nvPr/>
        </p:nvCxnSpPr>
        <p:spPr>
          <a:xfrm flipV="1">
            <a:off x="3855453" y="2256641"/>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99">
            <a:extLst>
              <a:ext uri="{FF2B5EF4-FFF2-40B4-BE49-F238E27FC236}">
                <a16:creationId xmlns:a16="http://schemas.microsoft.com/office/drawing/2014/main" id="{F678C222-EE33-A4DC-5E9E-B72E417C1662}"/>
              </a:ext>
            </a:extLst>
          </p:cNvPr>
          <p:cNvCxnSpPr/>
          <p:nvPr/>
        </p:nvCxnSpPr>
        <p:spPr>
          <a:xfrm>
            <a:off x="5624226" y="223501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100">
            <a:extLst>
              <a:ext uri="{FF2B5EF4-FFF2-40B4-BE49-F238E27FC236}">
                <a16:creationId xmlns:a16="http://schemas.microsoft.com/office/drawing/2014/main" id="{8A76B325-6A86-2005-468A-C17C77BC4D5C}"/>
              </a:ext>
            </a:extLst>
          </p:cNvPr>
          <p:cNvCxnSpPr/>
          <p:nvPr/>
        </p:nvCxnSpPr>
        <p:spPr>
          <a:xfrm>
            <a:off x="5624226" y="2235017"/>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101">
            <a:extLst>
              <a:ext uri="{FF2B5EF4-FFF2-40B4-BE49-F238E27FC236}">
                <a16:creationId xmlns:a16="http://schemas.microsoft.com/office/drawing/2014/main" id="{BF9C362D-345F-FD0C-AB12-5D619F42FC51}"/>
              </a:ext>
            </a:extLst>
          </p:cNvPr>
          <p:cNvCxnSpPr/>
          <p:nvPr/>
        </p:nvCxnSpPr>
        <p:spPr>
          <a:xfrm>
            <a:off x="5624226" y="2235017"/>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102">
            <a:extLst>
              <a:ext uri="{FF2B5EF4-FFF2-40B4-BE49-F238E27FC236}">
                <a16:creationId xmlns:a16="http://schemas.microsoft.com/office/drawing/2014/main" id="{5182FE5D-2200-5075-4CB4-6A082A8B705D}"/>
              </a:ext>
            </a:extLst>
          </p:cNvPr>
          <p:cNvCxnSpPr/>
          <p:nvPr/>
        </p:nvCxnSpPr>
        <p:spPr>
          <a:xfrm>
            <a:off x="5624226" y="2235017"/>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03">
            <a:extLst>
              <a:ext uri="{FF2B5EF4-FFF2-40B4-BE49-F238E27FC236}">
                <a16:creationId xmlns:a16="http://schemas.microsoft.com/office/drawing/2014/main" id="{53798BD7-2082-1E00-D3AD-CBDF3150C021}"/>
              </a:ext>
            </a:extLst>
          </p:cNvPr>
          <p:cNvCxnSpPr/>
          <p:nvPr/>
        </p:nvCxnSpPr>
        <p:spPr>
          <a:xfrm>
            <a:off x="5624226" y="2922744"/>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04">
            <a:extLst>
              <a:ext uri="{FF2B5EF4-FFF2-40B4-BE49-F238E27FC236}">
                <a16:creationId xmlns:a16="http://schemas.microsoft.com/office/drawing/2014/main" id="{7EEE7399-752B-19C2-2227-F9D0182EB042}"/>
              </a:ext>
            </a:extLst>
          </p:cNvPr>
          <p:cNvCxnSpPr/>
          <p:nvPr/>
        </p:nvCxnSpPr>
        <p:spPr>
          <a:xfrm>
            <a:off x="5624226" y="2922744"/>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05">
            <a:extLst>
              <a:ext uri="{FF2B5EF4-FFF2-40B4-BE49-F238E27FC236}">
                <a16:creationId xmlns:a16="http://schemas.microsoft.com/office/drawing/2014/main" id="{81CCE503-7A49-59C0-BED6-0D456F3C5C97}"/>
              </a:ext>
            </a:extLst>
          </p:cNvPr>
          <p:cNvCxnSpPr/>
          <p:nvPr/>
        </p:nvCxnSpPr>
        <p:spPr>
          <a:xfrm>
            <a:off x="5624226" y="2922744"/>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107">
            <a:extLst>
              <a:ext uri="{FF2B5EF4-FFF2-40B4-BE49-F238E27FC236}">
                <a16:creationId xmlns:a16="http://schemas.microsoft.com/office/drawing/2014/main" id="{E39FA2D6-6437-FCE4-83FC-8AD8893766E0}"/>
              </a:ext>
            </a:extLst>
          </p:cNvPr>
          <p:cNvCxnSpPr/>
          <p:nvPr/>
        </p:nvCxnSpPr>
        <p:spPr>
          <a:xfrm>
            <a:off x="5624226" y="3677338"/>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08">
            <a:extLst>
              <a:ext uri="{FF2B5EF4-FFF2-40B4-BE49-F238E27FC236}">
                <a16:creationId xmlns:a16="http://schemas.microsoft.com/office/drawing/2014/main" id="{55EE14FA-2E43-A8C8-6093-08160C0F71E2}"/>
              </a:ext>
            </a:extLst>
          </p:cNvPr>
          <p:cNvCxnSpPr/>
          <p:nvPr/>
        </p:nvCxnSpPr>
        <p:spPr>
          <a:xfrm flipV="1">
            <a:off x="5624226" y="3655714"/>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109">
            <a:extLst>
              <a:ext uri="{FF2B5EF4-FFF2-40B4-BE49-F238E27FC236}">
                <a16:creationId xmlns:a16="http://schemas.microsoft.com/office/drawing/2014/main" id="{D602E3CF-CC9F-FF6B-B19A-1D58835F2265}"/>
              </a:ext>
            </a:extLst>
          </p:cNvPr>
          <p:cNvCxnSpPr/>
          <p:nvPr/>
        </p:nvCxnSpPr>
        <p:spPr>
          <a:xfrm flipV="1">
            <a:off x="5624226" y="2957460"/>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110">
            <a:extLst>
              <a:ext uri="{FF2B5EF4-FFF2-40B4-BE49-F238E27FC236}">
                <a16:creationId xmlns:a16="http://schemas.microsoft.com/office/drawing/2014/main" id="{7E462368-6488-DE3B-4301-C8EF2BA26C2D}"/>
              </a:ext>
            </a:extLst>
          </p:cNvPr>
          <p:cNvCxnSpPr/>
          <p:nvPr/>
        </p:nvCxnSpPr>
        <p:spPr>
          <a:xfrm flipV="1">
            <a:off x="5624226" y="2256641"/>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111">
            <a:extLst>
              <a:ext uri="{FF2B5EF4-FFF2-40B4-BE49-F238E27FC236}">
                <a16:creationId xmlns:a16="http://schemas.microsoft.com/office/drawing/2014/main" id="{C788B49E-69FA-7D2B-2B3A-7EA955F4FF88}"/>
              </a:ext>
            </a:extLst>
          </p:cNvPr>
          <p:cNvCxnSpPr/>
          <p:nvPr/>
        </p:nvCxnSpPr>
        <p:spPr>
          <a:xfrm flipV="1">
            <a:off x="5624226" y="2957460"/>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112">
            <a:extLst>
              <a:ext uri="{FF2B5EF4-FFF2-40B4-BE49-F238E27FC236}">
                <a16:creationId xmlns:a16="http://schemas.microsoft.com/office/drawing/2014/main" id="{C0DBF433-FB25-1581-21B3-1DF25125A9A3}"/>
              </a:ext>
            </a:extLst>
          </p:cNvPr>
          <p:cNvCxnSpPr/>
          <p:nvPr/>
        </p:nvCxnSpPr>
        <p:spPr>
          <a:xfrm flipV="1">
            <a:off x="5624226" y="2256641"/>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113">
            <a:extLst>
              <a:ext uri="{FF2B5EF4-FFF2-40B4-BE49-F238E27FC236}">
                <a16:creationId xmlns:a16="http://schemas.microsoft.com/office/drawing/2014/main" id="{E99CF3EE-2158-0499-3083-6C7C295A853D}"/>
              </a:ext>
            </a:extLst>
          </p:cNvPr>
          <p:cNvCxnSpPr/>
          <p:nvPr/>
        </p:nvCxnSpPr>
        <p:spPr>
          <a:xfrm>
            <a:off x="8846673" y="2882106"/>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114">
            <a:extLst>
              <a:ext uri="{FF2B5EF4-FFF2-40B4-BE49-F238E27FC236}">
                <a16:creationId xmlns:a16="http://schemas.microsoft.com/office/drawing/2014/main" id="{B20CDB3C-9B64-BD67-70FA-881C7C61521C}"/>
              </a:ext>
            </a:extLst>
          </p:cNvPr>
          <p:cNvCxnSpPr/>
          <p:nvPr/>
        </p:nvCxnSpPr>
        <p:spPr>
          <a:xfrm>
            <a:off x="8846673" y="372298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7" name="群組 126">
            <a:extLst>
              <a:ext uri="{FF2B5EF4-FFF2-40B4-BE49-F238E27FC236}">
                <a16:creationId xmlns:a16="http://schemas.microsoft.com/office/drawing/2014/main" id="{C7D6CBB7-840F-3C7B-8328-5F2AAE368A4D}"/>
              </a:ext>
            </a:extLst>
          </p:cNvPr>
          <p:cNvGrpSpPr/>
          <p:nvPr/>
        </p:nvGrpSpPr>
        <p:grpSpPr>
          <a:xfrm>
            <a:off x="5184570" y="2062154"/>
            <a:ext cx="365326" cy="367349"/>
            <a:chOff x="-1866900" y="1906630"/>
            <a:chExt cx="365326" cy="367349"/>
          </a:xfrm>
        </p:grpSpPr>
        <p:cxnSp>
          <p:nvCxnSpPr>
            <p:cNvPr id="58" name="直線接點 124">
              <a:extLst>
                <a:ext uri="{FF2B5EF4-FFF2-40B4-BE49-F238E27FC236}">
                  <a16:creationId xmlns:a16="http://schemas.microsoft.com/office/drawing/2014/main" id="{71BA6DAD-2E86-9648-2E28-96B3C60399C5}"/>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125">
              <a:extLst>
                <a:ext uri="{FF2B5EF4-FFF2-40B4-BE49-F238E27FC236}">
                  <a16:creationId xmlns:a16="http://schemas.microsoft.com/office/drawing/2014/main" id="{F1B29A1C-3347-1DFB-2CFE-D95FB8321480}"/>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0" name="群組 127">
            <a:extLst>
              <a:ext uri="{FF2B5EF4-FFF2-40B4-BE49-F238E27FC236}">
                <a16:creationId xmlns:a16="http://schemas.microsoft.com/office/drawing/2014/main" id="{B81AA821-7BBC-268A-D158-FB1C5CC29ADA}"/>
              </a:ext>
            </a:extLst>
          </p:cNvPr>
          <p:cNvGrpSpPr/>
          <p:nvPr/>
        </p:nvGrpSpPr>
        <p:grpSpPr>
          <a:xfrm>
            <a:off x="5189802" y="3472039"/>
            <a:ext cx="365326" cy="367349"/>
            <a:chOff x="-1866900" y="1906630"/>
            <a:chExt cx="365326" cy="367349"/>
          </a:xfrm>
        </p:grpSpPr>
        <p:cxnSp>
          <p:nvCxnSpPr>
            <p:cNvPr id="61" name="直線接點 128">
              <a:extLst>
                <a:ext uri="{FF2B5EF4-FFF2-40B4-BE49-F238E27FC236}">
                  <a16:creationId xmlns:a16="http://schemas.microsoft.com/office/drawing/2014/main" id="{65C4EE0A-C70A-3585-29B9-7FD5298AAEDF}"/>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129">
              <a:extLst>
                <a:ext uri="{FF2B5EF4-FFF2-40B4-BE49-F238E27FC236}">
                  <a16:creationId xmlns:a16="http://schemas.microsoft.com/office/drawing/2014/main" id="{ECB9D776-AA2E-A28E-329E-25D1288045B1}"/>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3" name="群組 130">
            <a:extLst>
              <a:ext uri="{FF2B5EF4-FFF2-40B4-BE49-F238E27FC236}">
                <a16:creationId xmlns:a16="http://schemas.microsoft.com/office/drawing/2014/main" id="{4D0FDDFA-2840-46B1-84B1-0A3D79C32976}"/>
              </a:ext>
            </a:extLst>
          </p:cNvPr>
          <p:cNvGrpSpPr/>
          <p:nvPr/>
        </p:nvGrpSpPr>
        <p:grpSpPr>
          <a:xfrm>
            <a:off x="6951327" y="3443156"/>
            <a:ext cx="365326" cy="367349"/>
            <a:chOff x="-1866900" y="1906630"/>
            <a:chExt cx="365326" cy="367349"/>
          </a:xfrm>
        </p:grpSpPr>
        <p:cxnSp>
          <p:nvCxnSpPr>
            <p:cNvPr id="64" name="直線接點 131">
              <a:extLst>
                <a:ext uri="{FF2B5EF4-FFF2-40B4-BE49-F238E27FC236}">
                  <a16:creationId xmlns:a16="http://schemas.microsoft.com/office/drawing/2014/main" id="{5BCE987A-181A-F428-9529-36A05A68D66F}"/>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接點 132">
              <a:extLst>
                <a:ext uri="{FF2B5EF4-FFF2-40B4-BE49-F238E27FC236}">
                  <a16:creationId xmlns:a16="http://schemas.microsoft.com/office/drawing/2014/main" id="{21D6DBC2-1C6A-1948-D6CD-029F23E0CEBB}"/>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6" name="群組 133">
            <a:extLst>
              <a:ext uri="{FF2B5EF4-FFF2-40B4-BE49-F238E27FC236}">
                <a16:creationId xmlns:a16="http://schemas.microsoft.com/office/drawing/2014/main" id="{83BF75C6-883D-21C4-5D4E-66176ED23C9C}"/>
              </a:ext>
            </a:extLst>
          </p:cNvPr>
          <p:cNvGrpSpPr/>
          <p:nvPr/>
        </p:nvGrpSpPr>
        <p:grpSpPr>
          <a:xfrm>
            <a:off x="6960751" y="4135577"/>
            <a:ext cx="365326" cy="367349"/>
            <a:chOff x="-1866900" y="1906630"/>
            <a:chExt cx="365326" cy="367349"/>
          </a:xfrm>
        </p:grpSpPr>
        <p:cxnSp>
          <p:nvCxnSpPr>
            <p:cNvPr id="67" name="直線接點 134">
              <a:extLst>
                <a:ext uri="{FF2B5EF4-FFF2-40B4-BE49-F238E27FC236}">
                  <a16:creationId xmlns:a16="http://schemas.microsoft.com/office/drawing/2014/main" id="{A6CA9A34-D52B-5E84-C4BB-1434DA477999}"/>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接點 135">
              <a:extLst>
                <a:ext uri="{FF2B5EF4-FFF2-40B4-BE49-F238E27FC236}">
                  <a16:creationId xmlns:a16="http://schemas.microsoft.com/office/drawing/2014/main" id="{C4AB84F3-F776-957E-1D8D-BC67BB861879}"/>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9" name="群組 136">
            <a:extLst>
              <a:ext uri="{FF2B5EF4-FFF2-40B4-BE49-F238E27FC236}">
                <a16:creationId xmlns:a16="http://schemas.microsoft.com/office/drawing/2014/main" id="{CE98D475-422C-7249-2460-3A0A54631761}"/>
              </a:ext>
            </a:extLst>
          </p:cNvPr>
          <p:cNvGrpSpPr/>
          <p:nvPr/>
        </p:nvGrpSpPr>
        <p:grpSpPr>
          <a:xfrm>
            <a:off x="3535354" y="3485239"/>
            <a:ext cx="365326" cy="367349"/>
            <a:chOff x="-1866900" y="1906630"/>
            <a:chExt cx="365326" cy="367349"/>
          </a:xfrm>
        </p:grpSpPr>
        <p:cxnSp>
          <p:nvCxnSpPr>
            <p:cNvPr id="70" name="直線接點 137">
              <a:extLst>
                <a:ext uri="{FF2B5EF4-FFF2-40B4-BE49-F238E27FC236}">
                  <a16:creationId xmlns:a16="http://schemas.microsoft.com/office/drawing/2014/main" id="{81922F91-F582-6C40-A73B-FCAF783AA40B}"/>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接點 138">
              <a:extLst>
                <a:ext uri="{FF2B5EF4-FFF2-40B4-BE49-F238E27FC236}">
                  <a16:creationId xmlns:a16="http://schemas.microsoft.com/office/drawing/2014/main" id="{4F982FE7-49CB-F1F1-DB52-26A4EF3CEC0D}"/>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2" name="群組 139">
            <a:extLst>
              <a:ext uri="{FF2B5EF4-FFF2-40B4-BE49-F238E27FC236}">
                <a16:creationId xmlns:a16="http://schemas.microsoft.com/office/drawing/2014/main" id="{C353911F-FB1C-6AF7-2389-1624A9E660B9}"/>
              </a:ext>
            </a:extLst>
          </p:cNvPr>
          <p:cNvGrpSpPr/>
          <p:nvPr/>
        </p:nvGrpSpPr>
        <p:grpSpPr>
          <a:xfrm>
            <a:off x="3559085" y="2756191"/>
            <a:ext cx="365326" cy="367349"/>
            <a:chOff x="-1866900" y="1906630"/>
            <a:chExt cx="365326" cy="367349"/>
          </a:xfrm>
        </p:grpSpPr>
        <p:cxnSp>
          <p:nvCxnSpPr>
            <p:cNvPr id="73" name="直線接點 140">
              <a:extLst>
                <a:ext uri="{FF2B5EF4-FFF2-40B4-BE49-F238E27FC236}">
                  <a16:creationId xmlns:a16="http://schemas.microsoft.com/office/drawing/2014/main" id="{9F675D38-9071-A0A0-2D8E-A9328B2C7714}"/>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線接點 141">
              <a:extLst>
                <a:ext uri="{FF2B5EF4-FFF2-40B4-BE49-F238E27FC236}">
                  <a16:creationId xmlns:a16="http://schemas.microsoft.com/office/drawing/2014/main" id="{5AA9E884-6FF4-B5E0-3AAC-E52F1BDA0A31}"/>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75" name="直線單箭頭接點 147">
            <a:extLst>
              <a:ext uri="{FF2B5EF4-FFF2-40B4-BE49-F238E27FC236}">
                <a16:creationId xmlns:a16="http://schemas.microsoft.com/office/drawing/2014/main" id="{3F340BB6-3773-E402-04E6-044FEEC39C19}"/>
              </a:ext>
            </a:extLst>
          </p:cNvPr>
          <p:cNvCxnSpPr/>
          <p:nvPr/>
        </p:nvCxnSpPr>
        <p:spPr>
          <a:xfrm flipV="1">
            <a:off x="3868637" y="3668414"/>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149">
            <a:extLst>
              <a:ext uri="{FF2B5EF4-FFF2-40B4-BE49-F238E27FC236}">
                <a16:creationId xmlns:a16="http://schemas.microsoft.com/office/drawing/2014/main" id="{5596B4F7-4F87-19A6-6806-2EDC8984BEBD}"/>
              </a:ext>
            </a:extLst>
          </p:cNvPr>
          <p:cNvCxnSpPr/>
          <p:nvPr/>
        </p:nvCxnSpPr>
        <p:spPr>
          <a:xfrm flipV="1">
            <a:off x="5658920" y="3654400"/>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150">
            <a:extLst>
              <a:ext uri="{FF2B5EF4-FFF2-40B4-BE49-F238E27FC236}">
                <a16:creationId xmlns:a16="http://schemas.microsoft.com/office/drawing/2014/main" id="{D1EFBA85-22F8-413A-9F41-33F41B18ED53}"/>
              </a:ext>
            </a:extLst>
          </p:cNvPr>
          <p:cNvCxnSpPr/>
          <p:nvPr/>
        </p:nvCxnSpPr>
        <p:spPr>
          <a:xfrm flipV="1">
            <a:off x="5624226" y="2221925"/>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文字方塊 118">
            <a:extLst>
              <a:ext uri="{FF2B5EF4-FFF2-40B4-BE49-F238E27FC236}">
                <a16:creationId xmlns:a16="http://schemas.microsoft.com/office/drawing/2014/main" id="{87DC33AD-EAC2-172F-252D-6F00082B42D9}"/>
              </a:ext>
            </a:extLst>
          </p:cNvPr>
          <p:cNvSpPr txBox="1"/>
          <p:nvPr/>
        </p:nvSpPr>
        <p:spPr>
          <a:xfrm>
            <a:off x="1283379" y="4941573"/>
            <a:ext cx="9936480" cy="46166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每次训练，在更新参数之前网络中每个神经元有</a:t>
            </a:r>
            <a:r>
              <a:rPr lang="en-US" altLang="zh-TW" sz="2400" b="1" i="1" dirty="0">
                <a:latin typeface="Times New Roman" panose="02020603050405020304" pitchFamily="18" charset="0"/>
                <a:ea typeface="黑体" panose="02010609060101010101" pitchFamily="49" charset="-122"/>
                <a:cs typeface="Times New Roman" panose="02020603050405020304" pitchFamily="18" charset="0"/>
              </a:rPr>
              <a:t>p%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的概率被</a:t>
            </a:r>
            <a:r>
              <a:rPr lang="en-US" altLang="zh-TW" sz="2400" b="1" dirty="0">
                <a:latin typeface="Times New Roman" panose="02020603050405020304" pitchFamily="18" charset="0"/>
                <a:ea typeface="黑体" panose="02010609060101010101" pitchFamily="49" charset="-122"/>
                <a:cs typeface="Times New Roman" panose="02020603050405020304" pitchFamily="18" charset="0"/>
              </a:rPr>
              <a:t>dropout</a:t>
            </a:r>
            <a:endParaRPr lang="zh-TW"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80" name="直線單箭頭接點 92">
            <a:extLst>
              <a:ext uri="{FF2B5EF4-FFF2-40B4-BE49-F238E27FC236}">
                <a16:creationId xmlns:a16="http://schemas.microsoft.com/office/drawing/2014/main" id="{71554496-2FF3-FB33-C5E1-3754B85EA3EC}"/>
              </a:ext>
            </a:extLst>
          </p:cNvPr>
          <p:cNvCxnSpPr/>
          <p:nvPr/>
        </p:nvCxnSpPr>
        <p:spPr>
          <a:xfrm>
            <a:off x="3866893" y="4374278"/>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106">
            <a:extLst>
              <a:ext uri="{FF2B5EF4-FFF2-40B4-BE49-F238E27FC236}">
                <a16:creationId xmlns:a16="http://schemas.microsoft.com/office/drawing/2014/main" id="{7391AE43-7FF4-5E66-36C9-15FA619BBE8A}"/>
              </a:ext>
            </a:extLst>
          </p:cNvPr>
          <p:cNvCxnSpPr/>
          <p:nvPr/>
        </p:nvCxnSpPr>
        <p:spPr>
          <a:xfrm>
            <a:off x="5635666" y="4374278"/>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4" name="组合 83">
            <a:extLst>
              <a:ext uri="{FF2B5EF4-FFF2-40B4-BE49-F238E27FC236}">
                <a16:creationId xmlns:a16="http://schemas.microsoft.com/office/drawing/2014/main" id="{B4D3B2A8-F653-CBDD-A3B0-CA969F3352A6}"/>
              </a:ext>
            </a:extLst>
          </p:cNvPr>
          <p:cNvGrpSpPr/>
          <p:nvPr/>
        </p:nvGrpSpPr>
        <p:grpSpPr>
          <a:xfrm>
            <a:off x="0" y="131344"/>
            <a:ext cx="4916059" cy="1058822"/>
            <a:chOff x="0" y="260648"/>
            <a:chExt cx="4367671" cy="1058822"/>
          </a:xfrm>
        </p:grpSpPr>
        <p:sp>
          <p:nvSpPr>
            <p:cNvPr id="85" name="矩形 84">
              <a:extLst>
                <a:ext uri="{FF2B5EF4-FFF2-40B4-BE49-F238E27FC236}">
                  <a16:creationId xmlns:a16="http://schemas.microsoft.com/office/drawing/2014/main" id="{86FC7917-FFAD-9561-BD0B-4BF9D15EAD18}"/>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86" name="组合 85">
              <a:extLst>
                <a:ext uri="{FF2B5EF4-FFF2-40B4-BE49-F238E27FC236}">
                  <a16:creationId xmlns:a16="http://schemas.microsoft.com/office/drawing/2014/main" id="{CF386B01-09B0-5162-8E85-BF8C818A18F7}"/>
                </a:ext>
              </a:extLst>
            </p:cNvPr>
            <p:cNvGrpSpPr/>
            <p:nvPr/>
          </p:nvGrpSpPr>
          <p:grpSpPr>
            <a:xfrm>
              <a:off x="695400" y="260648"/>
              <a:ext cx="3672271" cy="1058822"/>
              <a:chOff x="623392" y="310880"/>
              <a:chExt cx="3672271" cy="1058822"/>
            </a:xfrm>
          </p:grpSpPr>
          <p:sp>
            <p:nvSpPr>
              <p:cNvPr id="87" name="文本框 86">
                <a:extLst>
                  <a:ext uri="{FF2B5EF4-FFF2-40B4-BE49-F238E27FC236}">
                    <a16:creationId xmlns:a16="http://schemas.microsoft.com/office/drawing/2014/main" id="{25C0EFA9-7D80-14E1-39B7-E6D1D4844021}"/>
                  </a:ext>
                </a:extLst>
              </p:cNvPr>
              <p:cNvSpPr txBox="1"/>
              <p:nvPr/>
            </p:nvSpPr>
            <p:spPr>
              <a:xfrm>
                <a:off x="623392" y="310880"/>
                <a:ext cx="1480016"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endPar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88" name="直接连接符 87">
                <a:extLst>
                  <a:ext uri="{FF2B5EF4-FFF2-40B4-BE49-F238E27FC236}">
                    <a16:creationId xmlns:a16="http://schemas.microsoft.com/office/drawing/2014/main" id="{95E28B27-2EF5-617B-1D70-11FF4F18F42A}"/>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89" name="文本框 88">
                <a:extLst>
                  <a:ext uri="{FF2B5EF4-FFF2-40B4-BE49-F238E27FC236}">
                    <a16:creationId xmlns:a16="http://schemas.microsoft.com/office/drawing/2014/main" id="{079B6F82-0DD5-4DD7-08FF-44B8E93092A4}"/>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12535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7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69"/>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5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0"/>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6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66"/>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animBg="1"/>
      <p:bldP spid="29" grpId="0" animBg="1"/>
      <p:bldP spid="32" grpId="0" animBg="1"/>
      <p:bldP spid="33" grpId="0" animBg="1"/>
      <p:bldP spid="34" grpId="0" animBg="1"/>
      <p:bldP spid="7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59">
            <a:extLst>
              <a:ext uri="{FF2B5EF4-FFF2-40B4-BE49-F238E27FC236}">
                <a16:creationId xmlns:a16="http://schemas.microsoft.com/office/drawing/2014/main" id="{479ACEF9-9FAB-8D13-7722-A2BC25B33595}"/>
              </a:ext>
            </a:extLst>
          </p:cNvPr>
          <p:cNvSpPr txBox="1"/>
          <p:nvPr/>
        </p:nvSpPr>
        <p:spPr>
          <a:xfrm>
            <a:off x="1481084" y="1369942"/>
            <a:ext cx="2321169" cy="523220"/>
          </a:xfrm>
          <a:prstGeom prst="rect">
            <a:avLst/>
          </a:prstGeom>
          <a:noFill/>
          <a:ln w="76200">
            <a:noFill/>
          </a:ln>
        </p:spPr>
        <p:txBody>
          <a:bodyPr wrap="square" rtlCol="0">
            <a:spAutoFit/>
          </a:bodyPr>
          <a:lstStyle/>
          <a:p>
            <a:r>
              <a:rPr lang="en-US" altLang="zh-TW" sz="2800" b="1" u="sng" dirty="0">
                <a:solidFill>
                  <a:srgbClr val="0000FF"/>
                </a:solidFill>
              </a:rPr>
              <a:t>Training:</a:t>
            </a:r>
            <a:endParaRPr lang="zh-TW" altLang="en-US" sz="2800" b="1" u="sng" dirty="0">
              <a:solidFill>
                <a:srgbClr val="0000FF"/>
              </a:solidFill>
            </a:endParaRPr>
          </a:p>
        </p:txBody>
      </p:sp>
      <p:sp>
        <p:nvSpPr>
          <p:cNvPr id="6" name="橢圓 63">
            <a:extLst>
              <a:ext uri="{FF2B5EF4-FFF2-40B4-BE49-F238E27FC236}">
                <a16:creationId xmlns:a16="http://schemas.microsoft.com/office/drawing/2014/main" id="{027DBA01-1B29-2EA8-1556-BB8010ADF49C}"/>
              </a:ext>
            </a:extLst>
          </p:cNvPr>
          <p:cNvSpPr/>
          <p:nvPr/>
        </p:nvSpPr>
        <p:spPr>
          <a:xfrm>
            <a:off x="4931392" y="211030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橢圓 65">
            <a:extLst>
              <a:ext uri="{FF2B5EF4-FFF2-40B4-BE49-F238E27FC236}">
                <a16:creationId xmlns:a16="http://schemas.microsoft.com/office/drawing/2014/main" id="{23EA154E-AFA1-A698-0333-14006B6E039A}"/>
              </a:ext>
            </a:extLst>
          </p:cNvPr>
          <p:cNvSpPr/>
          <p:nvPr/>
        </p:nvSpPr>
        <p:spPr>
          <a:xfrm>
            <a:off x="4931392" y="350680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橢圓 66">
            <a:extLst>
              <a:ext uri="{FF2B5EF4-FFF2-40B4-BE49-F238E27FC236}">
                <a16:creationId xmlns:a16="http://schemas.microsoft.com/office/drawing/2014/main" id="{F8420782-D054-7F27-2306-DEB3F70FF335}"/>
              </a:ext>
            </a:extLst>
          </p:cNvPr>
          <p:cNvSpPr/>
          <p:nvPr/>
        </p:nvSpPr>
        <p:spPr>
          <a:xfrm>
            <a:off x="8138073" y="202237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67">
            <a:extLst>
              <a:ext uri="{FF2B5EF4-FFF2-40B4-BE49-F238E27FC236}">
                <a16:creationId xmlns:a16="http://schemas.microsoft.com/office/drawing/2014/main" id="{33CAB59E-2B84-71B4-7831-64B018F8C268}"/>
              </a:ext>
            </a:extLst>
          </p:cNvPr>
          <p:cNvSpPr/>
          <p:nvPr/>
        </p:nvSpPr>
        <p:spPr>
          <a:xfrm>
            <a:off x="8138073" y="286130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矩形 9">
            <a:extLst>
              <a:ext uri="{FF2B5EF4-FFF2-40B4-BE49-F238E27FC236}">
                <a16:creationId xmlns:a16="http://schemas.microsoft.com/office/drawing/2014/main" id="{DAEF0D81-2A22-C7E8-0F48-4AAF156FCF55}"/>
              </a:ext>
            </a:extLst>
          </p:cNvPr>
          <p:cNvSpPr/>
          <p:nvPr/>
        </p:nvSpPr>
        <p:spPr>
          <a:xfrm>
            <a:off x="3406238" y="150966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11" name="直線單箭頭接點 70">
            <a:extLst>
              <a:ext uri="{FF2B5EF4-FFF2-40B4-BE49-F238E27FC236}">
                <a16:creationId xmlns:a16="http://schemas.microsoft.com/office/drawing/2014/main" id="{F0DBEAD9-1E53-9A10-5AE6-187F9DA257DA}"/>
              </a:ext>
            </a:extLst>
          </p:cNvPr>
          <p:cNvCxnSpPr>
            <a:stCxn id="10" idx="3"/>
            <a:endCxn id="6" idx="2"/>
          </p:cNvCxnSpPr>
          <p:nvPr/>
        </p:nvCxnSpPr>
        <p:spPr>
          <a:xfrm>
            <a:off x="3672573" y="164283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72">
            <a:extLst>
              <a:ext uri="{FF2B5EF4-FFF2-40B4-BE49-F238E27FC236}">
                <a16:creationId xmlns:a16="http://schemas.microsoft.com/office/drawing/2014/main" id="{1B80D91E-4274-C429-C601-54FC3ED4D7AF}"/>
              </a:ext>
            </a:extLst>
          </p:cNvPr>
          <p:cNvCxnSpPr>
            <a:stCxn id="10" idx="3"/>
            <a:endCxn id="7" idx="2"/>
          </p:cNvCxnSpPr>
          <p:nvPr/>
        </p:nvCxnSpPr>
        <p:spPr>
          <a:xfrm>
            <a:off x="3672573" y="164283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73">
            <a:extLst>
              <a:ext uri="{FF2B5EF4-FFF2-40B4-BE49-F238E27FC236}">
                <a16:creationId xmlns:a16="http://schemas.microsoft.com/office/drawing/2014/main" id="{FE36D946-12B6-8D0B-22FB-5FAD8C3AF7BC}"/>
              </a:ext>
            </a:extLst>
          </p:cNvPr>
          <p:cNvCxnSpPr>
            <a:endCxn id="8" idx="2"/>
          </p:cNvCxnSpPr>
          <p:nvPr/>
        </p:nvCxnSpPr>
        <p:spPr>
          <a:xfrm flipV="1">
            <a:off x="7206088" y="2277352"/>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74">
            <a:extLst>
              <a:ext uri="{FF2B5EF4-FFF2-40B4-BE49-F238E27FC236}">
                <a16:creationId xmlns:a16="http://schemas.microsoft.com/office/drawing/2014/main" id="{EB5F4878-7F84-4123-0A28-8FDE46AA55E0}"/>
              </a:ext>
            </a:extLst>
          </p:cNvPr>
          <p:cNvCxnSpPr>
            <a:endCxn id="8" idx="2"/>
          </p:cNvCxnSpPr>
          <p:nvPr/>
        </p:nvCxnSpPr>
        <p:spPr>
          <a:xfrm>
            <a:off x="7206087" y="162049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75">
            <a:extLst>
              <a:ext uri="{FF2B5EF4-FFF2-40B4-BE49-F238E27FC236}">
                <a16:creationId xmlns:a16="http://schemas.microsoft.com/office/drawing/2014/main" id="{BF8481BE-27DF-2109-0C7A-BD6218FB950A}"/>
              </a:ext>
            </a:extLst>
          </p:cNvPr>
          <p:cNvCxnSpPr>
            <a:endCxn id="9" idx="2"/>
          </p:cNvCxnSpPr>
          <p:nvPr/>
        </p:nvCxnSpPr>
        <p:spPr>
          <a:xfrm>
            <a:off x="7206088" y="1664458"/>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76">
            <a:extLst>
              <a:ext uri="{FF2B5EF4-FFF2-40B4-BE49-F238E27FC236}">
                <a16:creationId xmlns:a16="http://schemas.microsoft.com/office/drawing/2014/main" id="{E933C2FA-B35F-1415-7FE7-837709775E2E}"/>
              </a:ext>
            </a:extLst>
          </p:cNvPr>
          <p:cNvCxnSpPr>
            <a:endCxn id="9" idx="2"/>
          </p:cNvCxnSpPr>
          <p:nvPr/>
        </p:nvCxnSpPr>
        <p:spPr>
          <a:xfrm>
            <a:off x="7206087" y="241930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橢圓 86">
            <a:extLst>
              <a:ext uri="{FF2B5EF4-FFF2-40B4-BE49-F238E27FC236}">
                <a16:creationId xmlns:a16="http://schemas.microsoft.com/office/drawing/2014/main" id="{74C84AEE-3546-C652-A534-7548A90E94B4}"/>
              </a:ext>
            </a:extLst>
          </p:cNvPr>
          <p:cNvSpPr/>
          <p:nvPr/>
        </p:nvSpPr>
        <p:spPr>
          <a:xfrm>
            <a:off x="6696133" y="137476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87">
            <a:extLst>
              <a:ext uri="{FF2B5EF4-FFF2-40B4-BE49-F238E27FC236}">
                <a16:creationId xmlns:a16="http://schemas.microsoft.com/office/drawing/2014/main" id="{52CDD7F8-9F7E-3108-3006-59ABEF4515DB}"/>
              </a:ext>
            </a:extLst>
          </p:cNvPr>
          <p:cNvSpPr/>
          <p:nvPr/>
        </p:nvSpPr>
        <p:spPr>
          <a:xfrm>
            <a:off x="6696133" y="207558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 name="矩形 18">
            <a:extLst>
              <a:ext uri="{FF2B5EF4-FFF2-40B4-BE49-F238E27FC236}">
                <a16:creationId xmlns:a16="http://schemas.microsoft.com/office/drawing/2014/main" id="{5E423B4D-305B-C1F0-CAA6-6D10C5292D42}"/>
              </a:ext>
            </a:extLst>
          </p:cNvPr>
          <p:cNvSpPr/>
          <p:nvPr/>
        </p:nvSpPr>
        <p:spPr>
          <a:xfrm>
            <a:off x="3406238" y="363138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20" name="直線單箭頭接點 92">
            <a:extLst>
              <a:ext uri="{FF2B5EF4-FFF2-40B4-BE49-F238E27FC236}">
                <a16:creationId xmlns:a16="http://schemas.microsoft.com/office/drawing/2014/main" id="{F7E40150-B3EC-095B-9623-0B2A786C6CE0}"/>
              </a:ext>
            </a:extLst>
          </p:cNvPr>
          <p:cNvCxnSpPr>
            <a:stCxn id="19" idx="3"/>
            <a:endCxn id="7" idx="2"/>
          </p:cNvCxnSpPr>
          <p:nvPr/>
        </p:nvCxnSpPr>
        <p:spPr>
          <a:xfrm flipV="1">
            <a:off x="3672573" y="376178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95">
            <a:extLst>
              <a:ext uri="{FF2B5EF4-FFF2-40B4-BE49-F238E27FC236}">
                <a16:creationId xmlns:a16="http://schemas.microsoft.com/office/drawing/2014/main" id="{95B8DC80-AC23-E6DC-7054-22EC40FC040B}"/>
              </a:ext>
            </a:extLst>
          </p:cNvPr>
          <p:cNvCxnSpPr>
            <a:stCxn id="19" idx="3"/>
            <a:endCxn id="6" idx="2"/>
          </p:cNvCxnSpPr>
          <p:nvPr/>
        </p:nvCxnSpPr>
        <p:spPr>
          <a:xfrm flipV="1">
            <a:off x="3672573" y="236527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103">
            <a:extLst>
              <a:ext uri="{FF2B5EF4-FFF2-40B4-BE49-F238E27FC236}">
                <a16:creationId xmlns:a16="http://schemas.microsoft.com/office/drawing/2014/main" id="{103FED7E-10ED-B137-FA62-61282012714F}"/>
              </a:ext>
            </a:extLst>
          </p:cNvPr>
          <p:cNvCxnSpPr/>
          <p:nvPr/>
        </p:nvCxnSpPr>
        <p:spPr>
          <a:xfrm>
            <a:off x="5441346" y="233056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109">
            <a:extLst>
              <a:ext uri="{FF2B5EF4-FFF2-40B4-BE49-F238E27FC236}">
                <a16:creationId xmlns:a16="http://schemas.microsoft.com/office/drawing/2014/main" id="{DF4EC086-12E1-185C-603F-FCA18B367136}"/>
              </a:ext>
            </a:extLst>
          </p:cNvPr>
          <p:cNvCxnSpPr/>
          <p:nvPr/>
        </p:nvCxnSpPr>
        <p:spPr>
          <a:xfrm flipV="1">
            <a:off x="5441346" y="236527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110">
            <a:extLst>
              <a:ext uri="{FF2B5EF4-FFF2-40B4-BE49-F238E27FC236}">
                <a16:creationId xmlns:a16="http://schemas.microsoft.com/office/drawing/2014/main" id="{9BA5A2E3-10E1-CB0E-DACA-43B52AE438F6}"/>
              </a:ext>
            </a:extLst>
          </p:cNvPr>
          <p:cNvCxnSpPr/>
          <p:nvPr/>
        </p:nvCxnSpPr>
        <p:spPr>
          <a:xfrm flipV="1">
            <a:off x="5441346" y="166445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113">
            <a:extLst>
              <a:ext uri="{FF2B5EF4-FFF2-40B4-BE49-F238E27FC236}">
                <a16:creationId xmlns:a16="http://schemas.microsoft.com/office/drawing/2014/main" id="{B0EA9CDE-DCC4-3B3B-4FF8-03CE805431AF}"/>
              </a:ext>
            </a:extLst>
          </p:cNvPr>
          <p:cNvCxnSpPr/>
          <p:nvPr/>
        </p:nvCxnSpPr>
        <p:spPr>
          <a:xfrm>
            <a:off x="8663793" y="228992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114">
            <a:extLst>
              <a:ext uri="{FF2B5EF4-FFF2-40B4-BE49-F238E27FC236}">
                <a16:creationId xmlns:a16="http://schemas.microsoft.com/office/drawing/2014/main" id="{9042FF37-0C7F-9CC0-9D24-C2E022DBC15A}"/>
              </a:ext>
            </a:extLst>
          </p:cNvPr>
          <p:cNvCxnSpPr/>
          <p:nvPr/>
        </p:nvCxnSpPr>
        <p:spPr>
          <a:xfrm>
            <a:off x="8663793" y="3130800"/>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119">
            <a:extLst>
              <a:ext uri="{FF2B5EF4-FFF2-40B4-BE49-F238E27FC236}">
                <a16:creationId xmlns:a16="http://schemas.microsoft.com/office/drawing/2014/main" id="{F209EC93-085D-E3B6-A7BA-6E15533EA985}"/>
              </a:ext>
            </a:extLst>
          </p:cNvPr>
          <p:cNvSpPr txBox="1"/>
          <p:nvPr/>
        </p:nvSpPr>
        <p:spPr>
          <a:xfrm>
            <a:off x="2894431" y="5586432"/>
            <a:ext cx="6174444" cy="461665"/>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t>用瘦身后的网络进行训练</a:t>
            </a:r>
            <a:endParaRPr lang="zh-TW" altLang="en-US" sz="2400" dirty="0"/>
          </a:p>
        </p:txBody>
      </p:sp>
      <p:sp>
        <p:nvSpPr>
          <p:cNvPr id="30" name="向右箭號 121">
            <a:extLst>
              <a:ext uri="{FF2B5EF4-FFF2-40B4-BE49-F238E27FC236}">
                <a16:creationId xmlns:a16="http://schemas.microsoft.com/office/drawing/2014/main" id="{6B7D0297-A85D-791B-CF87-A0EB4D1BA602}"/>
              </a:ext>
            </a:extLst>
          </p:cNvPr>
          <p:cNvSpPr/>
          <p:nvPr/>
        </p:nvSpPr>
        <p:spPr>
          <a:xfrm>
            <a:off x="3044176" y="5013682"/>
            <a:ext cx="629409" cy="3755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122">
            <a:extLst>
              <a:ext uri="{FF2B5EF4-FFF2-40B4-BE49-F238E27FC236}">
                <a16:creationId xmlns:a16="http://schemas.microsoft.com/office/drawing/2014/main" id="{04F437B7-00E1-A011-A0B2-20CF83ABD76E}"/>
              </a:ext>
            </a:extLst>
          </p:cNvPr>
          <p:cNvSpPr txBox="1"/>
          <p:nvPr/>
        </p:nvSpPr>
        <p:spPr>
          <a:xfrm>
            <a:off x="3716301" y="4987394"/>
            <a:ext cx="5744228" cy="461665"/>
          </a:xfrm>
          <a:prstGeom prst="rect">
            <a:avLst/>
          </a:prstGeom>
          <a:noFill/>
        </p:spPr>
        <p:txBody>
          <a:bodyPr wrap="square" rtlCol="0">
            <a:spAutoFit/>
          </a:bodyPr>
          <a:lstStyle/>
          <a:p>
            <a:r>
              <a:rPr lang="zh-CN" altLang="en-US" sz="2400" b="1" dirty="0">
                <a:solidFill>
                  <a:srgbClr val="0000FF"/>
                </a:solidFill>
              </a:rPr>
              <a:t>网络结构发生改变</a:t>
            </a:r>
            <a:r>
              <a:rPr lang="en-US" altLang="zh-TW" sz="2400" b="1" dirty="0">
                <a:solidFill>
                  <a:srgbClr val="0000FF"/>
                </a:solidFill>
              </a:rPr>
              <a:t>.</a:t>
            </a:r>
            <a:endParaRPr lang="zh-TW" altLang="en-US" sz="2400" b="1" dirty="0">
              <a:solidFill>
                <a:srgbClr val="0000FF"/>
              </a:solidFill>
            </a:endParaRPr>
          </a:p>
        </p:txBody>
      </p:sp>
      <p:cxnSp>
        <p:nvCxnSpPr>
          <p:cNvPr id="32" name="直線單箭頭接點 123">
            <a:extLst>
              <a:ext uri="{FF2B5EF4-FFF2-40B4-BE49-F238E27FC236}">
                <a16:creationId xmlns:a16="http://schemas.microsoft.com/office/drawing/2014/main" id="{3102A608-478A-4CB8-AB4D-45D6AA086D57}"/>
              </a:ext>
            </a:extLst>
          </p:cNvPr>
          <p:cNvCxnSpPr/>
          <p:nvPr/>
        </p:nvCxnSpPr>
        <p:spPr>
          <a:xfrm flipV="1">
            <a:off x="5441346" y="1629742"/>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2">
            <a:extLst>
              <a:ext uri="{FF2B5EF4-FFF2-40B4-BE49-F238E27FC236}">
                <a16:creationId xmlns:a16="http://schemas.microsoft.com/office/drawing/2014/main" id="{4EE25787-20CB-E93E-FC2B-AE1E3A6ED71A}"/>
              </a:ext>
            </a:extLst>
          </p:cNvPr>
          <p:cNvSpPr txBox="1"/>
          <p:nvPr/>
        </p:nvSpPr>
        <p:spPr>
          <a:xfrm>
            <a:off x="6460625" y="3496210"/>
            <a:ext cx="1677448" cy="461665"/>
          </a:xfrm>
          <a:prstGeom prst="rect">
            <a:avLst/>
          </a:prstGeom>
          <a:noFill/>
        </p:spPr>
        <p:txBody>
          <a:bodyPr wrap="square" rtlCol="0">
            <a:spAutoFit/>
          </a:bodyPr>
          <a:lstStyle/>
          <a:p>
            <a:pPr algn="ctr"/>
            <a:r>
              <a:rPr lang="zh-CN" altLang="en-US" sz="2400" dirty="0">
                <a:solidFill>
                  <a:srgbClr val="FF0000"/>
                </a:solidFill>
              </a:rPr>
              <a:t>瘦身</a:t>
            </a:r>
            <a:r>
              <a:rPr lang="en-US" altLang="zh-TW" sz="2400" dirty="0">
                <a:solidFill>
                  <a:srgbClr val="FF0000"/>
                </a:solidFill>
              </a:rPr>
              <a:t>!</a:t>
            </a:r>
            <a:endParaRPr lang="zh-TW" altLang="en-US" sz="2400" dirty="0">
              <a:solidFill>
                <a:srgbClr val="FF0000"/>
              </a:solidFill>
            </a:endParaRPr>
          </a:p>
        </p:txBody>
      </p:sp>
      <p:grpSp>
        <p:nvGrpSpPr>
          <p:cNvPr id="37" name="组合 36">
            <a:extLst>
              <a:ext uri="{FF2B5EF4-FFF2-40B4-BE49-F238E27FC236}">
                <a16:creationId xmlns:a16="http://schemas.microsoft.com/office/drawing/2014/main" id="{F91ED09A-4E0C-8442-8D87-FE8DF02865AB}"/>
              </a:ext>
            </a:extLst>
          </p:cNvPr>
          <p:cNvGrpSpPr/>
          <p:nvPr/>
        </p:nvGrpSpPr>
        <p:grpSpPr>
          <a:xfrm>
            <a:off x="0" y="131344"/>
            <a:ext cx="4916059" cy="1058822"/>
            <a:chOff x="0" y="260648"/>
            <a:chExt cx="4367671" cy="1058822"/>
          </a:xfrm>
        </p:grpSpPr>
        <p:sp>
          <p:nvSpPr>
            <p:cNvPr id="38" name="矩形 37">
              <a:extLst>
                <a:ext uri="{FF2B5EF4-FFF2-40B4-BE49-F238E27FC236}">
                  <a16:creationId xmlns:a16="http://schemas.microsoft.com/office/drawing/2014/main" id="{B690FFD0-1F56-08F4-ADE6-96D83CE2333B}"/>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9" name="组合 38">
              <a:extLst>
                <a:ext uri="{FF2B5EF4-FFF2-40B4-BE49-F238E27FC236}">
                  <a16:creationId xmlns:a16="http://schemas.microsoft.com/office/drawing/2014/main" id="{5167505D-49FA-6A94-4137-C47F5D073A6F}"/>
                </a:ext>
              </a:extLst>
            </p:cNvPr>
            <p:cNvGrpSpPr/>
            <p:nvPr/>
          </p:nvGrpSpPr>
          <p:grpSpPr>
            <a:xfrm>
              <a:off x="695400" y="260648"/>
              <a:ext cx="3672271" cy="1058822"/>
              <a:chOff x="623392" y="310880"/>
              <a:chExt cx="3672271" cy="1058822"/>
            </a:xfrm>
          </p:grpSpPr>
          <p:sp>
            <p:nvSpPr>
              <p:cNvPr id="40" name="文本框 39">
                <a:extLst>
                  <a:ext uri="{FF2B5EF4-FFF2-40B4-BE49-F238E27FC236}">
                    <a16:creationId xmlns:a16="http://schemas.microsoft.com/office/drawing/2014/main" id="{ADEC883B-F974-FF54-357B-64C46EE5BD36}"/>
                  </a:ext>
                </a:extLst>
              </p:cNvPr>
              <p:cNvSpPr txBox="1"/>
              <p:nvPr/>
            </p:nvSpPr>
            <p:spPr>
              <a:xfrm>
                <a:off x="623392" y="310880"/>
                <a:ext cx="1480016"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endPar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1" name="直接连接符 40">
                <a:extLst>
                  <a:ext uri="{FF2B5EF4-FFF2-40B4-BE49-F238E27FC236}">
                    <a16:creationId xmlns:a16="http://schemas.microsoft.com/office/drawing/2014/main" id="{D954B3EC-B775-86D7-39B1-6E6833A9C9FC}"/>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42" name="文本框 41">
                <a:extLst>
                  <a:ext uri="{FF2B5EF4-FFF2-40B4-BE49-F238E27FC236}">
                    <a16:creationId xmlns:a16="http://schemas.microsoft.com/office/drawing/2014/main" id="{54A18379-2767-E0F6-C62A-0FE15168F60D}"/>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
        <p:nvSpPr>
          <p:cNvPr id="43" name="文字方塊 118">
            <a:extLst>
              <a:ext uri="{FF2B5EF4-FFF2-40B4-BE49-F238E27FC236}">
                <a16:creationId xmlns:a16="http://schemas.microsoft.com/office/drawing/2014/main" id="{22967CC8-3502-017B-DC38-CA223C6C177A}"/>
              </a:ext>
            </a:extLst>
          </p:cNvPr>
          <p:cNvSpPr txBox="1"/>
          <p:nvPr/>
        </p:nvSpPr>
        <p:spPr>
          <a:xfrm>
            <a:off x="1013413" y="4365411"/>
            <a:ext cx="9936480" cy="46166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每次训练，在更新参数之前网络中每个神经元有</a:t>
            </a:r>
            <a:r>
              <a:rPr lang="en-US" altLang="zh-TW" sz="2400" b="1" i="1" dirty="0">
                <a:latin typeface="Times New Roman" panose="02020603050405020304" pitchFamily="18" charset="0"/>
                <a:ea typeface="黑体" panose="02010609060101010101" pitchFamily="49" charset="-122"/>
                <a:cs typeface="Times New Roman" panose="02020603050405020304" pitchFamily="18" charset="0"/>
              </a:rPr>
              <a:t>p%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的概率被</a:t>
            </a:r>
            <a:r>
              <a:rPr lang="en-US" altLang="zh-TW" sz="2400" b="1" dirty="0">
                <a:latin typeface="Times New Roman" panose="02020603050405020304" pitchFamily="18" charset="0"/>
                <a:ea typeface="黑体" panose="02010609060101010101" pitchFamily="49" charset="-122"/>
                <a:cs typeface="Times New Roman" panose="02020603050405020304" pitchFamily="18" charset="0"/>
              </a:rPr>
              <a:t>dropout</a:t>
            </a:r>
            <a:endParaRPr lang="zh-TW"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4071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1" grpId="0"/>
      <p:bldP spid="33" grpId="0"/>
      <p:bldP spid="4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110">
            <a:extLst>
              <a:ext uri="{FF2B5EF4-FFF2-40B4-BE49-F238E27FC236}">
                <a16:creationId xmlns:a16="http://schemas.microsoft.com/office/drawing/2014/main" id="{60942872-3357-7D5C-3F53-7C0FBE7E0E23}"/>
              </a:ext>
            </a:extLst>
          </p:cNvPr>
          <p:cNvGrpSpPr/>
          <p:nvPr/>
        </p:nvGrpSpPr>
        <p:grpSpPr>
          <a:xfrm>
            <a:off x="3301252" y="1615461"/>
            <a:ext cx="5723548" cy="2641997"/>
            <a:chOff x="1904899" y="2535995"/>
            <a:chExt cx="5723548" cy="2641997"/>
          </a:xfrm>
        </p:grpSpPr>
        <p:sp>
          <p:nvSpPr>
            <p:cNvPr id="6" name="橢圓 3">
              <a:extLst>
                <a:ext uri="{FF2B5EF4-FFF2-40B4-BE49-F238E27FC236}">
                  <a16:creationId xmlns:a16="http://schemas.microsoft.com/office/drawing/2014/main" id="{628C8CB3-9667-BC2A-21A3-668670C360C6}"/>
                </a:ext>
              </a:extLst>
            </p:cNvPr>
            <p:cNvSpPr/>
            <p:nvPr/>
          </p:nvSpPr>
          <p:spPr>
            <a:xfrm>
              <a:off x="3430053" y="25707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4">
              <a:extLst>
                <a:ext uri="{FF2B5EF4-FFF2-40B4-BE49-F238E27FC236}">
                  <a16:creationId xmlns:a16="http://schemas.microsoft.com/office/drawing/2014/main" id="{BD6D3CA4-397C-5015-F7F2-5D6A6A1A930A}"/>
                </a:ext>
              </a:extLst>
            </p:cNvPr>
            <p:cNvSpPr/>
            <p:nvPr/>
          </p:nvSpPr>
          <p:spPr>
            <a:xfrm>
              <a:off x="3430053" y="327153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橢圓 5">
              <a:extLst>
                <a:ext uri="{FF2B5EF4-FFF2-40B4-BE49-F238E27FC236}">
                  <a16:creationId xmlns:a16="http://schemas.microsoft.com/office/drawing/2014/main" id="{C83A957C-4836-AA1C-75D0-6D9EE7965B95}"/>
                </a:ext>
              </a:extLst>
            </p:cNvPr>
            <p:cNvSpPr/>
            <p:nvPr/>
          </p:nvSpPr>
          <p:spPr>
            <a:xfrm>
              <a:off x="3430053" y="396978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6">
              <a:extLst>
                <a:ext uri="{FF2B5EF4-FFF2-40B4-BE49-F238E27FC236}">
                  <a16:creationId xmlns:a16="http://schemas.microsoft.com/office/drawing/2014/main" id="{B640ECA5-9CB4-A29D-118E-E8EEAC50259C}"/>
                </a:ext>
              </a:extLst>
            </p:cNvPr>
            <p:cNvSpPr/>
            <p:nvPr/>
          </p:nvSpPr>
          <p:spPr>
            <a:xfrm>
              <a:off x="3430053" y="46680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7">
              <a:extLst>
                <a:ext uri="{FF2B5EF4-FFF2-40B4-BE49-F238E27FC236}">
                  <a16:creationId xmlns:a16="http://schemas.microsoft.com/office/drawing/2014/main" id="{647B4226-3F21-134D-92B2-902A0C036B6B}"/>
                </a:ext>
              </a:extLst>
            </p:cNvPr>
            <p:cNvSpPr/>
            <p:nvPr/>
          </p:nvSpPr>
          <p:spPr>
            <a:xfrm>
              <a:off x="6636734" y="318360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8">
              <a:extLst>
                <a:ext uri="{FF2B5EF4-FFF2-40B4-BE49-F238E27FC236}">
                  <a16:creationId xmlns:a16="http://schemas.microsoft.com/office/drawing/2014/main" id="{CF4650D8-A4CC-E09B-7060-B114E9497E9A}"/>
                </a:ext>
              </a:extLst>
            </p:cNvPr>
            <p:cNvSpPr/>
            <p:nvPr/>
          </p:nvSpPr>
          <p:spPr>
            <a:xfrm>
              <a:off x="6636734" y="402253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矩形 11">
              <a:extLst>
                <a:ext uri="{FF2B5EF4-FFF2-40B4-BE49-F238E27FC236}">
                  <a16:creationId xmlns:a16="http://schemas.microsoft.com/office/drawing/2014/main" id="{1F34C781-9331-A45C-A5E2-3E72070A128E}"/>
                </a:ext>
              </a:extLst>
            </p:cNvPr>
            <p:cNvSpPr/>
            <p:nvPr/>
          </p:nvSpPr>
          <p:spPr>
            <a:xfrm>
              <a:off x="1904899" y="26708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13" name="直線單箭頭接點 10">
              <a:extLst>
                <a:ext uri="{FF2B5EF4-FFF2-40B4-BE49-F238E27FC236}">
                  <a16:creationId xmlns:a16="http://schemas.microsoft.com/office/drawing/2014/main" id="{AE3CBA0F-3D7A-800F-9D96-EACAE9750626}"/>
                </a:ext>
              </a:extLst>
            </p:cNvPr>
            <p:cNvCxnSpPr>
              <a:stCxn id="12" idx="3"/>
              <a:endCxn id="6" idx="2"/>
            </p:cNvCxnSpPr>
            <p:nvPr/>
          </p:nvCxnSpPr>
          <p:spPr>
            <a:xfrm>
              <a:off x="2171234"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1">
              <a:extLst>
                <a:ext uri="{FF2B5EF4-FFF2-40B4-BE49-F238E27FC236}">
                  <a16:creationId xmlns:a16="http://schemas.microsoft.com/office/drawing/2014/main" id="{308581DF-09D5-C480-35C4-7D2BECF8C6C9}"/>
                </a:ext>
              </a:extLst>
            </p:cNvPr>
            <p:cNvCxnSpPr>
              <a:stCxn id="12" idx="3"/>
              <a:endCxn id="7" idx="2"/>
            </p:cNvCxnSpPr>
            <p:nvPr/>
          </p:nvCxnSpPr>
          <p:spPr>
            <a:xfrm>
              <a:off x="2171234"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2">
              <a:extLst>
                <a:ext uri="{FF2B5EF4-FFF2-40B4-BE49-F238E27FC236}">
                  <a16:creationId xmlns:a16="http://schemas.microsoft.com/office/drawing/2014/main" id="{96EA8C91-4F3A-9599-F9C9-6D6F4408298F}"/>
                </a:ext>
              </a:extLst>
            </p:cNvPr>
            <p:cNvCxnSpPr>
              <a:stCxn id="12" idx="3"/>
              <a:endCxn id="8" idx="2"/>
            </p:cNvCxnSpPr>
            <p:nvPr/>
          </p:nvCxnSpPr>
          <p:spPr>
            <a:xfrm>
              <a:off x="2171234"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3">
              <a:extLst>
                <a:ext uri="{FF2B5EF4-FFF2-40B4-BE49-F238E27FC236}">
                  <a16:creationId xmlns:a16="http://schemas.microsoft.com/office/drawing/2014/main" id="{EB0E4F89-9567-02CD-C851-022708ECE337}"/>
                </a:ext>
              </a:extLst>
            </p:cNvPr>
            <p:cNvCxnSpPr>
              <a:stCxn id="12" idx="3"/>
              <a:endCxn id="9" idx="2"/>
            </p:cNvCxnSpPr>
            <p:nvPr/>
          </p:nvCxnSpPr>
          <p:spPr>
            <a:xfrm>
              <a:off x="2171234"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4">
              <a:extLst>
                <a:ext uri="{FF2B5EF4-FFF2-40B4-BE49-F238E27FC236}">
                  <a16:creationId xmlns:a16="http://schemas.microsoft.com/office/drawing/2014/main" id="{1C2EC920-9063-EC61-AC1D-E0C22595240C}"/>
                </a:ext>
              </a:extLst>
            </p:cNvPr>
            <p:cNvCxnSpPr>
              <a:endCxn id="10" idx="2"/>
            </p:cNvCxnSpPr>
            <p:nvPr/>
          </p:nvCxnSpPr>
          <p:spPr>
            <a:xfrm flipV="1">
              <a:off x="5704749" y="3438582"/>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5">
              <a:extLst>
                <a:ext uri="{FF2B5EF4-FFF2-40B4-BE49-F238E27FC236}">
                  <a16:creationId xmlns:a16="http://schemas.microsoft.com/office/drawing/2014/main" id="{E2E68C59-1D6B-5EB0-406D-5F8BE0C21C4C}"/>
                </a:ext>
              </a:extLst>
            </p:cNvPr>
            <p:cNvCxnSpPr>
              <a:endCxn id="10" idx="2"/>
            </p:cNvCxnSpPr>
            <p:nvPr/>
          </p:nvCxnSpPr>
          <p:spPr>
            <a:xfrm>
              <a:off x="5704748" y="27817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6">
              <a:extLst>
                <a:ext uri="{FF2B5EF4-FFF2-40B4-BE49-F238E27FC236}">
                  <a16:creationId xmlns:a16="http://schemas.microsoft.com/office/drawing/2014/main" id="{965E07EF-F3E6-7ECF-8FE6-171184AE8069}"/>
                </a:ext>
              </a:extLst>
            </p:cNvPr>
            <p:cNvCxnSpPr>
              <a:endCxn id="11" idx="2"/>
            </p:cNvCxnSpPr>
            <p:nvPr/>
          </p:nvCxnSpPr>
          <p:spPr>
            <a:xfrm>
              <a:off x="5704749" y="2825688"/>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7">
              <a:extLst>
                <a:ext uri="{FF2B5EF4-FFF2-40B4-BE49-F238E27FC236}">
                  <a16:creationId xmlns:a16="http://schemas.microsoft.com/office/drawing/2014/main" id="{4D051478-A977-5BF5-7354-46D3CA8A09FF}"/>
                </a:ext>
              </a:extLst>
            </p:cNvPr>
            <p:cNvCxnSpPr>
              <a:endCxn id="11" idx="2"/>
            </p:cNvCxnSpPr>
            <p:nvPr/>
          </p:nvCxnSpPr>
          <p:spPr>
            <a:xfrm>
              <a:off x="5704748" y="35805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18">
              <a:extLst>
                <a:ext uri="{FF2B5EF4-FFF2-40B4-BE49-F238E27FC236}">
                  <a16:creationId xmlns:a16="http://schemas.microsoft.com/office/drawing/2014/main" id="{655F5E2D-7183-79A9-D032-6109F6E0D55C}"/>
                </a:ext>
              </a:extLst>
            </p:cNvPr>
            <p:cNvCxnSpPr>
              <a:endCxn id="10" idx="2"/>
            </p:cNvCxnSpPr>
            <p:nvPr/>
          </p:nvCxnSpPr>
          <p:spPr>
            <a:xfrm flipV="1">
              <a:off x="5704749" y="3438582"/>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19">
              <a:extLst>
                <a:ext uri="{FF2B5EF4-FFF2-40B4-BE49-F238E27FC236}">
                  <a16:creationId xmlns:a16="http://schemas.microsoft.com/office/drawing/2014/main" id="{0F193B86-1608-4D07-C2DC-2677FC0B05DF}"/>
                </a:ext>
              </a:extLst>
            </p:cNvPr>
            <p:cNvCxnSpPr>
              <a:endCxn id="11" idx="2"/>
            </p:cNvCxnSpPr>
            <p:nvPr/>
          </p:nvCxnSpPr>
          <p:spPr>
            <a:xfrm>
              <a:off x="5704749" y="4224761"/>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0">
              <a:extLst>
                <a:ext uri="{FF2B5EF4-FFF2-40B4-BE49-F238E27FC236}">
                  <a16:creationId xmlns:a16="http://schemas.microsoft.com/office/drawing/2014/main" id="{C60545DE-2AA5-0032-89ED-433D56E0979A}"/>
                </a:ext>
              </a:extLst>
            </p:cNvPr>
            <p:cNvCxnSpPr>
              <a:endCxn id="10" idx="2"/>
            </p:cNvCxnSpPr>
            <p:nvPr/>
          </p:nvCxnSpPr>
          <p:spPr>
            <a:xfrm flipV="1">
              <a:off x="5704748" y="3438582"/>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1">
              <a:extLst>
                <a:ext uri="{FF2B5EF4-FFF2-40B4-BE49-F238E27FC236}">
                  <a16:creationId xmlns:a16="http://schemas.microsoft.com/office/drawing/2014/main" id="{CBF3CEF8-5032-EE3E-656D-713C9FB3D136}"/>
                </a:ext>
              </a:extLst>
            </p:cNvPr>
            <p:cNvCxnSpPr>
              <a:endCxn id="11" idx="2"/>
            </p:cNvCxnSpPr>
            <p:nvPr/>
          </p:nvCxnSpPr>
          <p:spPr>
            <a:xfrm flipV="1">
              <a:off x="5704749" y="4277516"/>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2">
              <a:extLst>
                <a:ext uri="{FF2B5EF4-FFF2-40B4-BE49-F238E27FC236}">
                  <a16:creationId xmlns:a16="http://schemas.microsoft.com/office/drawing/2014/main" id="{48ED8460-991D-3573-81D9-1E65689CB0B0}"/>
                </a:ext>
              </a:extLst>
            </p:cNvPr>
            <p:cNvCxnSpPr>
              <a:stCxn id="29" idx="2"/>
              <a:endCxn id="6" idx="2"/>
            </p:cNvCxnSpPr>
            <p:nvPr/>
          </p:nvCxnSpPr>
          <p:spPr>
            <a:xfrm flipV="1">
              <a:off x="2038067" y="2825688"/>
              <a:ext cx="1391986" cy="7992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3">
              <a:extLst>
                <a:ext uri="{FF2B5EF4-FFF2-40B4-BE49-F238E27FC236}">
                  <a16:creationId xmlns:a16="http://schemas.microsoft.com/office/drawing/2014/main" id="{68BDED68-CABF-6C85-030B-AB3CC04267F6}"/>
                </a:ext>
              </a:extLst>
            </p:cNvPr>
            <p:cNvCxnSpPr>
              <a:stCxn id="29" idx="3"/>
              <a:endCxn id="7" idx="2"/>
            </p:cNvCxnSpPr>
            <p:nvPr/>
          </p:nvCxnSpPr>
          <p:spPr>
            <a:xfrm>
              <a:off x="2171234"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4">
              <a:extLst>
                <a:ext uri="{FF2B5EF4-FFF2-40B4-BE49-F238E27FC236}">
                  <a16:creationId xmlns:a16="http://schemas.microsoft.com/office/drawing/2014/main" id="{C860A303-CBC2-82BE-2843-448D9567974E}"/>
                </a:ext>
              </a:extLst>
            </p:cNvPr>
            <p:cNvCxnSpPr>
              <a:stCxn id="29" idx="3"/>
              <a:endCxn id="8" idx="2"/>
            </p:cNvCxnSpPr>
            <p:nvPr/>
          </p:nvCxnSpPr>
          <p:spPr>
            <a:xfrm>
              <a:off x="2171234"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5">
              <a:extLst>
                <a:ext uri="{FF2B5EF4-FFF2-40B4-BE49-F238E27FC236}">
                  <a16:creationId xmlns:a16="http://schemas.microsoft.com/office/drawing/2014/main" id="{3D57155B-06C6-C407-8CEA-51515E6A5426}"/>
                </a:ext>
              </a:extLst>
            </p:cNvPr>
            <p:cNvCxnSpPr>
              <a:stCxn id="29" idx="3"/>
              <a:endCxn id="9" idx="2"/>
            </p:cNvCxnSpPr>
            <p:nvPr/>
          </p:nvCxnSpPr>
          <p:spPr>
            <a:xfrm>
              <a:off x="2171234"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063B1EF7-2013-1881-60CE-F5AFCA969A84}"/>
                </a:ext>
              </a:extLst>
            </p:cNvPr>
            <p:cNvSpPr/>
            <p:nvPr/>
          </p:nvSpPr>
          <p:spPr>
            <a:xfrm>
              <a:off x="1904899" y="3358623"/>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30" name="橢圓 33">
              <a:extLst>
                <a:ext uri="{FF2B5EF4-FFF2-40B4-BE49-F238E27FC236}">
                  <a16:creationId xmlns:a16="http://schemas.microsoft.com/office/drawing/2014/main" id="{92897C51-6528-DE0E-32C5-60C15B0FDDA2}"/>
                </a:ext>
              </a:extLst>
            </p:cNvPr>
            <p:cNvSpPr/>
            <p:nvPr/>
          </p:nvSpPr>
          <p:spPr>
            <a:xfrm>
              <a:off x="5194794" y="253599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4">
              <a:extLst>
                <a:ext uri="{FF2B5EF4-FFF2-40B4-BE49-F238E27FC236}">
                  <a16:creationId xmlns:a16="http://schemas.microsoft.com/office/drawing/2014/main" id="{4F87C66E-CA1C-6127-4A8B-FF0532C283BB}"/>
                </a:ext>
              </a:extLst>
            </p:cNvPr>
            <p:cNvSpPr/>
            <p:nvPr/>
          </p:nvSpPr>
          <p:spPr>
            <a:xfrm>
              <a:off x="5194794" y="323681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橢圓 35">
              <a:extLst>
                <a:ext uri="{FF2B5EF4-FFF2-40B4-BE49-F238E27FC236}">
                  <a16:creationId xmlns:a16="http://schemas.microsoft.com/office/drawing/2014/main" id="{86F6EF68-F21B-99CA-FFBF-3909DAB19464}"/>
                </a:ext>
              </a:extLst>
            </p:cNvPr>
            <p:cNvSpPr/>
            <p:nvPr/>
          </p:nvSpPr>
          <p:spPr>
            <a:xfrm>
              <a:off x="5194794" y="393506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橢圓 36">
              <a:extLst>
                <a:ext uri="{FF2B5EF4-FFF2-40B4-BE49-F238E27FC236}">
                  <a16:creationId xmlns:a16="http://schemas.microsoft.com/office/drawing/2014/main" id="{A93D876E-1078-0E5B-8B3B-973F7B6A82C0}"/>
                </a:ext>
              </a:extLst>
            </p:cNvPr>
            <p:cNvSpPr/>
            <p:nvPr/>
          </p:nvSpPr>
          <p:spPr>
            <a:xfrm>
              <a:off x="5194794" y="463332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矩形 33">
              <a:extLst>
                <a:ext uri="{FF2B5EF4-FFF2-40B4-BE49-F238E27FC236}">
                  <a16:creationId xmlns:a16="http://schemas.microsoft.com/office/drawing/2014/main" id="{856A4817-9E2F-04AB-4602-E1E43CA24C57}"/>
                </a:ext>
              </a:extLst>
            </p:cNvPr>
            <p:cNvSpPr/>
            <p:nvPr/>
          </p:nvSpPr>
          <p:spPr>
            <a:xfrm>
              <a:off x="1904899" y="4113217"/>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1ABF4B3A-3D1B-9052-B311-7C76502378E4}"/>
                </a:ext>
              </a:extLst>
            </p:cNvPr>
            <p:cNvSpPr/>
            <p:nvPr/>
          </p:nvSpPr>
          <p:spPr>
            <a:xfrm>
              <a:off x="1904899" y="47926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cxnSp>
          <p:nvCxnSpPr>
            <p:cNvPr id="36" name="直線單箭頭接點 65">
              <a:extLst>
                <a:ext uri="{FF2B5EF4-FFF2-40B4-BE49-F238E27FC236}">
                  <a16:creationId xmlns:a16="http://schemas.microsoft.com/office/drawing/2014/main" id="{B5C43262-EFAA-169C-5CB0-F2A543F72C20}"/>
                </a:ext>
              </a:extLst>
            </p:cNvPr>
            <p:cNvCxnSpPr>
              <a:stCxn id="35" idx="3"/>
              <a:endCxn id="9" idx="2"/>
            </p:cNvCxnSpPr>
            <p:nvPr/>
          </p:nvCxnSpPr>
          <p:spPr>
            <a:xfrm flipV="1">
              <a:off x="2171234"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68">
              <a:extLst>
                <a:ext uri="{FF2B5EF4-FFF2-40B4-BE49-F238E27FC236}">
                  <a16:creationId xmlns:a16="http://schemas.microsoft.com/office/drawing/2014/main" id="{7A2CA13B-6C6B-BC80-F2D2-A12A7A29C118}"/>
                </a:ext>
              </a:extLst>
            </p:cNvPr>
            <p:cNvCxnSpPr>
              <a:stCxn id="34" idx="3"/>
              <a:endCxn id="9" idx="2"/>
            </p:cNvCxnSpPr>
            <p:nvPr/>
          </p:nvCxnSpPr>
          <p:spPr>
            <a:xfrm>
              <a:off x="2171234"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71">
              <a:extLst>
                <a:ext uri="{FF2B5EF4-FFF2-40B4-BE49-F238E27FC236}">
                  <a16:creationId xmlns:a16="http://schemas.microsoft.com/office/drawing/2014/main" id="{8D5D6C53-E25D-37DE-2BC3-743124C4D434}"/>
                </a:ext>
              </a:extLst>
            </p:cNvPr>
            <p:cNvCxnSpPr>
              <a:stCxn id="35" idx="3"/>
              <a:endCxn id="8" idx="2"/>
            </p:cNvCxnSpPr>
            <p:nvPr/>
          </p:nvCxnSpPr>
          <p:spPr>
            <a:xfrm flipV="1">
              <a:off x="2171234"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73">
              <a:extLst>
                <a:ext uri="{FF2B5EF4-FFF2-40B4-BE49-F238E27FC236}">
                  <a16:creationId xmlns:a16="http://schemas.microsoft.com/office/drawing/2014/main" id="{BD4BABD2-E804-2238-2A8A-86A11CCE84A8}"/>
                </a:ext>
              </a:extLst>
            </p:cNvPr>
            <p:cNvCxnSpPr>
              <a:stCxn id="35" idx="3"/>
              <a:endCxn id="7" idx="2"/>
            </p:cNvCxnSpPr>
            <p:nvPr/>
          </p:nvCxnSpPr>
          <p:spPr>
            <a:xfrm flipV="1">
              <a:off x="2171234"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77">
              <a:extLst>
                <a:ext uri="{FF2B5EF4-FFF2-40B4-BE49-F238E27FC236}">
                  <a16:creationId xmlns:a16="http://schemas.microsoft.com/office/drawing/2014/main" id="{273EAE4A-464C-73CC-A175-CF6B3C8C1FF4}"/>
                </a:ext>
              </a:extLst>
            </p:cNvPr>
            <p:cNvCxnSpPr>
              <a:stCxn id="35" idx="3"/>
              <a:endCxn id="6" idx="2"/>
            </p:cNvCxnSpPr>
            <p:nvPr/>
          </p:nvCxnSpPr>
          <p:spPr>
            <a:xfrm flipV="1">
              <a:off x="2171234"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80">
              <a:extLst>
                <a:ext uri="{FF2B5EF4-FFF2-40B4-BE49-F238E27FC236}">
                  <a16:creationId xmlns:a16="http://schemas.microsoft.com/office/drawing/2014/main" id="{0F52769E-68F0-314F-B009-79F5BE166CCC}"/>
                </a:ext>
              </a:extLst>
            </p:cNvPr>
            <p:cNvCxnSpPr>
              <a:stCxn id="34" idx="3"/>
              <a:endCxn id="7" idx="2"/>
            </p:cNvCxnSpPr>
            <p:nvPr/>
          </p:nvCxnSpPr>
          <p:spPr>
            <a:xfrm flipV="1">
              <a:off x="2171234"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81">
              <a:extLst>
                <a:ext uri="{FF2B5EF4-FFF2-40B4-BE49-F238E27FC236}">
                  <a16:creationId xmlns:a16="http://schemas.microsoft.com/office/drawing/2014/main" id="{11FBFCBF-F3CD-B6DC-0740-A355BBCAE7A3}"/>
                </a:ext>
              </a:extLst>
            </p:cNvPr>
            <p:cNvCxnSpPr>
              <a:stCxn id="34" idx="3"/>
              <a:endCxn id="6" idx="2"/>
            </p:cNvCxnSpPr>
            <p:nvPr/>
          </p:nvCxnSpPr>
          <p:spPr>
            <a:xfrm flipV="1">
              <a:off x="2171234"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86">
              <a:extLst>
                <a:ext uri="{FF2B5EF4-FFF2-40B4-BE49-F238E27FC236}">
                  <a16:creationId xmlns:a16="http://schemas.microsoft.com/office/drawing/2014/main" id="{4C0507B9-C26C-96FE-F872-906E64702898}"/>
                </a:ext>
              </a:extLst>
            </p:cNvPr>
            <p:cNvCxnSpPr/>
            <p:nvPr/>
          </p:nvCxnSpPr>
          <p:spPr>
            <a:xfrm>
              <a:off x="3940007"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87">
              <a:extLst>
                <a:ext uri="{FF2B5EF4-FFF2-40B4-BE49-F238E27FC236}">
                  <a16:creationId xmlns:a16="http://schemas.microsoft.com/office/drawing/2014/main" id="{D3667220-524E-E779-5E75-274F6B71C252}"/>
                </a:ext>
              </a:extLst>
            </p:cNvPr>
            <p:cNvCxnSpPr/>
            <p:nvPr/>
          </p:nvCxnSpPr>
          <p:spPr>
            <a:xfrm>
              <a:off x="3940007"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88">
              <a:extLst>
                <a:ext uri="{FF2B5EF4-FFF2-40B4-BE49-F238E27FC236}">
                  <a16:creationId xmlns:a16="http://schemas.microsoft.com/office/drawing/2014/main" id="{3AB4C57B-6357-0964-4F85-5B0445D4CE97}"/>
                </a:ext>
              </a:extLst>
            </p:cNvPr>
            <p:cNvCxnSpPr/>
            <p:nvPr/>
          </p:nvCxnSpPr>
          <p:spPr>
            <a:xfrm>
              <a:off x="3940007"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89">
              <a:extLst>
                <a:ext uri="{FF2B5EF4-FFF2-40B4-BE49-F238E27FC236}">
                  <a16:creationId xmlns:a16="http://schemas.microsoft.com/office/drawing/2014/main" id="{5EC004DB-F8C3-87E8-9407-65E16C368DEB}"/>
                </a:ext>
              </a:extLst>
            </p:cNvPr>
            <p:cNvCxnSpPr/>
            <p:nvPr/>
          </p:nvCxnSpPr>
          <p:spPr>
            <a:xfrm>
              <a:off x="3940007"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90">
              <a:extLst>
                <a:ext uri="{FF2B5EF4-FFF2-40B4-BE49-F238E27FC236}">
                  <a16:creationId xmlns:a16="http://schemas.microsoft.com/office/drawing/2014/main" id="{85AECBAA-31C3-C187-8E4C-E3699CFD7EBE}"/>
                </a:ext>
              </a:extLst>
            </p:cNvPr>
            <p:cNvCxnSpPr/>
            <p:nvPr/>
          </p:nvCxnSpPr>
          <p:spPr>
            <a:xfrm>
              <a:off x="3940007"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91">
              <a:extLst>
                <a:ext uri="{FF2B5EF4-FFF2-40B4-BE49-F238E27FC236}">
                  <a16:creationId xmlns:a16="http://schemas.microsoft.com/office/drawing/2014/main" id="{35CA5947-3F72-D7FD-A0EB-F4A695029C11}"/>
                </a:ext>
              </a:extLst>
            </p:cNvPr>
            <p:cNvCxnSpPr/>
            <p:nvPr/>
          </p:nvCxnSpPr>
          <p:spPr>
            <a:xfrm>
              <a:off x="3940007"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92">
              <a:extLst>
                <a:ext uri="{FF2B5EF4-FFF2-40B4-BE49-F238E27FC236}">
                  <a16:creationId xmlns:a16="http://schemas.microsoft.com/office/drawing/2014/main" id="{6EAF1990-21DA-84D8-FE1C-D2E47A67E5A3}"/>
                </a:ext>
              </a:extLst>
            </p:cNvPr>
            <p:cNvCxnSpPr/>
            <p:nvPr/>
          </p:nvCxnSpPr>
          <p:spPr>
            <a:xfrm>
              <a:off x="3940007"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93">
              <a:extLst>
                <a:ext uri="{FF2B5EF4-FFF2-40B4-BE49-F238E27FC236}">
                  <a16:creationId xmlns:a16="http://schemas.microsoft.com/office/drawing/2014/main" id="{4EE29020-34E8-03D2-C9F5-6F00D67FD805}"/>
                </a:ext>
              </a:extLst>
            </p:cNvPr>
            <p:cNvCxnSpPr/>
            <p:nvPr/>
          </p:nvCxnSpPr>
          <p:spPr>
            <a:xfrm flipV="1">
              <a:off x="3940007"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94">
              <a:extLst>
                <a:ext uri="{FF2B5EF4-FFF2-40B4-BE49-F238E27FC236}">
                  <a16:creationId xmlns:a16="http://schemas.microsoft.com/office/drawing/2014/main" id="{F8CC2CC7-EAE2-2110-2A85-0CE563F93CB8}"/>
                </a:ext>
              </a:extLst>
            </p:cNvPr>
            <p:cNvCxnSpPr/>
            <p:nvPr/>
          </p:nvCxnSpPr>
          <p:spPr>
            <a:xfrm>
              <a:off x="3940007"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95">
              <a:extLst>
                <a:ext uri="{FF2B5EF4-FFF2-40B4-BE49-F238E27FC236}">
                  <a16:creationId xmlns:a16="http://schemas.microsoft.com/office/drawing/2014/main" id="{7281F21F-CAD1-0E56-1BC1-9F066B23BCC4}"/>
                </a:ext>
              </a:extLst>
            </p:cNvPr>
            <p:cNvCxnSpPr/>
            <p:nvPr/>
          </p:nvCxnSpPr>
          <p:spPr>
            <a:xfrm flipV="1">
              <a:off x="3940007"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96">
              <a:extLst>
                <a:ext uri="{FF2B5EF4-FFF2-40B4-BE49-F238E27FC236}">
                  <a16:creationId xmlns:a16="http://schemas.microsoft.com/office/drawing/2014/main" id="{0283D81E-2CEB-BF47-501E-78EC33D8E163}"/>
                </a:ext>
              </a:extLst>
            </p:cNvPr>
            <p:cNvCxnSpPr/>
            <p:nvPr/>
          </p:nvCxnSpPr>
          <p:spPr>
            <a:xfrm flipV="1">
              <a:off x="3940007"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97">
              <a:extLst>
                <a:ext uri="{FF2B5EF4-FFF2-40B4-BE49-F238E27FC236}">
                  <a16:creationId xmlns:a16="http://schemas.microsoft.com/office/drawing/2014/main" id="{4ED8C1E3-9631-F025-A131-1FA0BFE4F6DC}"/>
                </a:ext>
              </a:extLst>
            </p:cNvPr>
            <p:cNvCxnSpPr/>
            <p:nvPr/>
          </p:nvCxnSpPr>
          <p:spPr>
            <a:xfrm flipV="1">
              <a:off x="3940007"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98">
              <a:extLst>
                <a:ext uri="{FF2B5EF4-FFF2-40B4-BE49-F238E27FC236}">
                  <a16:creationId xmlns:a16="http://schemas.microsoft.com/office/drawing/2014/main" id="{0C75916D-8B49-81E7-B961-F57745087F65}"/>
                </a:ext>
              </a:extLst>
            </p:cNvPr>
            <p:cNvCxnSpPr/>
            <p:nvPr/>
          </p:nvCxnSpPr>
          <p:spPr>
            <a:xfrm flipV="1">
              <a:off x="3940007"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99">
              <a:extLst>
                <a:ext uri="{FF2B5EF4-FFF2-40B4-BE49-F238E27FC236}">
                  <a16:creationId xmlns:a16="http://schemas.microsoft.com/office/drawing/2014/main" id="{197E06CB-6A26-1744-0537-E9C78A6E7F97}"/>
                </a:ext>
              </a:extLst>
            </p:cNvPr>
            <p:cNvCxnSpPr/>
            <p:nvPr/>
          </p:nvCxnSpPr>
          <p:spPr>
            <a:xfrm flipV="1">
              <a:off x="3940007"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107">
              <a:extLst>
                <a:ext uri="{FF2B5EF4-FFF2-40B4-BE49-F238E27FC236}">
                  <a16:creationId xmlns:a16="http://schemas.microsoft.com/office/drawing/2014/main" id="{97CBEBF0-D8F0-C7B9-963B-45F72C4078E0}"/>
                </a:ext>
              </a:extLst>
            </p:cNvPr>
            <p:cNvCxnSpPr/>
            <p:nvPr/>
          </p:nvCxnSpPr>
          <p:spPr>
            <a:xfrm>
              <a:off x="7162454" y="345115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109">
              <a:extLst>
                <a:ext uri="{FF2B5EF4-FFF2-40B4-BE49-F238E27FC236}">
                  <a16:creationId xmlns:a16="http://schemas.microsoft.com/office/drawing/2014/main" id="{52062257-D0DD-8152-382C-75187C300B1B}"/>
                </a:ext>
              </a:extLst>
            </p:cNvPr>
            <p:cNvCxnSpPr/>
            <p:nvPr/>
          </p:nvCxnSpPr>
          <p:spPr>
            <a:xfrm>
              <a:off x="7162454" y="4292030"/>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9" name="直線單箭頭接點 120">
            <a:extLst>
              <a:ext uri="{FF2B5EF4-FFF2-40B4-BE49-F238E27FC236}">
                <a16:creationId xmlns:a16="http://schemas.microsoft.com/office/drawing/2014/main" id="{9C222472-7C40-05D0-395E-E6E12F089588}"/>
              </a:ext>
            </a:extLst>
          </p:cNvPr>
          <p:cNvCxnSpPr/>
          <p:nvPr/>
        </p:nvCxnSpPr>
        <p:spPr>
          <a:xfrm flipV="1">
            <a:off x="3580771" y="3316927"/>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175">
            <a:extLst>
              <a:ext uri="{FF2B5EF4-FFF2-40B4-BE49-F238E27FC236}">
                <a16:creationId xmlns:a16="http://schemas.microsoft.com/office/drawing/2014/main" id="{8F1B15AF-E7C3-0AF8-AE51-224D1C92727F}"/>
              </a:ext>
            </a:extLst>
          </p:cNvPr>
          <p:cNvCxnSpPr/>
          <p:nvPr/>
        </p:nvCxnSpPr>
        <p:spPr>
          <a:xfrm flipV="1">
            <a:off x="5371054" y="3302913"/>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176">
            <a:extLst>
              <a:ext uri="{FF2B5EF4-FFF2-40B4-BE49-F238E27FC236}">
                <a16:creationId xmlns:a16="http://schemas.microsoft.com/office/drawing/2014/main" id="{5B5D1588-39DC-9BB8-FD5E-3E61012B8335}"/>
              </a:ext>
            </a:extLst>
          </p:cNvPr>
          <p:cNvCxnSpPr>
            <a:stCxn id="7" idx="6"/>
            <a:endCxn id="30" idx="2"/>
          </p:cNvCxnSpPr>
          <p:nvPr/>
        </p:nvCxnSpPr>
        <p:spPr>
          <a:xfrm flipV="1">
            <a:off x="5336360" y="1870438"/>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字方塊 69">
            <a:extLst>
              <a:ext uri="{FF2B5EF4-FFF2-40B4-BE49-F238E27FC236}">
                <a16:creationId xmlns:a16="http://schemas.microsoft.com/office/drawing/2014/main" id="{A71BD15D-AAF4-5D92-73A5-2D0BAC609FE6}"/>
              </a:ext>
            </a:extLst>
          </p:cNvPr>
          <p:cNvSpPr txBox="1"/>
          <p:nvPr/>
        </p:nvSpPr>
        <p:spPr>
          <a:xfrm>
            <a:off x="1376098" y="1610638"/>
            <a:ext cx="2321169" cy="523220"/>
          </a:xfrm>
          <a:prstGeom prst="rect">
            <a:avLst/>
          </a:prstGeom>
          <a:noFill/>
          <a:ln w="76200">
            <a:noFill/>
          </a:ln>
        </p:spPr>
        <p:txBody>
          <a:bodyPr wrap="square" rtlCol="0">
            <a:spAutoFit/>
          </a:bodyPr>
          <a:lstStyle/>
          <a:p>
            <a:r>
              <a:rPr lang="en-US" altLang="zh-TW" sz="2800" b="1" u="sng" dirty="0">
                <a:solidFill>
                  <a:srgbClr val="0000FF"/>
                </a:solidFill>
              </a:rPr>
              <a:t>Testing:</a:t>
            </a:r>
            <a:endParaRPr lang="zh-TW" altLang="en-US" sz="2800" b="1" u="sng" dirty="0">
              <a:solidFill>
                <a:srgbClr val="0000FF"/>
              </a:solidFill>
            </a:endParaRPr>
          </a:p>
        </p:txBody>
      </p:sp>
      <p:sp>
        <p:nvSpPr>
          <p:cNvPr id="63" name="文字方塊 70">
            <a:extLst>
              <a:ext uri="{FF2B5EF4-FFF2-40B4-BE49-F238E27FC236}">
                <a16:creationId xmlns:a16="http://schemas.microsoft.com/office/drawing/2014/main" id="{3D092BB4-EB03-9DB3-6083-F829E90F722F}"/>
              </a:ext>
            </a:extLst>
          </p:cNvPr>
          <p:cNvSpPr txBox="1"/>
          <p:nvPr/>
        </p:nvSpPr>
        <p:spPr>
          <a:xfrm>
            <a:off x="1616712" y="4388104"/>
            <a:ext cx="3369079" cy="46166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solidFill>
                  <a:srgbClr val="FF0000"/>
                </a:solidFill>
              </a:rPr>
              <a:t>完整的网络进行测试</a:t>
            </a:r>
            <a:endParaRPr lang="en-US" altLang="zh-TW" sz="2400" b="1" dirty="0">
              <a:solidFill>
                <a:srgbClr val="FF0000"/>
              </a:solidFill>
            </a:endParaRPr>
          </a:p>
        </p:txBody>
      </p:sp>
      <p:sp>
        <p:nvSpPr>
          <p:cNvPr id="64" name="文字方塊 72">
            <a:extLst>
              <a:ext uri="{FF2B5EF4-FFF2-40B4-BE49-F238E27FC236}">
                <a16:creationId xmlns:a16="http://schemas.microsoft.com/office/drawing/2014/main" id="{A859CAD7-EE3C-CD4D-504C-A94A9C3D26D9}"/>
              </a:ext>
            </a:extLst>
          </p:cNvPr>
          <p:cNvSpPr txBox="1"/>
          <p:nvPr/>
        </p:nvSpPr>
        <p:spPr>
          <a:xfrm>
            <a:off x="2221543" y="4956978"/>
            <a:ext cx="7701390" cy="461665"/>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solidFill>
                  <a:srgbClr val="0000FF"/>
                </a:solidFill>
              </a:rPr>
              <a:t>如果</a:t>
            </a:r>
            <a:r>
              <a:rPr lang="en-US" altLang="zh-TW" sz="2400" dirty="0">
                <a:solidFill>
                  <a:srgbClr val="0000FF"/>
                </a:solidFill>
              </a:rPr>
              <a:t>dropout </a:t>
            </a:r>
            <a:r>
              <a:rPr lang="zh-CN" altLang="en-US" sz="2400" dirty="0">
                <a:solidFill>
                  <a:srgbClr val="0000FF"/>
                </a:solidFill>
              </a:rPr>
              <a:t>率为</a:t>
            </a:r>
            <a:r>
              <a:rPr lang="en-US" altLang="zh-TW" sz="2400" dirty="0">
                <a:solidFill>
                  <a:srgbClr val="0000FF"/>
                </a:solidFill>
              </a:rPr>
              <a:t>p%, </a:t>
            </a:r>
            <a:r>
              <a:rPr lang="zh-CN" altLang="en-US" sz="2400" dirty="0">
                <a:solidFill>
                  <a:srgbClr val="0000FF"/>
                </a:solidFill>
              </a:rPr>
              <a:t>完整网络中权重必须✖（</a:t>
            </a:r>
            <a:r>
              <a:rPr lang="en-US" altLang="zh-TW" sz="2400" dirty="0">
                <a:solidFill>
                  <a:srgbClr val="0000FF"/>
                </a:solidFill>
              </a:rPr>
              <a:t>1-p%</a:t>
            </a:r>
            <a:r>
              <a:rPr lang="zh-CN" altLang="en-US" sz="2400" dirty="0">
                <a:solidFill>
                  <a:srgbClr val="0000FF"/>
                </a:solidFill>
              </a:rPr>
              <a:t>）</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65" name="文字方塊 76">
                <a:extLst>
                  <a:ext uri="{FF2B5EF4-FFF2-40B4-BE49-F238E27FC236}">
                    <a16:creationId xmlns:a16="http://schemas.microsoft.com/office/drawing/2014/main" id="{DCCE381F-2D8C-AAA8-E99E-A6D2D288254F}"/>
                  </a:ext>
                </a:extLst>
              </p:cNvPr>
              <p:cNvSpPr txBox="1"/>
              <p:nvPr/>
            </p:nvSpPr>
            <p:spPr>
              <a:xfrm>
                <a:off x="2221543" y="5535347"/>
                <a:ext cx="9580990"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solidFill>
                      <a:srgbClr val="0000FF"/>
                    </a:solidFill>
                  </a:rPr>
                  <a:t>假设</a:t>
                </a:r>
                <a:r>
                  <a:rPr lang="en-US" altLang="zh-TW" sz="2400" dirty="0">
                    <a:solidFill>
                      <a:srgbClr val="0000FF"/>
                    </a:solidFill>
                  </a:rPr>
                  <a:t>dropout rate is 50%. </a:t>
                </a:r>
              </a:p>
              <a:p>
                <a:r>
                  <a:rPr lang="en-US" altLang="zh-TW" sz="2400" dirty="0">
                    <a:solidFill>
                      <a:srgbClr val="0000FF"/>
                    </a:solidFill>
                  </a:rPr>
                  <a:t>     </a:t>
                </a:r>
                <a:r>
                  <a:rPr lang="en-US" altLang="zh-CN" sz="2400" dirty="0">
                    <a:solidFill>
                      <a:srgbClr val="0000FF"/>
                    </a:solidFill>
                  </a:rPr>
                  <a:t>Dropout</a:t>
                </a:r>
                <a:r>
                  <a:rPr lang="zh-CN" altLang="en-US" sz="2400" dirty="0">
                    <a:solidFill>
                      <a:srgbClr val="0000FF"/>
                    </a:solidFill>
                  </a:rPr>
                  <a:t>网络中的权重</a:t>
                </a:r>
                <a14:m>
                  <m:oMath xmlns:m="http://schemas.openxmlformats.org/officeDocument/2006/math">
                    <m:r>
                      <m:rPr>
                        <m:sty m:val="p"/>
                      </m:rPr>
                      <a:rPr lang="en-US" altLang="zh-TW" sz="2400" b="0" i="0" smtClean="0">
                        <a:solidFill>
                          <a:srgbClr val="0000FF"/>
                        </a:solidFill>
                        <a:latin typeface="Cambria Math" panose="02040503050406030204" pitchFamily="18" charset="0"/>
                      </a:rPr>
                      <m:t>w</m:t>
                    </m:r>
                    <m:r>
                      <a:rPr lang="en-US" altLang="zh-TW" sz="2400" b="0" i="1" smtClean="0">
                        <a:solidFill>
                          <a:srgbClr val="0000FF"/>
                        </a:solidFill>
                        <a:latin typeface="Cambria Math" panose="02040503050406030204" pitchFamily="18" charset="0"/>
                      </a:rPr>
                      <m:t>=1</m:t>
                    </m:r>
                  </m:oMath>
                </a14:m>
                <a:r>
                  <a:rPr lang="en-US" altLang="zh-TW" sz="2400" dirty="0">
                    <a:solidFill>
                      <a:srgbClr val="0000FF"/>
                    </a:solidFill>
                  </a:rPr>
                  <a:t>, </a:t>
                </a:r>
                <a:r>
                  <a:rPr lang="zh-CN" altLang="en-US" sz="2400" dirty="0">
                    <a:solidFill>
                      <a:srgbClr val="0000FF"/>
                    </a:solidFill>
                  </a:rPr>
                  <a:t>完整网络中的权重必须是</a:t>
                </a:r>
                <a:r>
                  <a:rPr lang="en-US" altLang="zh-TW" sz="2400" dirty="0">
                    <a:solidFill>
                      <a:srgbClr val="0000FF"/>
                    </a:solidFill>
                  </a:rPr>
                  <a:t> </a:t>
                </a:r>
                <a:r>
                  <a:rPr lang="en-US" altLang="zh-CN" sz="2400" dirty="0">
                    <a:solidFill>
                      <a:srgbClr val="0000FF"/>
                    </a:solidFill>
                  </a:rPr>
                  <a:t>0</a:t>
                </a:r>
                <a14:m>
                  <m:oMath xmlns:m="http://schemas.openxmlformats.org/officeDocument/2006/math">
                    <m:r>
                      <a:rPr lang="en-US" altLang="zh-CN" sz="2400" i="1" dirty="0">
                        <a:solidFill>
                          <a:srgbClr val="0000FF"/>
                        </a:solidFill>
                        <a:latin typeface="Cambria Math" panose="02040503050406030204" pitchFamily="18" charset="0"/>
                      </a:rPr>
                      <m:t>.</m:t>
                    </m:r>
                    <m:r>
                      <a:rPr lang="en-US" altLang="zh-CN" sz="2400" i="1" dirty="0" smtClean="0">
                        <a:solidFill>
                          <a:srgbClr val="0000FF"/>
                        </a:solidFill>
                        <a:latin typeface="Cambria Math" panose="02040503050406030204" pitchFamily="18" charset="0"/>
                      </a:rPr>
                      <m:t>5</m:t>
                    </m:r>
                    <m:r>
                      <a:rPr lang="zh-CN" altLang="en-US" sz="2400" i="1" dirty="0">
                        <a:solidFill>
                          <a:srgbClr val="0000FF"/>
                        </a:solidFill>
                        <a:latin typeface="Cambria Math" panose="02040503050406030204" pitchFamily="18" charset="0"/>
                      </a:rPr>
                      <m:t>∗</m:t>
                    </m:r>
                    <m:r>
                      <a:rPr lang="en-US" altLang="zh-TW" sz="2400" i="1" smtClean="0">
                        <a:solidFill>
                          <a:srgbClr val="0000FF"/>
                        </a:solidFill>
                        <a:latin typeface="Cambria Math" panose="02040503050406030204" pitchFamily="18" charset="0"/>
                      </a:rPr>
                      <m:t>𝑤</m:t>
                    </m:r>
                    <m:r>
                      <a:rPr lang="en-US" altLang="zh-TW" sz="2400" b="0" i="1" smtClean="0">
                        <a:solidFill>
                          <a:srgbClr val="0000FF"/>
                        </a:solidFill>
                        <a:latin typeface="Cambria Math" panose="02040503050406030204" pitchFamily="18" charset="0"/>
                      </a:rPr>
                      <m:t>=0.5</m:t>
                    </m:r>
                  </m:oMath>
                </a14:m>
                <a:r>
                  <a:rPr lang="en-US" altLang="zh-TW" sz="2400" dirty="0">
                    <a:solidFill>
                      <a:srgbClr val="0000FF"/>
                    </a:solidFill>
                  </a:rPr>
                  <a:t>.</a:t>
                </a:r>
                <a:endParaRPr lang="zh-TW" altLang="en-US" sz="2400" dirty="0">
                  <a:solidFill>
                    <a:srgbClr val="0000FF"/>
                  </a:solidFill>
                </a:endParaRPr>
              </a:p>
            </p:txBody>
          </p:sp>
        </mc:Choice>
        <mc:Fallback xmlns="">
          <p:sp>
            <p:nvSpPr>
              <p:cNvPr id="65" name="文字方塊 76">
                <a:extLst>
                  <a:ext uri="{FF2B5EF4-FFF2-40B4-BE49-F238E27FC236}">
                    <a16:creationId xmlns:a16="http://schemas.microsoft.com/office/drawing/2014/main" id="{DCCE381F-2D8C-AAA8-E99E-A6D2D288254F}"/>
                  </a:ext>
                </a:extLst>
              </p:cNvPr>
              <p:cNvSpPr txBox="1">
                <a:spLocks noRot="1" noChangeAspect="1" noMove="1" noResize="1" noEditPoints="1" noAdjustHandles="1" noChangeArrowheads="1" noChangeShapeType="1" noTextEdit="1"/>
              </p:cNvSpPr>
              <p:nvPr/>
            </p:nvSpPr>
            <p:spPr>
              <a:xfrm>
                <a:off x="2221543" y="5535347"/>
                <a:ext cx="9580990" cy="830997"/>
              </a:xfrm>
              <a:prstGeom prst="rect">
                <a:avLst/>
              </a:prstGeom>
              <a:blipFill>
                <a:blip r:embed="rId2"/>
                <a:stretch>
                  <a:fillRect l="-827" t="-5147" r="-509" b="-16912"/>
                </a:stretch>
              </a:blipFill>
            </p:spPr>
            <p:txBody>
              <a:bodyPr/>
              <a:lstStyle/>
              <a:p>
                <a:r>
                  <a:rPr lang="zh-CN" altLang="en-US">
                    <a:noFill/>
                  </a:rPr>
                  <a:t> </a:t>
                </a:r>
              </a:p>
            </p:txBody>
          </p:sp>
        </mc:Fallback>
      </mc:AlternateContent>
      <p:grpSp>
        <p:nvGrpSpPr>
          <p:cNvPr id="68" name="组合 67">
            <a:extLst>
              <a:ext uri="{FF2B5EF4-FFF2-40B4-BE49-F238E27FC236}">
                <a16:creationId xmlns:a16="http://schemas.microsoft.com/office/drawing/2014/main" id="{498DB974-08B8-1A84-39DF-93ECC8EA8D75}"/>
              </a:ext>
            </a:extLst>
          </p:cNvPr>
          <p:cNvGrpSpPr/>
          <p:nvPr/>
        </p:nvGrpSpPr>
        <p:grpSpPr>
          <a:xfrm>
            <a:off x="0" y="131344"/>
            <a:ext cx="4916059" cy="1058822"/>
            <a:chOff x="0" y="260648"/>
            <a:chExt cx="4367671" cy="1058822"/>
          </a:xfrm>
        </p:grpSpPr>
        <p:sp>
          <p:nvSpPr>
            <p:cNvPr id="69" name="矩形 68">
              <a:extLst>
                <a:ext uri="{FF2B5EF4-FFF2-40B4-BE49-F238E27FC236}">
                  <a16:creationId xmlns:a16="http://schemas.microsoft.com/office/drawing/2014/main" id="{9E723EA5-53C3-AFFA-1414-A436204E3CA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70" name="组合 69">
              <a:extLst>
                <a:ext uri="{FF2B5EF4-FFF2-40B4-BE49-F238E27FC236}">
                  <a16:creationId xmlns:a16="http://schemas.microsoft.com/office/drawing/2014/main" id="{F282252F-7DC5-0A14-81DA-2BD3758E9AD9}"/>
                </a:ext>
              </a:extLst>
            </p:cNvPr>
            <p:cNvGrpSpPr/>
            <p:nvPr/>
          </p:nvGrpSpPr>
          <p:grpSpPr>
            <a:xfrm>
              <a:off x="695400" y="260648"/>
              <a:ext cx="3672271" cy="1058822"/>
              <a:chOff x="623392" y="310880"/>
              <a:chExt cx="3672271" cy="1058822"/>
            </a:xfrm>
          </p:grpSpPr>
          <p:sp>
            <p:nvSpPr>
              <p:cNvPr id="71" name="文本框 70">
                <a:extLst>
                  <a:ext uri="{FF2B5EF4-FFF2-40B4-BE49-F238E27FC236}">
                    <a16:creationId xmlns:a16="http://schemas.microsoft.com/office/drawing/2014/main" id="{5B4EB3C8-8A72-8D0D-2159-5F72D4FDA876}"/>
                  </a:ext>
                </a:extLst>
              </p:cNvPr>
              <p:cNvSpPr txBox="1"/>
              <p:nvPr/>
            </p:nvSpPr>
            <p:spPr>
              <a:xfrm>
                <a:off x="623392" y="310880"/>
                <a:ext cx="1480016"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endPar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72" name="直接连接符 71">
                <a:extLst>
                  <a:ext uri="{FF2B5EF4-FFF2-40B4-BE49-F238E27FC236}">
                    <a16:creationId xmlns:a16="http://schemas.microsoft.com/office/drawing/2014/main" id="{FEB9CB26-A4E5-7A21-AF34-89E39EF8D4F0}"/>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73" name="文本框 72">
                <a:extLst>
                  <a:ext uri="{FF2B5EF4-FFF2-40B4-BE49-F238E27FC236}">
                    <a16:creationId xmlns:a16="http://schemas.microsoft.com/office/drawing/2014/main" id="{59B9BBC0-449B-47BF-BAF2-2CD8073D200D}"/>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9002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P spid="64" grpId="0"/>
      <p:bldP spid="6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8">
            <a:extLst>
              <a:ext uri="{FF2B5EF4-FFF2-40B4-BE49-F238E27FC236}">
                <a16:creationId xmlns:a16="http://schemas.microsoft.com/office/drawing/2014/main" id="{65B5374B-CF04-9C9C-D107-BAE0D04678AF}"/>
              </a:ext>
            </a:extLst>
          </p:cNvPr>
          <p:cNvPicPr>
            <a:picLocks noChangeAspect="1"/>
          </p:cNvPicPr>
          <p:nvPr/>
        </p:nvPicPr>
        <p:blipFill>
          <a:blip r:embed="rId2"/>
          <a:stretch>
            <a:fillRect/>
          </a:stretch>
        </p:blipFill>
        <p:spPr>
          <a:xfrm>
            <a:off x="6570134" y="2983513"/>
            <a:ext cx="2421320" cy="3606065"/>
          </a:xfrm>
          <a:prstGeom prst="rect">
            <a:avLst/>
          </a:prstGeom>
        </p:spPr>
      </p:pic>
      <p:sp>
        <p:nvSpPr>
          <p:cNvPr id="6" name="文字方塊 3">
            <a:extLst>
              <a:ext uri="{FF2B5EF4-FFF2-40B4-BE49-F238E27FC236}">
                <a16:creationId xmlns:a16="http://schemas.microsoft.com/office/drawing/2014/main" id="{D84393D6-CE56-8D8B-8BBE-C4544726C6AE}"/>
              </a:ext>
            </a:extLst>
          </p:cNvPr>
          <p:cNvSpPr txBox="1"/>
          <p:nvPr/>
        </p:nvSpPr>
        <p:spPr>
          <a:xfrm>
            <a:off x="1200601" y="1894281"/>
            <a:ext cx="2696513" cy="523220"/>
          </a:xfrm>
          <a:prstGeom prst="rect">
            <a:avLst/>
          </a:prstGeom>
          <a:noFill/>
        </p:spPr>
        <p:txBody>
          <a:bodyPr wrap="square" rtlCol="0">
            <a:spAutoFit/>
          </a:bodyPr>
          <a:lstStyle/>
          <a:p>
            <a:pPr algn="ctr"/>
            <a:r>
              <a:rPr lang="en-US" altLang="zh-TW" sz="2800" b="1" i="1" u="sng" dirty="0">
                <a:solidFill>
                  <a:srgbClr val="0000FF"/>
                </a:solidFill>
              </a:rPr>
              <a:t>Training </a:t>
            </a:r>
            <a:endParaRPr lang="zh-TW" altLang="en-US" sz="2800" b="1" i="1" u="sng" dirty="0">
              <a:solidFill>
                <a:srgbClr val="0000FF"/>
              </a:solidFill>
            </a:endParaRPr>
          </a:p>
        </p:txBody>
      </p:sp>
      <p:sp>
        <p:nvSpPr>
          <p:cNvPr id="7" name="文字方塊 4">
            <a:extLst>
              <a:ext uri="{FF2B5EF4-FFF2-40B4-BE49-F238E27FC236}">
                <a16:creationId xmlns:a16="http://schemas.microsoft.com/office/drawing/2014/main" id="{72924B34-DE1C-207C-307E-BA69B65001C6}"/>
              </a:ext>
            </a:extLst>
          </p:cNvPr>
          <p:cNvSpPr txBox="1"/>
          <p:nvPr/>
        </p:nvSpPr>
        <p:spPr>
          <a:xfrm>
            <a:off x="7004997" y="1503030"/>
            <a:ext cx="1485900" cy="523220"/>
          </a:xfrm>
          <a:prstGeom prst="rect">
            <a:avLst/>
          </a:prstGeom>
          <a:noFill/>
        </p:spPr>
        <p:txBody>
          <a:bodyPr wrap="square" rtlCol="0">
            <a:spAutoFit/>
          </a:bodyPr>
          <a:lstStyle/>
          <a:p>
            <a:pPr algn="ctr"/>
            <a:r>
              <a:rPr lang="en-US" altLang="zh-TW" sz="2800" b="1" i="1" u="sng" dirty="0">
                <a:solidFill>
                  <a:srgbClr val="0000FF"/>
                </a:solidFill>
              </a:rPr>
              <a:t>Testing</a:t>
            </a:r>
            <a:endParaRPr lang="zh-TW" altLang="en-US" sz="2800" b="1" i="1" u="sng" dirty="0">
              <a:solidFill>
                <a:srgbClr val="0000FF"/>
              </a:solidFill>
            </a:endParaRPr>
          </a:p>
        </p:txBody>
      </p:sp>
      <p:sp>
        <p:nvSpPr>
          <p:cNvPr id="8" name="文字方塊 5">
            <a:extLst>
              <a:ext uri="{FF2B5EF4-FFF2-40B4-BE49-F238E27FC236}">
                <a16:creationId xmlns:a16="http://schemas.microsoft.com/office/drawing/2014/main" id="{13C325C9-0E57-F38E-6E15-A10C85AB9FF3}"/>
              </a:ext>
            </a:extLst>
          </p:cNvPr>
          <p:cNvSpPr txBox="1"/>
          <p:nvPr/>
        </p:nvSpPr>
        <p:spPr>
          <a:xfrm>
            <a:off x="1370464" y="2417501"/>
            <a:ext cx="3686175" cy="461665"/>
          </a:xfrm>
          <a:prstGeom prst="rect">
            <a:avLst/>
          </a:prstGeom>
          <a:noFill/>
        </p:spPr>
        <p:txBody>
          <a:bodyPr wrap="square" rtlCol="0">
            <a:spAutoFit/>
          </a:bodyPr>
          <a:lstStyle/>
          <a:p>
            <a:pPr algn="ctr"/>
            <a:r>
              <a:rPr lang="en-US" altLang="zh-TW" sz="2400" dirty="0"/>
              <a:t>Dropout (</a:t>
            </a:r>
            <a:r>
              <a:rPr lang="zh-CN" altLang="en-US" sz="2400" dirty="0"/>
              <a:t>脚绑重物</a:t>
            </a:r>
            <a:r>
              <a:rPr lang="en-US" altLang="zh-TW" sz="2400" dirty="0"/>
              <a:t>)</a:t>
            </a:r>
            <a:endParaRPr lang="zh-TW" altLang="en-US" sz="2400" dirty="0"/>
          </a:p>
        </p:txBody>
      </p:sp>
      <p:sp>
        <p:nvSpPr>
          <p:cNvPr id="9" name="文字方塊 6">
            <a:extLst>
              <a:ext uri="{FF2B5EF4-FFF2-40B4-BE49-F238E27FC236}">
                <a16:creationId xmlns:a16="http://schemas.microsoft.com/office/drawing/2014/main" id="{2778BE45-B162-FB43-0429-EB17A5DF514B}"/>
              </a:ext>
            </a:extLst>
          </p:cNvPr>
          <p:cNvSpPr txBox="1"/>
          <p:nvPr/>
        </p:nvSpPr>
        <p:spPr>
          <a:xfrm>
            <a:off x="5652302" y="2138301"/>
            <a:ext cx="4191291" cy="830997"/>
          </a:xfrm>
          <a:prstGeom prst="rect">
            <a:avLst/>
          </a:prstGeom>
          <a:noFill/>
        </p:spPr>
        <p:txBody>
          <a:bodyPr wrap="square" rtlCol="0">
            <a:spAutoFit/>
          </a:bodyPr>
          <a:lstStyle/>
          <a:p>
            <a:pPr algn="ctr"/>
            <a:r>
              <a:rPr lang="en-US" altLang="zh-TW" sz="2400" dirty="0"/>
              <a:t>No dropout</a:t>
            </a:r>
          </a:p>
          <a:p>
            <a:pPr algn="ctr"/>
            <a:r>
              <a:rPr lang="en-US" altLang="zh-TW" sz="2400" dirty="0"/>
              <a:t>(</a:t>
            </a:r>
            <a:r>
              <a:rPr lang="zh-CN" altLang="en-US" sz="2400" dirty="0"/>
              <a:t>解开封印就会变很强</a:t>
            </a:r>
            <a:r>
              <a:rPr lang="en-US" altLang="zh-TW" sz="2400" dirty="0"/>
              <a:t>)</a:t>
            </a:r>
            <a:endParaRPr lang="zh-TW" altLang="en-US" sz="2400" dirty="0"/>
          </a:p>
        </p:txBody>
      </p:sp>
      <p:pic>
        <p:nvPicPr>
          <p:cNvPr id="10" name="圖片 7">
            <a:extLst>
              <a:ext uri="{FF2B5EF4-FFF2-40B4-BE49-F238E27FC236}">
                <a16:creationId xmlns:a16="http://schemas.microsoft.com/office/drawing/2014/main" id="{32059205-A3CB-A0A5-31A1-630814FE0563}"/>
              </a:ext>
            </a:extLst>
          </p:cNvPr>
          <p:cNvPicPr>
            <a:picLocks noChangeAspect="1"/>
          </p:cNvPicPr>
          <p:nvPr/>
        </p:nvPicPr>
        <p:blipFill>
          <a:blip r:embed="rId3"/>
          <a:stretch>
            <a:fillRect/>
          </a:stretch>
        </p:blipFill>
        <p:spPr>
          <a:xfrm>
            <a:off x="1454602" y="2983514"/>
            <a:ext cx="3517900" cy="2216919"/>
          </a:xfrm>
          <a:prstGeom prst="rect">
            <a:avLst/>
          </a:prstGeom>
        </p:spPr>
      </p:pic>
      <p:grpSp>
        <p:nvGrpSpPr>
          <p:cNvPr id="13" name="组合 12">
            <a:extLst>
              <a:ext uri="{FF2B5EF4-FFF2-40B4-BE49-F238E27FC236}">
                <a16:creationId xmlns:a16="http://schemas.microsoft.com/office/drawing/2014/main" id="{EEA7915F-7B4C-A6FC-6D05-6F9FD3D51AC9}"/>
              </a:ext>
            </a:extLst>
          </p:cNvPr>
          <p:cNvGrpSpPr/>
          <p:nvPr/>
        </p:nvGrpSpPr>
        <p:grpSpPr>
          <a:xfrm>
            <a:off x="0" y="131344"/>
            <a:ext cx="5056639" cy="1058822"/>
            <a:chOff x="0" y="260648"/>
            <a:chExt cx="4492569" cy="1058822"/>
          </a:xfrm>
        </p:grpSpPr>
        <p:sp>
          <p:nvSpPr>
            <p:cNvPr id="14" name="矩形 13">
              <a:extLst>
                <a:ext uri="{FF2B5EF4-FFF2-40B4-BE49-F238E27FC236}">
                  <a16:creationId xmlns:a16="http://schemas.microsoft.com/office/drawing/2014/main" id="{6C6CC212-DB91-C109-F382-68F14B36CA40}"/>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5" name="组合 14">
              <a:extLst>
                <a:ext uri="{FF2B5EF4-FFF2-40B4-BE49-F238E27FC236}">
                  <a16:creationId xmlns:a16="http://schemas.microsoft.com/office/drawing/2014/main" id="{EA0D7149-7134-B595-E2DD-DC474368428B}"/>
                </a:ext>
              </a:extLst>
            </p:cNvPr>
            <p:cNvGrpSpPr/>
            <p:nvPr/>
          </p:nvGrpSpPr>
          <p:grpSpPr>
            <a:xfrm>
              <a:off x="695400" y="260648"/>
              <a:ext cx="3797169" cy="1058822"/>
              <a:chOff x="623392" y="310880"/>
              <a:chExt cx="3797169" cy="1058822"/>
            </a:xfrm>
          </p:grpSpPr>
          <p:sp>
            <p:nvSpPr>
              <p:cNvPr id="16" name="文本框 15">
                <a:extLst>
                  <a:ext uri="{FF2B5EF4-FFF2-40B4-BE49-F238E27FC236}">
                    <a16:creationId xmlns:a16="http://schemas.microsoft.com/office/drawing/2014/main" id="{B6CB08A9-BDED-04D3-8D46-A3A9AF136BB4}"/>
                  </a:ext>
                </a:extLst>
              </p:cNvPr>
              <p:cNvSpPr txBox="1"/>
              <p:nvPr/>
            </p:nvSpPr>
            <p:spPr>
              <a:xfrm>
                <a:off x="623392" y="310880"/>
                <a:ext cx="3797169"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直觉上的原因</a:t>
                </a:r>
              </a:p>
            </p:txBody>
          </p:sp>
          <p:cxnSp>
            <p:nvCxnSpPr>
              <p:cNvPr id="17" name="直接连接符 16">
                <a:extLst>
                  <a:ext uri="{FF2B5EF4-FFF2-40B4-BE49-F238E27FC236}">
                    <a16:creationId xmlns:a16="http://schemas.microsoft.com/office/drawing/2014/main" id="{46A80BF9-7992-17FF-BF70-EBDA8E0EA995}"/>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18" name="文本框 17">
                <a:extLst>
                  <a:ext uri="{FF2B5EF4-FFF2-40B4-BE49-F238E27FC236}">
                    <a16:creationId xmlns:a16="http://schemas.microsoft.com/office/drawing/2014/main" id="{038EB9B9-FEAE-852D-1604-CE27568E4B3E}"/>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2075316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F79BBB60-7DA1-8087-AAD7-B1459AEAB810}"/>
              </a:ext>
            </a:extLst>
          </p:cNvPr>
          <p:cNvSpPr>
            <a:spLocks noGrp="1"/>
          </p:cNvSpPr>
          <p:nvPr/>
        </p:nvSpPr>
        <p:spPr>
          <a:xfrm>
            <a:off x="1859197" y="1761893"/>
            <a:ext cx="894426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用于测试集的时候为什么要乘以</a:t>
            </a:r>
            <a:r>
              <a:rPr lang="en-US" altLang="zh-TW" dirty="0"/>
              <a:t>(1-p)% (dropout rate)?</a:t>
            </a:r>
            <a:endParaRPr lang="zh-TW" altLang="en-US" dirty="0"/>
          </a:p>
        </p:txBody>
      </p:sp>
      <p:sp>
        <p:nvSpPr>
          <p:cNvPr id="6" name="矩形 5">
            <a:extLst>
              <a:ext uri="{FF2B5EF4-FFF2-40B4-BE49-F238E27FC236}">
                <a16:creationId xmlns:a16="http://schemas.microsoft.com/office/drawing/2014/main" id="{22CAB7F2-0173-07F4-0745-742515F480CA}"/>
              </a:ext>
            </a:extLst>
          </p:cNvPr>
          <p:cNvSpPr/>
          <p:nvPr/>
        </p:nvSpPr>
        <p:spPr>
          <a:xfrm>
            <a:off x="1905100" y="2572637"/>
            <a:ext cx="2595582"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i="1" u="sng" dirty="0"/>
              <a:t>训练</a:t>
            </a:r>
            <a:r>
              <a:rPr lang="en-US" altLang="zh-CN" sz="2400" b="1" i="1" u="sng" dirty="0"/>
              <a:t>Dropout</a:t>
            </a:r>
            <a:r>
              <a:rPr lang="zh-CN" altLang="en-US" sz="2400" b="1" i="1" u="sng" dirty="0"/>
              <a:t>网络</a:t>
            </a:r>
            <a:endParaRPr lang="en-US" altLang="zh-TW" sz="2400" dirty="0"/>
          </a:p>
        </p:txBody>
      </p:sp>
      <p:sp>
        <p:nvSpPr>
          <p:cNvPr id="7" name="矩形 6">
            <a:extLst>
              <a:ext uri="{FF2B5EF4-FFF2-40B4-BE49-F238E27FC236}">
                <a16:creationId xmlns:a16="http://schemas.microsoft.com/office/drawing/2014/main" id="{41BEBBF2-9C8A-0DC3-EA7E-FCCEC70A48A2}"/>
              </a:ext>
            </a:extLst>
          </p:cNvPr>
          <p:cNvSpPr/>
          <p:nvPr/>
        </p:nvSpPr>
        <p:spPr>
          <a:xfrm>
            <a:off x="5788034" y="2553468"/>
            <a:ext cx="3752895" cy="461665"/>
          </a:xfrm>
          <a:prstGeom prst="rect">
            <a:avLst/>
          </a:prstGeom>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i="1" u="sng" dirty="0"/>
              <a:t>测试</a:t>
            </a:r>
            <a:r>
              <a:rPr lang="en-US" altLang="zh-CN" sz="2400" b="1" i="1" u="sng" dirty="0" err="1"/>
              <a:t>ing</a:t>
            </a:r>
            <a:endParaRPr lang="en-US" altLang="zh-TW" sz="2400" dirty="0"/>
          </a:p>
        </p:txBody>
      </p:sp>
      <p:sp>
        <p:nvSpPr>
          <p:cNvPr id="8" name="橢圓 5">
            <a:extLst>
              <a:ext uri="{FF2B5EF4-FFF2-40B4-BE49-F238E27FC236}">
                <a16:creationId xmlns:a16="http://schemas.microsoft.com/office/drawing/2014/main" id="{97FE4BAA-57A3-0751-FA7C-F29F91F860C2}"/>
              </a:ext>
            </a:extLst>
          </p:cNvPr>
          <p:cNvSpPr/>
          <p:nvPr/>
        </p:nvSpPr>
        <p:spPr>
          <a:xfrm>
            <a:off x="4414184" y="4652181"/>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9" name="橢圓 6">
            <a:extLst>
              <a:ext uri="{FF2B5EF4-FFF2-40B4-BE49-F238E27FC236}">
                <a16:creationId xmlns:a16="http://schemas.microsoft.com/office/drawing/2014/main" id="{25A49D85-1ABA-AAAB-2215-0B43866FAF30}"/>
              </a:ext>
            </a:extLst>
          </p:cNvPr>
          <p:cNvSpPr/>
          <p:nvPr/>
        </p:nvSpPr>
        <p:spPr>
          <a:xfrm>
            <a:off x="2559164" y="3595075"/>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0" name="橢圓 7">
            <a:extLst>
              <a:ext uri="{FF2B5EF4-FFF2-40B4-BE49-F238E27FC236}">
                <a16:creationId xmlns:a16="http://schemas.microsoft.com/office/drawing/2014/main" id="{C7F1D396-BB46-5EF9-F9EA-347D1A15DD38}"/>
              </a:ext>
            </a:extLst>
          </p:cNvPr>
          <p:cNvSpPr/>
          <p:nvPr/>
        </p:nvSpPr>
        <p:spPr>
          <a:xfrm>
            <a:off x="2559164" y="4379998"/>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1" name="橢圓 8">
            <a:extLst>
              <a:ext uri="{FF2B5EF4-FFF2-40B4-BE49-F238E27FC236}">
                <a16:creationId xmlns:a16="http://schemas.microsoft.com/office/drawing/2014/main" id="{69B21381-775E-7B62-B893-9E91FE80FEF0}"/>
              </a:ext>
            </a:extLst>
          </p:cNvPr>
          <p:cNvSpPr/>
          <p:nvPr/>
        </p:nvSpPr>
        <p:spPr>
          <a:xfrm>
            <a:off x="2562751" y="5162135"/>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2" name="橢圓 9">
            <a:extLst>
              <a:ext uri="{FF2B5EF4-FFF2-40B4-BE49-F238E27FC236}">
                <a16:creationId xmlns:a16="http://schemas.microsoft.com/office/drawing/2014/main" id="{BBC2D492-C55F-C181-7740-E41B2701DC03}"/>
              </a:ext>
            </a:extLst>
          </p:cNvPr>
          <p:cNvSpPr/>
          <p:nvPr/>
        </p:nvSpPr>
        <p:spPr>
          <a:xfrm>
            <a:off x="2559164" y="5993117"/>
            <a:ext cx="509954" cy="49937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3" name="橢圓 20">
            <a:extLst>
              <a:ext uri="{FF2B5EF4-FFF2-40B4-BE49-F238E27FC236}">
                <a16:creationId xmlns:a16="http://schemas.microsoft.com/office/drawing/2014/main" id="{DA208F74-C26F-228B-55C3-A11E5CF4D17F}"/>
              </a:ext>
            </a:extLst>
          </p:cNvPr>
          <p:cNvSpPr/>
          <p:nvPr/>
        </p:nvSpPr>
        <p:spPr>
          <a:xfrm>
            <a:off x="7906764" y="469959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4" name="橢圓 21">
            <a:extLst>
              <a:ext uri="{FF2B5EF4-FFF2-40B4-BE49-F238E27FC236}">
                <a16:creationId xmlns:a16="http://schemas.microsoft.com/office/drawing/2014/main" id="{B583CF3C-5818-054A-853A-A5ACBA126482}"/>
              </a:ext>
            </a:extLst>
          </p:cNvPr>
          <p:cNvSpPr/>
          <p:nvPr/>
        </p:nvSpPr>
        <p:spPr>
          <a:xfrm>
            <a:off x="6051744" y="364248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5" name="橢圓 22">
            <a:extLst>
              <a:ext uri="{FF2B5EF4-FFF2-40B4-BE49-F238E27FC236}">
                <a16:creationId xmlns:a16="http://schemas.microsoft.com/office/drawing/2014/main" id="{9CE64A66-5266-30E3-D26B-D2F33BCA30AE}"/>
              </a:ext>
            </a:extLst>
          </p:cNvPr>
          <p:cNvSpPr/>
          <p:nvPr/>
        </p:nvSpPr>
        <p:spPr>
          <a:xfrm>
            <a:off x="6051744" y="442740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6" name="橢圓 23">
            <a:extLst>
              <a:ext uri="{FF2B5EF4-FFF2-40B4-BE49-F238E27FC236}">
                <a16:creationId xmlns:a16="http://schemas.microsoft.com/office/drawing/2014/main" id="{0173464D-6584-66D8-31E7-3330442D608B}"/>
              </a:ext>
            </a:extLst>
          </p:cNvPr>
          <p:cNvSpPr/>
          <p:nvPr/>
        </p:nvSpPr>
        <p:spPr>
          <a:xfrm>
            <a:off x="6055331" y="520954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sp>
        <p:nvSpPr>
          <p:cNvPr id="17" name="橢圓 24">
            <a:extLst>
              <a:ext uri="{FF2B5EF4-FFF2-40B4-BE49-F238E27FC236}">
                <a16:creationId xmlns:a16="http://schemas.microsoft.com/office/drawing/2014/main" id="{DFEE9077-4406-1201-AB43-FFB86CBD9A58}"/>
              </a:ext>
            </a:extLst>
          </p:cNvPr>
          <p:cNvSpPr/>
          <p:nvPr/>
        </p:nvSpPr>
        <p:spPr>
          <a:xfrm>
            <a:off x="6051744" y="604052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dirty="0"/>
          </a:p>
        </p:txBody>
      </p:sp>
      <p:cxnSp>
        <p:nvCxnSpPr>
          <p:cNvPr id="18" name="直線單箭頭接點 11">
            <a:extLst>
              <a:ext uri="{FF2B5EF4-FFF2-40B4-BE49-F238E27FC236}">
                <a16:creationId xmlns:a16="http://schemas.microsoft.com/office/drawing/2014/main" id="{DA30878A-535E-CF0B-CB65-282D1E2AE3DF}"/>
              </a:ext>
            </a:extLst>
          </p:cNvPr>
          <p:cNvCxnSpPr>
            <a:stCxn id="9" idx="6"/>
            <a:endCxn id="8" idx="2"/>
          </p:cNvCxnSpPr>
          <p:nvPr/>
        </p:nvCxnSpPr>
        <p:spPr>
          <a:xfrm>
            <a:off x="3069118" y="3844761"/>
            <a:ext cx="1345066" cy="105710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25">
            <a:extLst>
              <a:ext uri="{FF2B5EF4-FFF2-40B4-BE49-F238E27FC236}">
                <a16:creationId xmlns:a16="http://schemas.microsoft.com/office/drawing/2014/main" id="{39606793-CC87-AF15-4D05-E8465FF9AC92}"/>
              </a:ext>
            </a:extLst>
          </p:cNvPr>
          <p:cNvCxnSpPr>
            <a:stCxn id="10" idx="6"/>
            <a:endCxn id="8" idx="2"/>
          </p:cNvCxnSpPr>
          <p:nvPr/>
        </p:nvCxnSpPr>
        <p:spPr>
          <a:xfrm>
            <a:off x="3069118" y="4629684"/>
            <a:ext cx="1345066" cy="27218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26">
            <a:extLst>
              <a:ext uri="{FF2B5EF4-FFF2-40B4-BE49-F238E27FC236}">
                <a16:creationId xmlns:a16="http://schemas.microsoft.com/office/drawing/2014/main" id="{B1D11F3D-AAEF-8911-BF1F-94D7CC0E7CC6}"/>
              </a:ext>
            </a:extLst>
          </p:cNvPr>
          <p:cNvCxnSpPr>
            <a:stCxn id="11" idx="6"/>
            <a:endCxn id="8" idx="2"/>
          </p:cNvCxnSpPr>
          <p:nvPr/>
        </p:nvCxnSpPr>
        <p:spPr>
          <a:xfrm flipV="1">
            <a:off x="3072705" y="4901867"/>
            <a:ext cx="1341479" cy="50995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8">
            <a:extLst>
              <a:ext uri="{FF2B5EF4-FFF2-40B4-BE49-F238E27FC236}">
                <a16:creationId xmlns:a16="http://schemas.microsoft.com/office/drawing/2014/main" id="{124E20A3-9508-0F5A-9615-5FCC70D5211F}"/>
              </a:ext>
            </a:extLst>
          </p:cNvPr>
          <p:cNvCxnSpPr>
            <a:endCxn id="8" idx="2"/>
          </p:cNvCxnSpPr>
          <p:nvPr/>
        </p:nvCxnSpPr>
        <p:spPr>
          <a:xfrm flipV="1">
            <a:off x="3072705" y="4901867"/>
            <a:ext cx="1341479" cy="1316587"/>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35">
            <a:extLst>
              <a:ext uri="{FF2B5EF4-FFF2-40B4-BE49-F238E27FC236}">
                <a16:creationId xmlns:a16="http://schemas.microsoft.com/office/drawing/2014/main" id="{A81F27B1-A2E4-3295-5E63-703F62AEC873}"/>
              </a:ext>
            </a:extLst>
          </p:cNvPr>
          <p:cNvCxnSpPr/>
          <p:nvPr/>
        </p:nvCxnSpPr>
        <p:spPr>
          <a:xfrm>
            <a:off x="6565285" y="3897463"/>
            <a:ext cx="1345066" cy="105710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6">
            <a:extLst>
              <a:ext uri="{FF2B5EF4-FFF2-40B4-BE49-F238E27FC236}">
                <a16:creationId xmlns:a16="http://schemas.microsoft.com/office/drawing/2014/main" id="{C3D0EF81-255B-2C9D-99BC-134E5F54A1E4}"/>
              </a:ext>
            </a:extLst>
          </p:cNvPr>
          <p:cNvCxnSpPr/>
          <p:nvPr/>
        </p:nvCxnSpPr>
        <p:spPr>
          <a:xfrm>
            <a:off x="6565285" y="4682386"/>
            <a:ext cx="1345066" cy="27218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37">
            <a:extLst>
              <a:ext uri="{FF2B5EF4-FFF2-40B4-BE49-F238E27FC236}">
                <a16:creationId xmlns:a16="http://schemas.microsoft.com/office/drawing/2014/main" id="{247C161D-20F5-64A8-45B4-77983C691C3F}"/>
              </a:ext>
            </a:extLst>
          </p:cNvPr>
          <p:cNvCxnSpPr/>
          <p:nvPr/>
        </p:nvCxnSpPr>
        <p:spPr>
          <a:xfrm flipV="1">
            <a:off x="6568872" y="4954569"/>
            <a:ext cx="1341479" cy="50995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38">
            <a:extLst>
              <a:ext uri="{FF2B5EF4-FFF2-40B4-BE49-F238E27FC236}">
                <a16:creationId xmlns:a16="http://schemas.microsoft.com/office/drawing/2014/main" id="{8752BD23-031B-54DB-6E51-1183EDE80EB3}"/>
              </a:ext>
            </a:extLst>
          </p:cNvPr>
          <p:cNvCxnSpPr/>
          <p:nvPr/>
        </p:nvCxnSpPr>
        <p:spPr>
          <a:xfrm flipV="1">
            <a:off x="6568872" y="4954569"/>
            <a:ext cx="1341479" cy="131129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字方塊 39">
                <a:extLst>
                  <a:ext uri="{FF2B5EF4-FFF2-40B4-BE49-F238E27FC236}">
                    <a16:creationId xmlns:a16="http://schemas.microsoft.com/office/drawing/2014/main" id="{11BD5CBA-50A8-15CD-881E-2D344A4F3BF1}"/>
                  </a:ext>
                </a:extLst>
              </p:cNvPr>
              <p:cNvSpPr txBox="1"/>
              <p:nvPr/>
            </p:nvSpPr>
            <p:spPr>
              <a:xfrm>
                <a:off x="3423558" y="3825800"/>
                <a:ext cx="421847"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26" name="文字方塊 39">
                <a:extLst>
                  <a:ext uri="{FF2B5EF4-FFF2-40B4-BE49-F238E27FC236}">
                    <a16:creationId xmlns:a16="http://schemas.microsoft.com/office/drawing/2014/main" id="{11BD5CBA-50A8-15CD-881E-2D344A4F3BF1}"/>
                  </a:ext>
                </a:extLst>
              </p:cNvPr>
              <p:cNvSpPr txBox="1">
                <a:spLocks noRot="1" noChangeAspect="1" noMove="1" noResize="1" noEditPoints="1" noAdjustHandles="1" noChangeArrowheads="1" noChangeShapeType="1" noTextEdit="1"/>
              </p:cNvSpPr>
              <p:nvPr/>
            </p:nvSpPr>
            <p:spPr>
              <a:xfrm>
                <a:off x="3423558" y="3825800"/>
                <a:ext cx="421847" cy="369332"/>
              </a:xfrm>
              <a:prstGeom prst="rect">
                <a:avLst/>
              </a:prstGeom>
              <a:blipFill>
                <a:blip r:embed="rId2"/>
                <a:stretch>
                  <a:fillRect l="-10145" r="-5797"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字方塊 40">
                <a:extLst>
                  <a:ext uri="{FF2B5EF4-FFF2-40B4-BE49-F238E27FC236}">
                    <a16:creationId xmlns:a16="http://schemas.microsoft.com/office/drawing/2014/main" id="{DA68C701-D829-CAA7-167F-8172593381DB}"/>
                  </a:ext>
                </a:extLst>
              </p:cNvPr>
              <p:cNvSpPr txBox="1"/>
              <p:nvPr/>
            </p:nvSpPr>
            <p:spPr>
              <a:xfrm>
                <a:off x="3443041" y="4339067"/>
                <a:ext cx="428964"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27" name="文字方塊 40">
                <a:extLst>
                  <a:ext uri="{FF2B5EF4-FFF2-40B4-BE49-F238E27FC236}">
                    <a16:creationId xmlns:a16="http://schemas.microsoft.com/office/drawing/2014/main" id="{DA68C701-D829-CAA7-167F-8172593381DB}"/>
                  </a:ext>
                </a:extLst>
              </p:cNvPr>
              <p:cNvSpPr txBox="1">
                <a:spLocks noRot="1" noChangeAspect="1" noMove="1" noResize="1" noEditPoints="1" noAdjustHandles="1" noChangeArrowheads="1" noChangeShapeType="1" noTextEdit="1"/>
              </p:cNvSpPr>
              <p:nvPr/>
            </p:nvSpPr>
            <p:spPr>
              <a:xfrm>
                <a:off x="3443041" y="4339067"/>
                <a:ext cx="428964" cy="369332"/>
              </a:xfrm>
              <a:prstGeom prst="rect">
                <a:avLst/>
              </a:prstGeom>
              <a:blipFill>
                <a:blip r:embed="rId3"/>
                <a:stretch>
                  <a:fillRect l="-10000" r="-5714"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字方塊 41">
                <a:extLst>
                  <a:ext uri="{FF2B5EF4-FFF2-40B4-BE49-F238E27FC236}">
                    <a16:creationId xmlns:a16="http://schemas.microsoft.com/office/drawing/2014/main" id="{FD107816-A37E-5DB4-061F-11F35152721F}"/>
                  </a:ext>
                </a:extLst>
              </p:cNvPr>
              <p:cNvSpPr txBox="1"/>
              <p:nvPr/>
            </p:nvSpPr>
            <p:spPr>
              <a:xfrm>
                <a:off x="3443041" y="4778710"/>
                <a:ext cx="428964"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28" name="文字方塊 41">
                <a:extLst>
                  <a:ext uri="{FF2B5EF4-FFF2-40B4-BE49-F238E27FC236}">
                    <a16:creationId xmlns:a16="http://schemas.microsoft.com/office/drawing/2014/main" id="{FD107816-A37E-5DB4-061F-11F35152721F}"/>
                  </a:ext>
                </a:extLst>
              </p:cNvPr>
              <p:cNvSpPr txBox="1">
                <a:spLocks noRot="1" noChangeAspect="1" noMove="1" noResize="1" noEditPoints="1" noAdjustHandles="1" noChangeArrowheads="1" noChangeShapeType="1" noTextEdit="1"/>
              </p:cNvSpPr>
              <p:nvPr/>
            </p:nvSpPr>
            <p:spPr>
              <a:xfrm>
                <a:off x="3443041" y="4778710"/>
                <a:ext cx="428964" cy="369332"/>
              </a:xfrm>
              <a:prstGeom prst="rect">
                <a:avLst/>
              </a:prstGeom>
              <a:blipFill>
                <a:blip r:embed="rId4"/>
                <a:stretch>
                  <a:fillRect l="-10000" r="-5714"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字方塊 42">
                <a:extLst>
                  <a:ext uri="{FF2B5EF4-FFF2-40B4-BE49-F238E27FC236}">
                    <a16:creationId xmlns:a16="http://schemas.microsoft.com/office/drawing/2014/main" id="{3D8997B4-DA39-3B45-3C3A-86D87A2EB308}"/>
                  </a:ext>
                </a:extLst>
              </p:cNvPr>
              <p:cNvSpPr txBox="1"/>
              <p:nvPr/>
            </p:nvSpPr>
            <p:spPr>
              <a:xfrm>
                <a:off x="3447722" y="5232446"/>
                <a:ext cx="419602"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29" name="文字方塊 42">
                <a:extLst>
                  <a:ext uri="{FF2B5EF4-FFF2-40B4-BE49-F238E27FC236}">
                    <a16:creationId xmlns:a16="http://schemas.microsoft.com/office/drawing/2014/main" id="{3D8997B4-DA39-3B45-3C3A-86D87A2EB308}"/>
                  </a:ext>
                </a:extLst>
              </p:cNvPr>
              <p:cNvSpPr txBox="1">
                <a:spLocks noRot="1" noChangeAspect="1" noMove="1" noResize="1" noEditPoints="1" noAdjustHandles="1" noChangeArrowheads="1" noChangeShapeType="1" noTextEdit="1"/>
              </p:cNvSpPr>
              <p:nvPr/>
            </p:nvSpPr>
            <p:spPr>
              <a:xfrm>
                <a:off x="3447722" y="5232446"/>
                <a:ext cx="419602" cy="369332"/>
              </a:xfrm>
              <a:prstGeom prst="rect">
                <a:avLst/>
              </a:prstGeom>
              <a:blipFill>
                <a:blip r:embed="rId5"/>
                <a:stretch>
                  <a:fillRect l="-10294" r="-7353"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字方塊 43">
                <a:extLst>
                  <a:ext uri="{FF2B5EF4-FFF2-40B4-BE49-F238E27FC236}">
                    <a16:creationId xmlns:a16="http://schemas.microsoft.com/office/drawing/2014/main" id="{682AB0B8-E296-1F5A-EDC7-519A87AE42D4}"/>
                  </a:ext>
                </a:extLst>
              </p:cNvPr>
              <p:cNvSpPr txBox="1"/>
              <p:nvPr/>
            </p:nvSpPr>
            <p:spPr>
              <a:xfrm>
                <a:off x="4219645" y="4407739"/>
                <a:ext cx="223266"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𝑧</m:t>
                      </m:r>
                    </m:oMath>
                  </m:oMathPara>
                </a14:m>
                <a:endParaRPr lang="zh-TW" altLang="en-US" sz="2400" dirty="0"/>
              </a:p>
            </p:txBody>
          </p:sp>
        </mc:Choice>
        <mc:Fallback xmlns="">
          <p:sp>
            <p:nvSpPr>
              <p:cNvPr id="30" name="文字方塊 43">
                <a:extLst>
                  <a:ext uri="{FF2B5EF4-FFF2-40B4-BE49-F238E27FC236}">
                    <a16:creationId xmlns:a16="http://schemas.microsoft.com/office/drawing/2014/main" id="{682AB0B8-E296-1F5A-EDC7-519A87AE42D4}"/>
                  </a:ext>
                </a:extLst>
              </p:cNvPr>
              <p:cNvSpPr txBox="1">
                <a:spLocks noRot="1" noChangeAspect="1" noMove="1" noResize="1" noEditPoints="1" noAdjustHandles="1" noChangeArrowheads="1" noChangeShapeType="1" noTextEdit="1"/>
              </p:cNvSpPr>
              <p:nvPr/>
            </p:nvSpPr>
            <p:spPr>
              <a:xfrm>
                <a:off x="4219645" y="4407739"/>
                <a:ext cx="223266" cy="369332"/>
              </a:xfrm>
              <a:prstGeom prst="rect">
                <a:avLst/>
              </a:prstGeom>
              <a:blipFill>
                <a:blip r:embed="rId6"/>
                <a:stretch>
                  <a:fillRect l="-16216" r="-162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字方塊 53">
                <a:extLst>
                  <a:ext uri="{FF2B5EF4-FFF2-40B4-BE49-F238E27FC236}">
                    <a16:creationId xmlns:a16="http://schemas.microsoft.com/office/drawing/2014/main" id="{AD15DD75-7C25-F11D-EDC4-64DE99753559}"/>
                  </a:ext>
                </a:extLst>
              </p:cNvPr>
              <p:cNvSpPr txBox="1"/>
              <p:nvPr/>
            </p:nvSpPr>
            <p:spPr>
              <a:xfrm>
                <a:off x="6908597" y="3866803"/>
                <a:ext cx="421847"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31" name="文字方塊 53">
                <a:extLst>
                  <a:ext uri="{FF2B5EF4-FFF2-40B4-BE49-F238E27FC236}">
                    <a16:creationId xmlns:a16="http://schemas.microsoft.com/office/drawing/2014/main" id="{AD15DD75-7C25-F11D-EDC4-64DE99753559}"/>
                  </a:ext>
                </a:extLst>
              </p:cNvPr>
              <p:cNvSpPr txBox="1">
                <a:spLocks noRot="1" noChangeAspect="1" noMove="1" noResize="1" noEditPoints="1" noAdjustHandles="1" noChangeArrowheads="1" noChangeShapeType="1" noTextEdit="1"/>
              </p:cNvSpPr>
              <p:nvPr/>
            </p:nvSpPr>
            <p:spPr>
              <a:xfrm>
                <a:off x="6908597" y="3866803"/>
                <a:ext cx="421847" cy="369332"/>
              </a:xfrm>
              <a:prstGeom prst="rect">
                <a:avLst/>
              </a:prstGeom>
              <a:blipFill>
                <a:blip r:embed="rId7"/>
                <a:stretch>
                  <a:fillRect l="-8571" r="-4286"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字方塊 54">
                <a:extLst>
                  <a:ext uri="{FF2B5EF4-FFF2-40B4-BE49-F238E27FC236}">
                    <a16:creationId xmlns:a16="http://schemas.microsoft.com/office/drawing/2014/main" id="{EB8BC837-52D8-620D-12C7-4F610A050E17}"/>
                  </a:ext>
                </a:extLst>
              </p:cNvPr>
              <p:cNvSpPr txBox="1"/>
              <p:nvPr/>
            </p:nvSpPr>
            <p:spPr>
              <a:xfrm>
                <a:off x="6928080" y="4380070"/>
                <a:ext cx="428964"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32" name="文字方塊 54">
                <a:extLst>
                  <a:ext uri="{FF2B5EF4-FFF2-40B4-BE49-F238E27FC236}">
                    <a16:creationId xmlns:a16="http://schemas.microsoft.com/office/drawing/2014/main" id="{EB8BC837-52D8-620D-12C7-4F610A050E17}"/>
                  </a:ext>
                </a:extLst>
              </p:cNvPr>
              <p:cNvSpPr txBox="1">
                <a:spLocks noRot="1" noChangeAspect="1" noMove="1" noResize="1" noEditPoints="1" noAdjustHandles="1" noChangeArrowheads="1" noChangeShapeType="1" noTextEdit="1"/>
              </p:cNvSpPr>
              <p:nvPr/>
            </p:nvSpPr>
            <p:spPr>
              <a:xfrm>
                <a:off x="6928080" y="4380070"/>
                <a:ext cx="428964" cy="369332"/>
              </a:xfrm>
              <a:prstGeom prst="rect">
                <a:avLst/>
              </a:prstGeom>
              <a:blipFill>
                <a:blip r:embed="rId8"/>
                <a:stretch>
                  <a:fillRect l="-8451" r="-4225"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字方塊 55">
                <a:extLst>
                  <a:ext uri="{FF2B5EF4-FFF2-40B4-BE49-F238E27FC236}">
                    <a16:creationId xmlns:a16="http://schemas.microsoft.com/office/drawing/2014/main" id="{3154F9B6-9328-6B91-0EAB-5CCEDF64005D}"/>
                  </a:ext>
                </a:extLst>
              </p:cNvPr>
              <p:cNvSpPr txBox="1"/>
              <p:nvPr/>
            </p:nvSpPr>
            <p:spPr>
              <a:xfrm>
                <a:off x="6928080" y="4819713"/>
                <a:ext cx="428964"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33" name="文字方塊 55">
                <a:extLst>
                  <a:ext uri="{FF2B5EF4-FFF2-40B4-BE49-F238E27FC236}">
                    <a16:creationId xmlns:a16="http://schemas.microsoft.com/office/drawing/2014/main" id="{3154F9B6-9328-6B91-0EAB-5CCEDF64005D}"/>
                  </a:ext>
                </a:extLst>
              </p:cNvPr>
              <p:cNvSpPr txBox="1">
                <a:spLocks noRot="1" noChangeAspect="1" noMove="1" noResize="1" noEditPoints="1" noAdjustHandles="1" noChangeArrowheads="1" noChangeShapeType="1" noTextEdit="1"/>
              </p:cNvSpPr>
              <p:nvPr/>
            </p:nvSpPr>
            <p:spPr>
              <a:xfrm>
                <a:off x="6928080" y="4819713"/>
                <a:ext cx="428964" cy="369332"/>
              </a:xfrm>
              <a:prstGeom prst="rect">
                <a:avLst/>
              </a:prstGeom>
              <a:blipFill>
                <a:blip r:embed="rId9"/>
                <a:stretch>
                  <a:fillRect l="-8451" r="-4225"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字方塊 56">
                <a:extLst>
                  <a:ext uri="{FF2B5EF4-FFF2-40B4-BE49-F238E27FC236}">
                    <a16:creationId xmlns:a16="http://schemas.microsoft.com/office/drawing/2014/main" id="{CB7B3F3D-4C21-137A-54EE-349A676F85A9}"/>
                  </a:ext>
                </a:extLst>
              </p:cNvPr>
              <p:cNvSpPr txBox="1"/>
              <p:nvPr/>
            </p:nvSpPr>
            <p:spPr>
              <a:xfrm>
                <a:off x="6932761" y="5273449"/>
                <a:ext cx="419602"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4</m:t>
                          </m:r>
                        </m:sub>
                      </m:sSub>
                    </m:oMath>
                  </m:oMathPara>
                </a14:m>
                <a:endParaRPr lang="zh-TW" altLang="en-US" sz="2400" dirty="0"/>
              </a:p>
            </p:txBody>
          </p:sp>
        </mc:Choice>
        <mc:Fallback xmlns="">
          <p:sp>
            <p:nvSpPr>
              <p:cNvPr id="34" name="文字方塊 56">
                <a:extLst>
                  <a:ext uri="{FF2B5EF4-FFF2-40B4-BE49-F238E27FC236}">
                    <a16:creationId xmlns:a16="http://schemas.microsoft.com/office/drawing/2014/main" id="{CB7B3F3D-4C21-137A-54EE-349A676F85A9}"/>
                  </a:ext>
                </a:extLst>
              </p:cNvPr>
              <p:cNvSpPr txBox="1">
                <a:spLocks noRot="1" noChangeAspect="1" noMove="1" noResize="1" noEditPoints="1" noAdjustHandles="1" noChangeArrowheads="1" noChangeShapeType="1" noTextEdit="1"/>
              </p:cNvSpPr>
              <p:nvPr/>
            </p:nvSpPr>
            <p:spPr>
              <a:xfrm>
                <a:off x="6932761" y="5273449"/>
                <a:ext cx="419602" cy="369332"/>
              </a:xfrm>
              <a:prstGeom prst="rect">
                <a:avLst/>
              </a:prstGeom>
              <a:blipFill>
                <a:blip r:embed="rId10"/>
                <a:stretch>
                  <a:fillRect l="-8696" r="-5797"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字方塊 57">
                <a:extLst>
                  <a:ext uri="{FF2B5EF4-FFF2-40B4-BE49-F238E27FC236}">
                    <a16:creationId xmlns:a16="http://schemas.microsoft.com/office/drawing/2014/main" id="{B0FD8B75-B486-E470-D544-72A685ADDCDB}"/>
                  </a:ext>
                </a:extLst>
              </p:cNvPr>
              <p:cNvSpPr txBox="1"/>
              <p:nvPr/>
            </p:nvSpPr>
            <p:spPr>
              <a:xfrm>
                <a:off x="7718080" y="4380070"/>
                <a:ext cx="325923" cy="369332"/>
              </a:xfrm>
              <a:prstGeom prst="rect">
                <a:avLst/>
              </a:prstGeom>
              <a:noFill/>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𝑧</m:t>
                          </m:r>
                        </m:e>
                        <m:sup>
                          <m:r>
                            <a:rPr lang="en-US" altLang="zh-TW" sz="2400" b="0" i="1" smtClean="0">
                              <a:latin typeface="Cambria Math" panose="02040503050406030204" pitchFamily="18" charset="0"/>
                            </a:rPr>
                            <m:t>′</m:t>
                          </m:r>
                        </m:sup>
                      </m:sSup>
                    </m:oMath>
                  </m:oMathPara>
                </a14:m>
                <a:endParaRPr lang="zh-TW" altLang="en-US" sz="2400" dirty="0"/>
              </a:p>
            </p:txBody>
          </p:sp>
        </mc:Choice>
        <mc:Fallback xmlns="">
          <p:sp>
            <p:nvSpPr>
              <p:cNvPr id="35" name="文字方塊 57">
                <a:extLst>
                  <a:ext uri="{FF2B5EF4-FFF2-40B4-BE49-F238E27FC236}">
                    <a16:creationId xmlns:a16="http://schemas.microsoft.com/office/drawing/2014/main" id="{B0FD8B75-B486-E470-D544-72A685ADDCDB}"/>
                  </a:ext>
                </a:extLst>
              </p:cNvPr>
              <p:cNvSpPr txBox="1">
                <a:spLocks noRot="1" noChangeAspect="1" noMove="1" noResize="1" noEditPoints="1" noAdjustHandles="1" noChangeArrowheads="1" noChangeShapeType="1" noTextEdit="1"/>
              </p:cNvSpPr>
              <p:nvPr/>
            </p:nvSpPr>
            <p:spPr>
              <a:xfrm>
                <a:off x="7718080" y="4380070"/>
                <a:ext cx="325923" cy="369332"/>
              </a:xfrm>
              <a:prstGeom prst="rect">
                <a:avLst/>
              </a:prstGeom>
              <a:blipFill>
                <a:blip r:embed="rId11"/>
                <a:stretch>
                  <a:fillRect l="-11111" r="-3704"/>
                </a:stretch>
              </a:blipFill>
            </p:spPr>
            <p:txBody>
              <a:bodyPr/>
              <a:lstStyle/>
              <a:p>
                <a:r>
                  <a:rPr lang="zh-CN" altLang="en-US">
                    <a:noFill/>
                  </a:rPr>
                  <a:t> </a:t>
                </a:r>
              </a:p>
            </p:txBody>
          </p:sp>
        </mc:Fallback>
      </mc:AlternateContent>
      <p:grpSp>
        <p:nvGrpSpPr>
          <p:cNvPr id="36" name="群組 62">
            <a:extLst>
              <a:ext uri="{FF2B5EF4-FFF2-40B4-BE49-F238E27FC236}">
                <a16:creationId xmlns:a16="http://schemas.microsoft.com/office/drawing/2014/main" id="{959BA56D-515B-2495-E545-4A1241F5CFE1}"/>
              </a:ext>
            </a:extLst>
          </p:cNvPr>
          <p:cNvGrpSpPr/>
          <p:nvPr/>
        </p:nvGrpSpPr>
        <p:grpSpPr>
          <a:xfrm>
            <a:off x="2602883" y="4416548"/>
            <a:ext cx="365326" cy="359725"/>
            <a:chOff x="-1866900" y="1906630"/>
            <a:chExt cx="365326" cy="367349"/>
          </a:xfrm>
        </p:grpSpPr>
        <p:cxnSp>
          <p:nvCxnSpPr>
            <p:cNvPr id="61" name="直線接點 63">
              <a:extLst>
                <a:ext uri="{FF2B5EF4-FFF2-40B4-BE49-F238E27FC236}">
                  <a16:creationId xmlns:a16="http://schemas.microsoft.com/office/drawing/2014/main" id="{82DD22B9-7F2F-872C-ED00-3DD56FECEF48}"/>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4">
              <a:extLst>
                <a:ext uri="{FF2B5EF4-FFF2-40B4-BE49-F238E27FC236}">
                  <a16:creationId xmlns:a16="http://schemas.microsoft.com/office/drawing/2014/main" id="{4A0D113E-56C6-006C-6250-2E6DB24DBBC3}"/>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7" name="群組 65">
            <a:extLst>
              <a:ext uri="{FF2B5EF4-FFF2-40B4-BE49-F238E27FC236}">
                <a16:creationId xmlns:a16="http://schemas.microsoft.com/office/drawing/2014/main" id="{81228B83-F061-2DE9-0A7F-E12BDB7D9449}"/>
              </a:ext>
            </a:extLst>
          </p:cNvPr>
          <p:cNvGrpSpPr/>
          <p:nvPr/>
        </p:nvGrpSpPr>
        <p:grpSpPr>
          <a:xfrm>
            <a:off x="2631478" y="6105612"/>
            <a:ext cx="365326" cy="359725"/>
            <a:chOff x="-1866900" y="1906630"/>
            <a:chExt cx="365326" cy="367349"/>
          </a:xfrm>
        </p:grpSpPr>
        <p:cxnSp>
          <p:nvCxnSpPr>
            <p:cNvPr id="59" name="直線接點 66">
              <a:extLst>
                <a:ext uri="{FF2B5EF4-FFF2-40B4-BE49-F238E27FC236}">
                  <a16:creationId xmlns:a16="http://schemas.microsoft.com/office/drawing/2014/main" id="{65C8C360-C6A5-832A-C4FD-685E616CBEF8}"/>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接點 67">
              <a:extLst>
                <a:ext uri="{FF2B5EF4-FFF2-40B4-BE49-F238E27FC236}">
                  <a16:creationId xmlns:a16="http://schemas.microsoft.com/office/drawing/2014/main" id="{BBBA9CEE-9F11-4E09-E7F3-0EB3776926AA}"/>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8" name="群組 68">
            <a:extLst>
              <a:ext uri="{FF2B5EF4-FFF2-40B4-BE49-F238E27FC236}">
                <a16:creationId xmlns:a16="http://schemas.microsoft.com/office/drawing/2014/main" id="{D5DFEFBD-3083-209F-1860-17880EDD290C}"/>
              </a:ext>
            </a:extLst>
          </p:cNvPr>
          <p:cNvGrpSpPr/>
          <p:nvPr/>
        </p:nvGrpSpPr>
        <p:grpSpPr>
          <a:xfrm>
            <a:off x="3111456" y="4512119"/>
            <a:ext cx="265418" cy="261349"/>
            <a:chOff x="-1866900" y="1906630"/>
            <a:chExt cx="365326" cy="367349"/>
          </a:xfrm>
        </p:grpSpPr>
        <p:cxnSp>
          <p:nvCxnSpPr>
            <p:cNvPr id="57" name="直線接點 69">
              <a:extLst>
                <a:ext uri="{FF2B5EF4-FFF2-40B4-BE49-F238E27FC236}">
                  <a16:creationId xmlns:a16="http://schemas.microsoft.com/office/drawing/2014/main" id="{E4E94579-C3EC-CFFB-1B10-3C19944FDCE4}"/>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線接點 70">
              <a:extLst>
                <a:ext uri="{FF2B5EF4-FFF2-40B4-BE49-F238E27FC236}">
                  <a16:creationId xmlns:a16="http://schemas.microsoft.com/office/drawing/2014/main" id="{A95381D9-E536-DEC0-79C4-940C60BF95AD}"/>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9" name="群組 71">
            <a:extLst>
              <a:ext uri="{FF2B5EF4-FFF2-40B4-BE49-F238E27FC236}">
                <a16:creationId xmlns:a16="http://schemas.microsoft.com/office/drawing/2014/main" id="{2911DCCA-C244-F189-5BCA-E321EA1029F6}"/>
              </a:ext>
            </a:extLst>
          </p:cNvPr>
          <p:cNvGrpSpPr/>
          <p:nvPr/>
        </p:nvGrpSpPr>
        <p:grpSpPr>
          <a:xfrm>
            <a:off x="3183627" y="5845636"/>
            <a:ext cx="265418" cy="261349"/>
            <a:chOff x="-1866900" y="1906630"/>
            <a:chExt cx="365326" cy="367349"/>
          </a:xfrm>
        </p:grpSpPr>
        <p:cxnSp>
          <p:nvCxnSpPr>
            <p:cNvPr id="55" name="直線接點 72">
              <a:extLst>
                <a:ext uri="{FF2B5EF4-FFF2-40B4-BE49-F238E27FC236}">
                  <a16:creationId xmlns:a16="http://schemas.microsoft.com/office/drawing/2014/main" id="{C5C0388C-D716-C05C-A54B-6D5CAE7B4746}"/>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接點 73">
              <a:extLst>
                <a:ext uri="{FF2B5EF4-FFF2-40B4-BE49-F238E27FC236}">
                  <a16:creationId xmlns:a16="http://schemas.microsoft.com/office/drawing/2014/main" id="{2AFB3649-054A-76BC-CE2A-CD336100C67B}"/>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0" name="文字方塊 74">
            <a:extLst>
              <a:ext uri="{FF2B5EF4-FFF2-40B4-BE49-F238E27FC236}">
                <a16:creationId xmlns:a16="http://schemas.microsoft.com/office/drawing/2014/main" id="{F47E8149-6D9C-3C42-81FB-A79E26F87012}"/>
              </a:ext>
            </a:extLst>
          </p:cNvPr>
          <p:cNvSpPr txBox="1"/>
          <p:nvPr/>
        </p:nvSpPr>
        <p:spPr>
          <a:xfrm>
            <a:off x="1919615" y="3019317"/>
            <a:ext cx="3826942" cy="461665"/>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TW" sz="2400" dirty="0"/>
              <a:t>dropout rate</a:t>
            </a:r>
            <a:r>
              <a:rPr lang="zh-CN" altLang="en-US" sz="2400" dirty="0"/>
              <a:t>：</a:t>
            </a:r>
            <a:r>
              <a:rPr lang="en-US" altLang="zh-TW" sz="2400" dirty="0"/>
              <a:t>50%</a:t>
            </a:r>
            <a:endParaRPr lang="zh-TW" altLang="en-US" sz="2400" dirty="0"/>
          </a:p>
        </p:txBody>
      </p:sp>
      <mc:AlternateContent xmlns:mc="http://schemas.openxmlformats.org/markup-compatibility/2006" xmlns:a14="http://schemas.microsoft.com/office/drawing/2010/main">
        <mc:Choice Requires="a14">
          <p:sp>
            <p:nvSpPr>
              <p:cNvPr id="41" name="文字方塊 78">
                <a:extLst>
                  <a:ext uri="{FF2B5EF4-FFF2-40B4-BE49-F238E27FC236}">
                    <a16:creationId xmlns:a16="http://schemas.microsoft.com/office/drawing/2014/main" id="{CA2A361B-AE10-49FB-FC19-4FF05793397F}"/>
                  </a:ext>
                </a:extLst>
              </p:cNvPr>
              <p:cNvSpPr txBox="1"/>
              <p:nvPr/>
            </p:nvSpPr>
            <p:spPr>
              <a:xfrm>
                <a:off x="6153316" y="3888730"/>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sz="2400" i="1" smtClean="0">
                          <a:solidFill>
                            <a:srgbClr val="FF0000"/>
                          </a:solidFill>
                          <a:latin typeface="Cambria Math" panose="02040503050406030204" pitchFamily="18" charset="0"/>
                        </a:rPr>
                        <m:t>0</m:t>
                      </m:r>
                      <m:r>
                        <a:rPr lang="en-US" altLang="zh-TW" sz="2400" b="0" i="1" smtClean="0">
                          <a:solidFill>
                            <a:srgbClr val="FF0000"/>
                          </a:solidFill>
                          <a:latin typeface="Cambria Math" panose="02040503050406030204" pitchFamily="18" charset="0"/>
                        </a:rPr>
                        <m:t>.5</m:t>
                      </m:r>
                      <m:r>
                        <a:rPr lang="en-US" altLang="zh-TW" sz="2400" i="1" smtClean="0">
                          <a:solidFill>
                            <a:srgbClr val="FF0000"/>
                          </a:solidFill>
                          <a:latin typeface="Cambria Math" panose="02040503050406030204" pitchFamily="18" charset="0"/>
                          <a:ea typeface="Cambria Math" panose="02040503050406030204" pitchFamily="18" charset="0"/>
                        </a:rPr>
                        <m:t>×</m:t>
                      </m:r>
                    </m:oMath>
                  </m:oMathPara>
                </a14:m>
                <a:endParaRPr lang="zh-TW" altLang="en-US" sz="2400" dirty="0">
                  <a:solidFill>
                    <a:srgbClr val="FF0000"/>
                  </a:solidFill>
                </a:endParaRPr>
              </a:p>
            </p:txBody>
          </p:sp>
        </mc:Choice>
        <mc:Fallback xmlns="">
          <p:sp>
            <p:nvSpPr>
              <p:cNvPr id="41" name="文字方塊 78">
                <a:extLst>
                  <a:ext uri="{FF2B5EF4-FFF2-40B4-BE49-F238E27FC236}">
                    <a16:creationId xmlns:a16="http://schemas.microsoft.com/office/drawing/2014/main" id="{CA2A361B-AE10-49FB-FC19-4FF05793397F}"/>
                  </a:ext>
                </a:extLst>
              </p:cNvPr>
              <p:cNvSpPr txBox="1">
                <a:spLocks noRot="1" noChangeAspect="1" noMove="1" noResize="1" noEditPoints="1" noAdjustHandles="1" noChangeArrowheads="1" noChangeShapeType="1" noTextEdit="1"/>
              </p:cNvSpPr>
              <p:nvPr/>
            </p:nvSpPr>
            <p:spPr>
              <a:xfrm>
                <a:off x="6153316" y="3888730"/>
                <a:ext cx="759310" cy="369332"/>
              </a:xfrm>
              <a:prstGeom prst="rect">
                <a:avLst/>
              </a:prstGeom>
              <a:blipFill>
                <a:blip r:embed="rId12"/>
                <a:stretch>
                  <a:fillRect l="-7874" r="-6299" b="-4762"/>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字方塊 83">
                <a:extLst>
                  <a:ext uri="{FF2B5EF4-FFF2-40B4-BE49-F238E27FC236}">
                    <a16:creationId xmlns:a16="http://schemas.microsoft.com/office/drawing/2014/main" id="{CAD43BA4-6040-D38F-A00A-AE9ADAB44345}"/>
                  </a:ext>
                </a:extLst>
              </p:cNvPr>
              <p:cNvSpPr txBox="1"/>
              <p:nvPr/>
            </p:nvSpPr>
            <p:spPr>
              <a:xfrm>
                <a:off x="6163424" y="4390996"/>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sz="2400" i="1" smtClean="0">
                          <a:solidFill>
                            <a:srgbClr val="FF0000"/>
                          </a:solidFill>
                          <a:latin typeface="Cambria Math" panose="02040503050406030204" pitchFamily="18" charset="0"/>
                        </a:rPr>
                        <m:t>0</m:t>
                      </m:r>
                      <m:r>
                        <a:rPr lang="en-US" altLang="zh-TW" sz="2400" b="0" i="1" smtClean="0">
                          <a:solidFill>
                            <a:srgbClr val="FF0000"/>
                          </a:solidFill>
                          <a:latin typeface="Cambria Math" panose="02040503050406030204" pitchFamily="18" charset="0"/>
                        </a:rPr>
                        <m:t>.5</m:t>
                      </m:r>
                      <m:r>
                        <a:rPr lang="en-US" altLang="zh-TW" sz="2400" i="1" smtClean="0">
                          <a:solidFill>
                            <a:srgbClr val="FF0000"/>
                          </a:solidFill>
                          <a:latin typeface="Cambria Math" panose="02040503050406030204" pitchFamily="18" charset="0"/>
                          <a:ea typeface="Cambria Math" panose="02040503050406030204" pitchFamily="18" charset="0"/>
                        </a:rPr>
                        <m:t>×</m:t>
                      </m:r>
                    </m:oMath>
                  </m:oMathPara>
                </a14:m>
                <a:endParaRPr lang="zh-TW" altLang="en-US" sz="2400" dirty="0">
                  <a:solidFill>
                    <a:srgbClr val="FF0000"/>
                  </a:solidFill>
                </a:endParaRPr>
              </a:p>
            </p:txBody>
          </p:sp>
        </mc:Choice>
        <mc:Fallback xmlns="">
          <p:sp>
            <p:nvSpPr>
              <p:cNvPr id="42" name="文字方塊 83">
                <a:extLst>
                  <a:ext uri="{FF2B5EF4-FFF2-40B4-BE49-F238E27FC236}">
                    <a16:creationId xmlns:a16="http://schemas.microsoft.com/office/drawing/2014/main" id="{CAD43BA4-6040-D38F-A00A-AE9ADAB44345}"/>
                  </a:ext>
                </a:extLst>
              </p:cNvPr>
              <p:cNvSpPr txBox="1">
                <a:spLocks noRot="1" noChangeAspect="1" noMove="1" noResize="1" noEditPoints="1" noAdjustHandles="1" noChangeArrowheads="1" noChangeShapeType="1" noTextEdit="1"/>
              </p:cNvSpPr>
              <p:nvPr/>
            </p:nvSpPr>
            <p:spPr>
              <a:xfrm>
                <a:off x="6163424" y="4390996"/>
                <a:ext cx="759310" cy="369332"/>
              </a:xfrm>
              <a:prstGeom prst="rect">
                <a:avLst/>
              </a:prstGeom>
              <a:blipFill>
                <a:blip r:embed="rId13"/>
                <a:stretch>
                  <a:fillRect l="-7874" r="-6299" b="-6349"/>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字方塊 84">
                <a:extLst>
                  <a:ext uri="{FF2B5EF4-FFF2-40B4-BE49-F238E27FC236}">
                    <a16:creationId xmlns:a16="http://schemas.microsoft.com/office/drawing/2014/main" id="{A1BA14C9-F472-D22D-AB37-6F66AD6D6FBD}"/>
                  </a:ext>
                </a:extLst>
              </p:cNvPr>
              <p:cNvSpPr txBox="1"/>
              <p:nvPr/>
            </p:nvSpPr>
            <p:spPr>
              <a:xfrm>
                <a:off x="6153316" y="4834040"/>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sz="2400" i="1" smtClean="0">
                          <a:solidFill>
                            <a:srgbClr val="FF0000"/>
                          </a:solidFill>
                          <a:latin typeface="Cambria Math" panose="02040503050406030204" pitchFamily="18" charset="0"/>
                        </a:rPr>
                        <m:t>0</m:t>
                      </m:r>
                      <m:r>
                        <a:rPr lang="en-US" altLang="zh-TW" sz="2400" b="0" i="1" smtClean="0">
                          <a:solidFill>
                            <a:srgbClr val="FF0000"/>
                          </a:solidFill>
                          <a:latin typeface="Cambria Math" panose="02040503050406030204" pitchFamily="18" charset="0"/>
                        </a:rPr>
                        <m:t>.5</m:t>
                      </m:r>
                      <m:r>
                        <a:rPr lang="en-US" altLang="zh-TW" sz="2400" i="1" smtClean="0">
                          <a:solidFill>
                            <a:srgbClr val="FF0000"/>
                          </a:solidFill>
                          <a:latin typeface="Cambria Math" panose="02040503050406030204" pitchFamily="18" charset="0"/>
                          <a:ea typeface="Cambria Math" panose="02040503050406030204" pitchFamily="18" charset="0"/>
                        </a:rPr>
                        <m:t>×</m:t>
                      </m:r>
                    </m:oMath>
                  </m:oMathPara>
                </a14:m>
                <a:endParaRPr lang="zh-TW" altLang="en-US" sz="2400" dirty="0">
                  <a:solidFill>
                    <a:srgbClr val="FF0000"/>
                  </a:solidFill>
                </a:endParaRPr>
              </a:p>
            </p:txBody>
          </p:sp>
        </mc:Choice>
        <mc:Fallback xmlns="">
          <p:sp>
            <p:nvSpPr>
              <p:cNvPr id="43" name="文字方塊 84">
                <a:extLst>
                  <a:ext uri="{FF2B5EF4-FFF2-40B4-BE49-F238E27FC236}">
                    <a16:creationId xmlns:a16="http://schemas.microsoft.com/office/drawing/2014/main" id="{A1BA14C9-F472-D22D-AB37-6F66AD6D6FBD}"/>
                  </a:ext>
                </a:extLst>
              </p:cNvPr>
              <p:cNvSpPr txBox="1">
                <a:spLocks noRot="1" noChangeAspect="1" noMove="1" noResize="1" noEditPoints="1" noAdjustHandles="1" noChangeArrowheads="1" noChangeShapeType="1" noTextEdit="1"/>
              </p:cNvSpPr>
              <p:nvPr/>
            </p:nvSpPr>
            <p:spPr>
              <a:xfrm>
                <a:off x="6153316" y="4834040"/>
                <a:ext cx="759310" cy="369332"/>
              </a:xfrm>
              <a:prstGeom prst="rect">
                <a:avLst/>
              </a:prstGeom>
              <a:blipFill>
                <a:blip r:embed="rId14"/>
                <a:stretch>
                  <a:fillRect l="-7874" r="-6299" b="-4762"/>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字方塊 85">
                <a:extLst>
                  <a:ext uri="{FF2B5EF4-FFF2-40B4-BE49-F238E27FC236}">
                    <a16:creationId xmlns:a16="http://schemas.microsoft.com/office/drawing/2014/main" id="{25B276BB-5473-9EED-197C-2E3D2131E0F4}"/>
                  </a:ext>
                </a:extLst>
              </p:cNvPr>
              <p:cNvSpPr txBox="1"/>
              <p:nvPr/>
            </p:nvSpPr>
            <p:spPr>
              <a:xfrm>
                <a:off x="6176687" y="5287963"/>
                <a:ext cx="759310" cy="369332"/>
              </a:xfrm>
              <a:prstGeom prst="rect">
                <a:avLst/>
              </a:prstGeom>
              <a:solidFill>
                <a:schemeClr val="accent4">
                  <a:lumMod val="20000"/>
                  <a:lumOff val="80000"/>
                </a:schemeClr>
              </a:solidFill>
              <a:ln>
                <a:solidFill>
                  <a:srgbClr val="FF0000"/>
                </a:solidFill>
              </a:ln>
            </p:spPr>
            <p:txBody>
              <a:bodyPr wrap="none" lIns="0" tIns="0" rIns="0" bIns="0"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altLang="zh-TW" sz="2400" i="1" smtClean="0">
                          <a:solidFill>
                            <a:srgbClr val="FF0000"/>
                          </a:solidFill>
                          <a:latin typeface="Cambria Math" panose="02040503050406030204" pitchFamily="18" charset="0"/>
                        </a:rPr>
                        <m:t>0</m:t>
                      </m:r>
                      <m:r>
                        <a:rPr lang="en-US" altLang="zh-TW" sz="2400" b="0" i="1" smtClean="0">
                          <a:solidFill>
                            <a:srgbClr val="FF0000"/>
                          </a:solidFill>
                          <a:latin typeface="Cambria Math" panose="02040503050406030204" pitchFamily="18" charset="0"/>
                        </a:rPr>
                        <m:t>.5</m:t>
                      </m:r>
                      <m:r>
                        <a:rPr lang="en-US" altLang="zh-TW" sz="2400" i="1" smtClean="0">
                          <a:solidFill>
                            <a:srgbClr val="FF0000"/>
                          </a:solidFill>
                          <a:latin typeface="Cambria Math" panose="02040503050406030204" pitchFamily="18" charset="0"/>
                          <a:ea typeface="Cambria Math" panose="02040503050406030204" pitchFamily="18" charset="0"/>
                        </a:rPr>
                        <m:t>×</m:t>
                      </m:r>
                    </m:oMath>
                  </m:oMathPara>
                </a14:m>
                <a:endParaRPr lang="zh-TW" altLang="en-US" sz="2400" dirty="0">
                  <a:solidFill>
                    <a:srgbClr val="FF0000"/>
                  </a:solidFill>
                </a:endParaRPr>
              </a:p>
            </p:txBody>
          </p:sp>
        </mc:Choice>
        <mc:Fallback xmlns="">
          <p:sp>
            <p:nvSpPr>
              <p:cNvPr id="44" name="文字方塊 85">
                <a:extLst>
                  <a:ext uri="{FF2B5EF4-FFF2-40B4-BE49-F238E27FC236}">
                    <a16:creationId xmlns:a16="http://schemas.microsoft.com/office/drawing/2014/main" id="{25B276BB-5473-9EED-197C-2E3D2131E0F4}"/>
                  </a:ext>
                </a:extLst>
              </p:cNvPr>
              <p:cNvSpPr txBox="1">
                <a:spLocks noRot="1" noChangeAspect="1" noMove="1" noResize="1" noEditPoints="1" noAdjustHandles="1" noChangeArrowheads="1" noChangeShapeType="1" noTextEdit="1"/>
              </p:cNvSpPr>
              <p:nvPr/>
            </p:nvSpPr>
            <p:spPr>
              <a:xfrm>
                <a:off x="6176687" y="5287963"/>
                <a:ext cx="759310" cy="369332"/>
              </a:xfrm>
              <a:prstGeom prst="rect">
                <a:avLst/>
              </a:prstGeom>
              <a:blipFill>
                <a:blip r:embed="rId15"/>
                <a:stretch>
                  <a:fillRect l="-7874" r="-6299" b="-6349"/>
                </a:stretch>
              </a:blipFill>
              <a:ln>
                <a:solidFill>
                  <a:srgbClr val="FF0000"/>
                </a:solidFill>
              </a:ln>
            </p:spPr>
            <p:txBody>
              <a:bodyPr/>
              <a:lstStyle/>
              <a:p>
                <a:r>
                  <a:rPr lang="zh-CN" altLang="en-US">
                    <a:noFill/>
                  </a:rPr>
                  <a:t> </a:t>
                </a:r>
              </a:p>
            </p:txBody>
          </p:sp>
        </mc:Fallback>
      </mc:AlternateContent>
      <p:sp>
        <p:nvSpPr>
          <p:cNvPr id="45" name="矩形 44">
            <a:extLst>
              <a:ext uri="{FF2B5EF4-FFF2-40B4-BE49-F238E27FC236}">
                <a16:creationId xmlns:a16="http://schemas.microsoft.com/office/drawing/2014/main" id="{9B2F30FB-E353-F3F3-96A2-6115636674B6}"/>
              </a:ext>
            </a:extLst>
          </p:cNvPr>
          <p:cNvSpPr/>
          <p:nvPr/>
        </p:nvSpPr>
        <p:spPr>
          <a:xfrm>
            <a:off x="5851034" y="2975732"/>
            <a:ext cx="1415772"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t>完整网络</a:t>
            </a:r>
            <a:endParaRPr lang="zh-TW" altLang="en-US" sz="2400" dirty="0"/>
          </a:p>
        </p:txBody>
      </p:sp>
      <p:grpSp>
        <p:nvGrpSpPr>
          <p:cNvPr id="46" name="群組 91">
            <a:extLst>
              <a:ext uri="{FF2B5EF4-FFF2-40B4-BE49-F238E27FC236}">
                <a16:creationId xmlns:a16="http://schemas.microsoft.com/office/drawing/2014/main" id="{E1AF5968-D1FD-571F-511E-2844F53031DA}"/>
              </a:ext>
            </a:extLst>
          </p:cNvPr>
          <p:cNvGrpSpPr/>
          <p:nvPr/>
        </p:nvGrpSpPr>
        <p:grpSpPr>
          <a:xfrm>
            <a:off x="7432393" y="3385623"/>
            <a:ext cx="3416320" cy="870244"/>
            <a:chOff x="6201845" y="3487455"/>
            <a:chExt cx="3416320" cy="870244"/>
          </a:xfrm>
        </p:grpSpPr>
        <p:sp>
          <p:nvSpPr>
            <p:cNvPr id="52" name="矩形 51">
              <a:extLst>
                <a:ext uri="{FF2B5EF4-FFF2-40B4-BE49-F238E27FC236}">
                  <a16:creationId xmlns:a16="http://schemas.microsoft.com/office/drawing/2014/main" id="{77D7AE53-3464-A21C-EDCF-883DE9173BC7}"/>
                </a:ext>
              </a:extLst>
            </p:cNvPr>
            <p:cNvSpPr/>
            <p:nvPr/>
          </p:nvSpPr>
          <p:spPr>
            <a:xfrm>
              <a:off x="6201845" y="3487455"/>
              <a:ext cx="3416320"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t>权重来自于</a:t>
              </a:r>
              <a:r>
                <a:rPr lang="en-US" altLang="zh-CN" sz="2400" dirty="0"/>
                <a:t>dropout</a:t>
              </a:r>
              <a:r>
                <a:rPr lang="zh-CN" altLang="en-US" sz="2400" dirty="0"/>
                <a:t>网络</a:t>
              </a:r>
              <a:endParaRPr lang="zh-TW" altLang="en-US" sz="2400" dirty="0"/>
            </a:p>
          </p:txBody>
        </p:sp>
        <mc:AlternateContent xmlns:mc="http://schemas.openxmlformats.org/markup-compatibility/2006" xmlns:a14="http://schemas.microsoft.com/office/drawing/2010/main">
          <mc:Choice Requires="a14">
            <p:sp>
              <p:nvSpPr>
                <p:cNvPr id="53" name="文字方塊 87">
                  <a:extLst>
                    <a:ext uri="{FF2B5EF4-FFF2-40B4-BE49-F238E27FC236}">
                      <a16:creationId xmlns:a16="http://schemas.microsoft.com/office/drawing/2014/main" id="{990AFAE2-A966-60BA-0B59-558F9F9599F5}"/>
                    </a:ext>
                  </a:extLst>
                </p:cNvPr>
                <p:cNvSpPr txBox="1"/>
                <p:nvPr/>
              </p:nvSpPr>
              <p:spPr>
                <a:xfrm>
                  <a:off x="6991194" y="3896034"/>
                  <a:ext cx="1625065" cy="461665"/>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𝑧</m:t>
                            </m:r>
                          </m:e>
                          <m:sup>
                            <m:r>
                              <a:rPr lang="en-US" altLang="zh-TW" sz="2400" b="0" i="1" smtClean="0">
                                <a:latin typeface="Cambria Math" panose="02040503050406030204" pitchFamily="18" charset="0"/>
                              </a:rPr>
                              <m:t>′</m:t>
                            </m:r>
                          </m:sup>
                        </m:sSup>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2</m:t>
                        </m:r>
                        <m:r>
                          <a:rPr lang="en-US" altLang="zh-TW" sz="2400" b="0" i="1" smtClean="0">
                            <a:latin typeface="Cambria Math" panose="02040503050406030204" pitchFamily="18" charset="0"/>
                            <a:ea typeface="Cambria Math" panose="02040503050406030204" pitchFamily="18" charset="0"/>
                          </a:rPr>
                          <m:t>𝑧</m:t>
                        </m:r>
                      </m:oMath>
                    </m:oMathPara>
                  </a14:m>
                  <a:endParaRPr lang="zh-TW" altLang="en-US" sz="2400" dirty="0"/>
                </a:p>
              </p:txBody>
            </p:sp>
          </mc:Choice>
          <mc:Fallback xmlns="">
            <p:sp>
              <p:nvSpPr>
                <p:cNvPr id="53" name="文字方塊 87">
                  <a:extLst>
                    <a:ext uri="{FF2B5EF4-FFF2-40B4-BE49-F238E27FC236}">
                      <a16:creationId xmlns:a16="http://schemas.microsoft.com/office/drawing/2014/main" id="{990AFAE2-A966-60BA-0B59-558F9F9599F5}"/>
                    </a:ext>
                  </a:extLst>
                </p:cNvPr>
                <p:cNvSpPr txBox="1">
                  <a:spLocks noRot="1" noChangeAspect="1" noMove="1" noResize="1" noEditPoints="1" noAdjustHandles="1" noChangeArrowheads="1" noChangeShapeType="1" noTextEdit="1"/>
                </p:cNvSpPr>
                <p:nvPr/>
              </p:nvSpPr>
              <p:spPr>
                <a:xfrm>
                  <a:off x="6991194" y="3896034"/>
                  <a:ext cx="1625065" cy="461665"/>
                </a:xfrm>
                <a:prstGeom prst="rect">
                  <a:avLst/>
                </a:prstGeom>
                <a:blipFill>
                  <a:blip r:embed="rId16"/>
                  <a:stretch>
                    <a:fillRect/>
                  </a:stretch>
                </a:blipFill>
              </p:spPr>
              <p:txBody>
                <a:bodyPr/>
                <a:lstStyle/>
                <a:p>
                  <a:r>
                    <a:rPr lang="zh-CN" altLang="en-US">
                      <a:noFill/>
                    </a:rPr>
                    <a:t> </a:t>
                  </a:r>
                </a:p>
              </p:txBody>
            </p:sp>
          </mc:Fallback>
        </mc:AlternateContent>
        <p:sp>
          <p:nvSpPr>
            <p:cNvPr id="54" name="向右箭號 89">
              <a:extLst>
                <a:ext uri="{FF2B5EF4-FFF2-40B4-BE49-F238E27FC236}">
                  <a16:creationId xmlns:a16="http://schemas.microsoft.com/office/drawing/2014/main" id="{F0966570-A02A-4313-181A-AC865A7BC170}"/>
                </a:ext>
              </a:extLst>
            </p:cNvPr>
            <p:cNvSpPr/>
            <p:nvPr/>
          </p:nvSpPr>
          <p:spPr>
            <a:xfrm>
              <a:off x="6575506" y="3949120"/>
              <a:ext cx="585426" cy="385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p>
          </p:txBody>
        </p:sp>
      </p:grpSp>
      <p:grpSp>
        <p:nvGrpSpPr>
          <p:cNvPr id="47" name="群組 92">
            <a:extLst>
              <a:ext uri="{FF2B5EF4-FFF2-40B4-BE49-F238E27FC236}">
                <a16:creationId xmlns:a16="http://schemas.microsoft.com/office/drawing/2014/main" id="{DA3566C6-3E31-1ACA-596C-3A1B770D6CA6}"/>
              </a:ext>
            </a:extLst>
          </p:cNvPr>
          <p:cNvGrpSpPr/>
          <p:nvPr/>
        </p:nvGrpSpPr>
        <p:grpSpPr>
          <a:xfrm>
            <a:off x="7172849" y="5642781"/>
            <a:ext cx="2868613" cy="913826"/>
            <a:chOff x="5942302" y="5744613"/>
            <a:chExt cx="2645362" cy="913826"/>
          </a:xfrm>
        </p:grpSpPr>
        <mc:AlternateContent xmlns:mc="http://schemas.openxmlformats.org/markup-compatibility/2006" xmlns:a14="http://schemas.microsoft.com/office/drawing/2010/main">
          <mc:Choice Requires="a14">
            <p:sp>
              <p:nvSpPr>
                <p:cNvPr id="49" name="文字方塊 76">
                  <a:extLst>
                    <a:ext uri="{FF2B5EF4-FFF2-40B4-BE49-F238E27FC236}">
                      <a16:creationId xmlns:a16="http://schemas.microsoft.com/office/drawing/2014/main" id="{49755578-F57A-694F-85D8-BED4CCB03BDF}"/>
                    </a:ext>
                  </a:extLst>
                </p:cNvPr>
                <p:cNvSpPr txBox="1"/>
                <p:nvPr/>
              </p:nvSpPr>
              <p:spPr>
                <a:xfrm>
                  <a:off x="6962599" y="6196774"/>
                  <a:ext cx="1625065" cy="461665"/>
                </a:xfrm>
                <a:prstGeom prst="rect">
                  <a:avLst/>
                </a:prstGeom>
                <a:no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𝑧</m:t>
                            </m:r>
                          </m:e>
                          <m:sup>
                            <m:r>
                              <a:rPr lang="en-US" altLang="zh-TW" sz="2400" b="0" i="1" smtClean="0">
                                <a:latin typeface="Cambria Math" panose="02040503050406030204" pitchFamily="18" charset="0"/>
                              </a:rPr>
                              <m:t>′</m:t>
                            </m:r>
                          </m:sup>
                        </m:sSup>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𝑧</m:t>
                        </m:r>
                      </m:oMath>
                    </m:oMathPara>
                  </a14:m>
                  <a:endParaRPr lang="zh-TW" altLang="en-US" sz="2400" dirty="0"/>
                </a:p>
              </p:txBody>
            </p:sp>
          </mc:Choice>
          <mc:Fallback xmlns="">
            <p:sp>
              <p:nvSpPr>
                <p:cNvPr id="49" name="文字方塊 76">
                  <a:extLst>
                    <a:ext uri="{FF2B5EF4-FFF2-40B4-BE49-F238E27FC236}">
                      <a16:creationId xmlns:a16="http://schemas.microsoft.com/office/drawing/2014/main" id="{49755578-F57A-694F-85D8-BED4CCB03BDF}"/>
                    </a:ext>
                  </a:extLst>
                </p:cNvPr>
                <p:cNvSpPr txBox="1">
                  <a:spLocks noRot="1" noChangeAspect="1" noMove="1" noResize="1" noEditPoints="1" noAdjustHandles="1" noChangeArrowheads="1" noChangeShapeType="1" noTextEdit="1"/>
                </p:cNvSpPr>
                <p:nvPr/>
              </p:nvSpPr>
              <p:spPr>
                <a:xfrm>
                  <a:off x="6962599" y="6196774"/>
                  <a:ext cx="1625065" cy="461665"/>
                </a:xfrm>
                <a:prstGeom prst="rect">
                  <a:avLst/>
                </a:prstGeom>
                <a:blipFill>
                  <a:blip r:embed="rId17"/>
                  <a:stretch>
                    <a:fillRect/>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BFBCD911-C33D-7663-60F4-697A48934A46}"/>
                </a:ext>
              </a:extLst>
            </p:cNvPr>
            <p:cNvSpPr/>
            <p:nvPr/>
          </p:nvSpPr>
          <p:spPr>
            <a:xfrm>
              <a:off x="5942302" y="5744613"/>
              <a:ext cx="2061783"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t>权重乘以</a:t>
              </a:r>
              <a:r>
                <a:rPr lang="en-US" altLang="zh-TW" sz="2400" dirty="0"/>
                <a:t>1-p%</a:t>
              </a:r>
              <a:endParaRPr lang="zh-TW" altLang="en-US" sz="2400" dirty="0"/>
            </a:p>
          </p:txBody>
        </p:sp>
        <p:sp>
          <p:nvSpPr>
            <p:cNvPr id="51" name="向右箭號 90">
              <a:extLst>
                <a:ext uri="{FF2B5EF4-FFF2-40B4-BE49-F238E27FC236}">
                  <a16:creationId xmlns:a16="http://schemas.microsoft.com/office/drawing/2014/main" id="{6A2FAE32-DC41-3B92-CF75-869D31621C5B}"/>
                </a:ext>
              </a:extLst>
            </p:cNvPr>
            <p:cNvSpPr/>
            <p:nvPr/>
          </p:nvSpPr>
          <p:spPr>
            <a:xfrm>
              <a:off x="6648268" y="6231691"/>
              <a:ext cx="585426" cy="38595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p>
          </p:txBody>
        </p:sp>
      </p:grpSp>
      <p:cxnSp>
        <p:nvCxnSpPr>
          <p:cNvPr id="48" name="直線接點 94">
            <a:extLst>
              <a:ext uri="{FF2B5EF4-FFF2-40B4-BE49-F238E27FC236}">
                <a16:creationId xmlns:a16="http://schemas.microsoft.com/office/drawing/2014/main" id="{92C75253-518C-8B51-B1BC-408B80D71A43}"/>
              </a:ext>
            </a:extLst>
          </p:cNvPr>
          <p:cNvCxnSpPr/>
          <p:nvPr/>
        </p:nvCxnSpPr>
        <p:spPr>
          <a:xfrm>
            <a:off x="5653569" y="2572637"/>
            <a:ext cx="0" cy="4221631"/>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D27E3D98-2797-6A7B-746D-72CD7BDB3597}"/>
              </a:ext>
            </a:extLst>
          </p:cNvPr>
          <p:cNvGrpSpPr/>
          <p:nvPr/>
        </p:nvGrpSpPr>
        <p:grpSpPr>
          <a:xfrm>
            <a:off x="0" y="131344"/>
            <a:ext cx="5056639" cy="1058822"/>
            <a:chOff x="0" y="260648"/>
            <a:chExt cx="4492569" cy="1058822"/>
          </a:xfrm>
        </p:grpSpPr>
        <p:sp>
          <p:nvSpPr>
            <p:cNvPr id="64" name="矩形 63">
              <a:extLst>
                <a:ext uri="{FF2B5EF4-FFF2-40B4-BE49-F238E27FC236}">
                  <a16:creationId xmlns:a16="http://schemas.microsoft.com/office/drawing/2014/main" id="{1B792B9E-A9D0-1FAD-6C33-77345C662889}"/>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65" name="组合 64">
              <a:extLst>
                <a:ext uri="{FF2B5EF4-FFF2-40B4-BE49-F238E27FC236}">
                  <a16:creationId xmlns:a16="http://schemas.microsoft.com/office/drawing/2014/main" id="{95524762-0E7F-58AB-6F5B-A2D76127AC4D}"/>
                </a:ext>
              </a:extLst>
            </p:cNvPr>
            <p:cNvGrpSpPr/>
            <p:nvPr/>
          </p:nvGrpSpPr>
          <p:grpSpPr>
            <a:xfrm>
              <a:off x="695400" y="260648"/>
              <a:ext cx="3797169" cy="1058822"/>
              <a:chOff x="623392" y="310880"/>
              <a:chExt cx="3797169" cy="1058822"/>
            </a:xfrm>
          </p:grpSpPr>
          <p:sp>
            <p:nvSpPr>
              <p:cNvPr id="66" name="文本框 65">
                <a:extLst>
                  <a:ext uri="{FF2B5EF4-FFF2-40B4-BE49-F238E27FC236}">
                    <a16:creationId xmlns:a16="http://schemas.microsoft.com/office/drawing/2014/main" id="{0F206FF4-AB23-83E3-F5BA-9124BB7EF2CA}"/>
                  </a:ext>
                </a:extLst>
              </p:cNvPr>
              <p:cNvSpPr txBox="1"/>
              <p:nvPr/>
            </p:nvSpPr>
            <p:spPr>
              <a:xfrm>
                <a:off x="623392" y="310880"/>
                <a:ext cx="3797169"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直觉上的原因</a:t>
                </a:r>
              </a:p>
            </p:txBody>
          </p:sp>
          <p:cxnSp>
            <p:nvCxnSpPr>
              <p:cNvPr id="67" name="直接连接符 66">
                <a:extLst>
                  <a:ext uri="{FF2B5EF4-FFF2-40B4-BE49-F238E27FC236}">
                    <a16:creationId xmlns:a16="http://schemas.microsoft.com/office/drawing/2014/main" id="{D96B0C68-6C71-E782-72BE-69293EB58B37}"/>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68" name="文本框 67">
                <a:extLst>
                  <a:ext uri="{FF2B5EF4-FFF2-40B4-BE49-F238E27FC236}">
                    <a16:creationId xmlns:a16="http://schemas.microsoft.com/office/drawing/2014/main" id="{B7A53553-EA17-E160-1C16-51A8868E9D70}"/>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186945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90">
            <a:extLst>
              <a:ext uri="{FF2B5EF4-FFF2-40B4-BE49-F238E27FC236}">
                <a16:creationId xmlns:a16="http://schemas.microsoft.com/office/drawing/2014/main" id="{79C5EA30-E0EF-59B8-0584-6AE3BFAD0CF7}"/>
              </a:ext>
            </a:extLst>
          </p:cNvPr>
          <p:cNvGrpSpPr/>
          <p:nvPr/>
        </p:nvGrpSpPr>
        <p:grpSpPr>
          <a:xfrm>
            <a:off x="1794663" y="1225098"/>
            <a:ext cx="2219144" cy="2237219"/>
            <a:chOff x="518307" y="1043723"/>
            <a:chExt cx="2219144" cy="2237219"/>
          </a:xfrm>
        </p:grpSpPr>
        <p:sp>
          <p:nvSpPr>
            <p:cNvPr id="6" name="橢圓 22">
              <a:extLst>
                <a:ext uri="{FF2B5EF4-FFF2-40B4-BE49-F238E27FC236}">
                  <a16:creationId xmlns:a16="http://schemas.microsoft.com/office/drawing/2014/main" id="{CEB1E863-F666-38F1-0DF1-6D9D598F8064}"/>
                </a:ext>
              </a:extLst>
            </p:cNvPr>
            <p:cNvSpPr/>
            <p:nvPr/>
          </p:nvSpPr>
          <p:spPr>
            <a:xfrm>
              <a:off x="1297764" y="2216925"/>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接點 23">
              <a:extLst>
                <a:ext uri="{FF2B5EF4-FFF2-40B4-BE49-F238E27FC236}">
                  <a16:creationId xmlns:a16="http://schemas.microsoft.com/office/drawing/2014/main" id="{F632CBEA-2F2C-0472-B10A-D628182AC4E3}"/>
                </a:ext>
              </a:extLst>
            </p:cNvPr>
            <p:cNvCxnSpPr/>
            <p:nvPr/>
          </p:nvCxnSpPr>
          <p:spPr>
            <a:xfrm flipV="1">
              <a:off x="1429812" y="2348973"/>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線單箭頭接點 24">
              <a:extLst>
                <a:ext uri="{FF2B5EF4-FFF2-40B4-BE49-F238E27FC236}">
                  <a16:creationId xmlns:a16="http://schemas.microsoft.com/office/drawing/2014/main" id="{7BAAE8FB-B483-F1FB-4062-225509691232}"/>
                </a:ext>
              </a:extLst>
            </p:cNvPr>
            <p:cNvCxnSpPr/>
            <p:nvPr/>
          </p:nvCxnSpPr>
          <p:spPr>
            <a:xfrm>
              <a:off x="1642506" y="2872907"/>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25">
              <a:extLst>
                <a:ext uri="{FF2B5EF4-FFF2-40B4-BE49-F238E27FC236}">
                  <a16:creationId xmlns:a16="http://schemas.microsoft.com/office/drawing/2014/main" id="{F76C48D4-48D8-4F18-3661-478D86119A4A}"/>
                </a:ext>
              </a:extLst>
            </p:cNvPr>
            <p:cNvSpPr txBox="1"/>
            <p:nvPr/>
          </p:nvSpPr>
          <p:spPr>
            <a:xfrm>
              <a:off x="518307" y="1692459"/>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10" name="文字方塊 26">
              <a:extLst>
                <a:ext uri="{FF2B5EF4-FFF2-40B4-BE49-F238E27FC236}">
                  <a16:creationId xmlns:a16="http://schemas.microsoft.com/office/drawing/2014/main" id="{6DCC99D7-D504-610A-4FF3-7DC74A18CF24}"/>
                </a:ext>
              </a:extLst>
            </p:cNvPr>
            <p:cNvSpPr txBox="1"/>
            <p:nvPr/>
          </p:nvSpPr>
          <p:spPr>
            <a:xfrm>
              <a:off x="2069794" y="1708985"/>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cxnSp>
          <p:nvCxnSpPr>
            <p:cNvPr id="11" name="直線單箭頭接點 27">
              <a:extLst>
                <a:ext uri="{FF2B5EF4-FFF2-40B4-BE49-F238E27FC236}">
                  <a16:creationId xmlns:a16="http://schemas.microsoft.com/office/drawing/2014/main" id="{F388A8E9-AC0A-F790-0DA6-99A835DB8D84}"/>
                </a:ext>
              </a:extLst>
            </p:cNvPr>
            <p:cNvCxnSpPr>
              <a:endCxn id="6" idx="1"/>
            </p:cNvCxnSpPr>
            <p:nvPr/>
          </p:nvCxnSpPr>
          <p:spPr>
            <a:xfrm>
              <a:off x="822832" y="1510481"/>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28">
              <a:extLst>
                <a:ext uri="{FF2B5EF4-FFF2-40B4-BE49-F238E27FC236}">
                  <a16:creationId xmlns:a16="http://schemas.microsoft.com/office/drawing/2014/main" id="{8C617FFA-C494-2688-4457-764FD586FFAC}"/>
                </a:ext>
              </a:extLst>
            </p:cNvPr>
            <p:cNvCxnSpPr>
              <a:endCxn id="6" idx="7"/>
            </p:cNvCxnSpPr>
            <p:nvPr/>
          </p:nvCxnSpPr>
          <p:spPr>
            <a:xfrm flipH="1">
              <a:off x="1857680" y="1510481"/>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DC32968-6F69-81CC-40A9-9C0F009B72B0}"/>
                </a:ext>
              </a:extLst>
            </p:cNvPr>
            <p:cNvSpPr/>
            <p:nvPr/>
          </p:nvSpPr>
          <p:spPr>
            <a:xfrm>
              <a:off x="630834" y="1043723"/>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14" name="矩形 13">
              <a:extLst>
                <a:ext uri="{FF2B5EF4-FFF2-40B4-BE49-F238E27FC236}">
                  <a16:creationId xmlns:a16="http://schemas.microsoft.com/office/drawing/2014/main" id="{DD6D19B9-3F4E-ECBA-5E29-3BE90465AC0D}"/>
                </a:ext>
              </a:extLst>
            </p:cNvPr>
            <p:cNvSpPr/>
            <p:nvPr/>
          </p:nvSpPr>
          <p:spPr>
            <a:xfrm>
              <a:off x="2133061" y="1065495"/>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grpSp>
      <p:grpSp>
        <p:nvGrpSpPr>
          <p:cNvPr id="15" name="群組 91">
            <a:extLst>
              <a:ext uri="{FF2B5EF4-FFF2-40B4-BE49-F238E27FC236}">
                <a16:creationId xmlns:a16="http://schemas.microsoft.com/office/drawing/2014/main" id="{6A79CD07-5A81-473B-955A-9A997CCACB92}"/>
              </a:ext>
            </a:extLst>
          </p:cNvPr>
          <p:cNvGrpSpPr/>
          <p:nvPr/>
        </p:nvGrpSpPr>
        <p:grpSpPr>
          <a:xfrm>
            <a:off x="4392476" y="1219027"/>
            <a:ext cx="2219144" cy="2243290"/>
            <a:chOff x="3116120" y="1037652"/>
            <a:chExt cx="2219144" cy="2243290"/>
          </a:xfrm>
        </p:grpSpPr>
        <p:sp>
          <p:nvSpPr>
            <p:cNvPr id="16" name="橢圓 29">
              <a:extLst>
                <a:ext uri="{FF2B5EF4-FFF2-40B4-BE49-F238E27FC236}">
                  <a16:creationId xmlns:a16="http://schemas.microsoft.com/office/drawing/2014/main" id="{96F6BD9D-332C-2B35-4CA8-F995EC69498A}"/>
                </a:ext>
              </a:extLst>
            </p:cNvPr>
            <p:cNvSpPr/>
            <p:nvPr/>
          </p:nvSpPr>
          <p:spPr>
            <a:xfrm>
              <a:off x="3895577" y="2216925"/>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接點 30">
              <a:extLst>
                <a:ext uri="{FF2B5EF4-FFF2-40B4-BE49-F238E27FC236}">
                  <a16:creationId xmlns:a16="http://schemas.microsoft.com/office/drawing/2014/main" id="{38E73550-F487-5EDA-7E51-683DEB349E56}"/>
                </a:ext>
              </a:extLst>
            </p:cNvPr>
            <p:cNvCxnSpPr/>
            <p:nvPr/>
          </p:nvCxnSpPr>
          <p:spPr>
            <a:xfrm flipV="1">
              <a:off x="4027625" y="2348973"/>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線單箭頭接點 31">
              <a:extLst>
                <a:ext uri="{FF2B5EF4-FFF2-40B4-BE49-F238E27FC236}">
                  <a16:creationId xmlns:a16="http://schemas.microsoft.com/office/drawing/2014/main" id="{33F071F5-077B-7BCE-D934-FF01ACAC9697}"/>
                </a:ext>
              </a:extLst>
            </p:cNvPr>
            <p:cNvCxnSpPr/>
            <p:nvPr/>
          </p:nvCxnSpPr>
          <p:spPr>
            <a:xfrm>
              <a:off x="4240319" y="2872907"/>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32">
              <a:extLst>
                <a:ext uri="{FF2B5EF4-FFF2-40B4-BE49-F238E27FC236}">
                  <a16:creationId xmlns:a16="http://schemas.microsoft.com/office/drawing/2014/main" id="{BEFA0CF3-8F04-89D1-19C7-9937845BFB0E}"/>
                </a:ext>
              </a:extLst>
            </p:cNvPr>
            <p:cNvSpPr txBox="1"/>
            <p:nvPr/>
          </p:nvSpPr>
          <p:spPr>
            <a:xfrm>
              <a:off x="3116120" y="1692459"/>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20" name="文字方塊 33">
              <a:extLst>
                <a:ext uri="{FF2B5EF4-FFF2-40B4-BE49-F238E27FC236}">
                  <a16:creationId xmlns:a16="http://schemas.microsoft.com/office/drawing/2014/main" id="{69095DC4-456E-6BE4-6696-C44480C4816A}"/>
                </a:ext>
              </a:extLst>
            </p:cNvPr>
            <p:cNvSpPr txBox="1"/>
            <p:nvPr/>
          </p:nvSpPr>
          <p:spPr>
            <a:xfrm>
              <a:off x="4667607" y="1708985"/>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cxnSp>
          <p:nvCxnSpPr>
            <p:cNvPr id="21" name="直線單箭頭接點 34">
              <a:extLst>
                <a:ext uri="{FF2B5EF4-FFF2-40B4-BE49-F238E27FC236}">
                  <a16:creationId xmlns:a16="http://schemas.microsoft.com/office/drawing/2014/main" id="{B2EB90B1-9B14-39F6-4E67-149CEC32447F}"/>
                </a:ext>
              </a:extLst>
            </p:cNvPr>
            <p:cNvCxnSpPr>
              <a:endCxn id="16" idx="1"/>
            </p:cNvCxnSpPr>
            <p:nvPr/>
          </p:nvCxnSpPr>
          <p:spPr>
            <a:xfrm>
              <a:off x="3420645" y="1510481"/>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35">
              <a:extLst>
                <a:ext uri="{FF2B5EF4-FFF2-40B4-BE49-F238E27FC236}">
                  <a16:creationId xmlns:a16="http://schemas.microsoft.com/office/drawing/2014/main" id="{D5073251-8D04-B68E-C164-4ABE4291A2FF}"/>
                </a:ext>
              </a:extLst>
            </p:cNvPr>
            <p:cNvCxnSpPr>
              <a:endCxn id="16" idx="7"/>
            </p:cNvCxnSpPr>
            <p:nvPr/>
          </p:nvCxnSpPr>
          <p:spPr>
            <a:xfrm flipH="1">
              <a:off x="4455493" y="1510481"/>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DD038571-77E4-E43D-D934-408A28D390E4}"/>
                </a:ext>
              </a:extLst>
            </p:cNvPr>
            <p:cNvSpPr/>
            <p:nvPr/>
          </p:nvSpPr>
          <p:spPr>
            <a:xfrm>
              <a:off x="3151006" y="1037652"/>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24" name="矩形 23">
              <a:extLst>
                <a:ext uri="{FF2B5EF4-FFF2-40B4-BE49-F238E27FC236}">
                  <a16:creationId xmlns:a16="http://schemas.microsoft.com/office/drawing/2014/main" id="{83A174DF-52BB-6E57-58DE-B6D140C9C6CA}"/>
                </a:ext>
              </a:extLst>
            </p:cNvPr>
            <p:cNvSpPr/>
            <p:nvPr/>
          </p:nvSpPr>
          <p:spPr>
            <a:xfrm>
              <a:off x="4653233" y="1059424"/>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grpSp>
          <p:nvGrpSpPr>
            <p:cNvPr id="25" name="群組 50">
              <a:extLst>
                <a:ext uri="{FF2B5EF4-FFF2-40B4-BE49-F238E27FC236}">
                  <a16:creationId xmlns:a16="http://schemas.microsoft.com/office/drawing/2014/main" id="{F0F06879-92EE-B2A3-E527-384533759EAB}"/>
                </a:ext>
              </a:extLst>
            </p:cNvPr>
            <p:cNvGrpSpPr/>
            <p:nvPr/>
          </p:nvGrpSpPr>
          <p:grpSpPr>
            <a:xfrm>
              <a:off x="3183188" y="1085048"/>
              <a:ext cx="365326" cy="367349"/>
              <a:chOff x="-1866900" y="1906630"/>
              <a:chExt cx="365326" cy="367349"/>
            </a:xfrm>
          </p:grpSpPr>
          <p:cxnSp>
            <p:nvCxnSpPr>
              <p:cNvPr id="26" name="直線接點 51">
                <a:extLst>
                  <a:ext uri="{FF2B5EF4-FFF2-40B4-BE49-F238E27FC236}">
                    <a16:creationId xmlns:a16="http://schemas.microsoft.com/office/drawing/2014/main" id="{9002ED3E-4C18-AC05-DFAB-19F589252805}"/>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52">
                <a:extLst>
                  <a:ext uri="{FF2B5EF4-FFF2-40B4-BE49-F238E27FC236}">
                    <a16:creationId xmlns:a16="http://schemas.microsoft.com/office/drawing/2014/main" id="{D2811EB8-0BF2-3BFD-7AC9-FBBBCEC4590B}"/>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28" name="群組 92">
            <a:extLst>
              <a:ext uri="{FF2B5EF4-FFF2-40B4-BE49-F238E27FC236}">
                <a16:creationId xmlns:a16="http://schemas.microsoft.com/office/drawing/2014/main" id="{5F49358A-98D6-D61C-7A0E-896124B5DE12}"/>
              </a:ext>
            </a:extLst>
          </p:cNvPr>
          <p:cNvGrpSpPr/>
          <p:nvPr/>
        </p:nvGrpSpPr>
        <p:grpSpPr>
          <a:xfrm>
            <a:off x="1793028" y="4135129"/>
            <a:ext cx="2219144" cy="2125361"/>
            <a:chOff x="516672" y="3953754"/>
            <a:chExt cx="2219144" cy="2125361"/>
          </a:xfrm>
        </p:grpSpPr>
        <p:sp>
          <p:nvSpPr>
            <p:cNvPr id="29" name="橢圓 36">
              <a:extLst>
                <a:ext uri="{FF2B5EF4-FFF2-40B4-BE49-F238E27FC236}">
                  <a16:creationId xmlns:a16="http://schemas.microsoft.com/office/drawing/2014/main" id="{BF509211-1CA8-50AC-948C-2669C882B435}"/>
                </a:ext>
              </a:extLst>
            </p:cNvPr>
            <p:cNvSpPr/>
            <p:nvPr/>
          </p:nvSpPr>
          <p:spPr>
            <a:xfrm>
              <a:off x="1296129" y="5015098"/>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 name="直線接點 37">
              <a:extLst>
                <a:ext uri="{FF2B5EF4-FFF2-40B4-BE49-F238E27FC236}">
                  <a16:creationId xmlns:a16="http://schemas.microsoft.com/office/drawing/2014/main" id="{D504A967-AF43-B363-870A-2647BB7ACCD6}"/>
                </a:ext>
              </a:extLst>
            </p:cNvPr>
            <p:cNvCxnSpPr/>
            <p:nvPr/>
          </p:nvCxnSpPr>
          <p:spPr>
            <a:xfrm flipV="1">
              <a:off x="1428177" y="5147146"/>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線單箭頭接點 38">
              <a:extLst>
                <a:ext uri="{FF2B5EF4-FFF2-40B4-BE49-F238E27FC236}">
                  <a16:creationId xmlns:a16="http://schemas.microsoft.com/office/drawing/2014/main" id="{54DE29B3-C8AF-BEED-1AD9-D9E747EA1533}"/>
                </a:ext>
              </a:extLst>
            </p:cNvPr>
            <p:cNvCxnSpPr/>
            <p:nvPr/>
          </p:nvCxnSpPr>
          <p:spPr>
            <a:xfrm>
              <a:off x="1640871" y="5671080"/>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字方塊 39">
              <a:extLst>
                <a:ext uri="{FF2B5EF4-FFF2-40B4-BE49-F238E27FC236}">
                  <a16:creationId xmlns:a16="http://schemas.microsoft.com/office/drawing/2014/main" id="{5387A6AF-D04A-D51F-A2C0-6035A8FF609E}"/>
                </a:ext>
              </a:extLst>
            </p:cNvPr>
            <p:cNvSpPr txBox="1"/>
            <p:nvPr/>
          </p:nvSpPr>
          <p:spPr>
            <a:xfrm>
              <a:off x="516672" y="4490632"/>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33" name="文字方塊 40">
              <a:extLst>
                <a:ext uri="{FF2B5EF4-FFF2-40B4-BE49-F238E27FC236}">
                  <a16:creationId xmlns:a16="http://schemas.microsoft.com/office/drawing/2014/main" id="{FCE1F120-E8A8-8E6A-E67D-8CFCE70DD670}"/>
                </a:ext>
              </a:extLst>
            </p:cNvPr>
            <p:cNvSpPr txBox="1"/>
            <p:nvPr/>
          </p:nvSpPr>
          <p:spPr>
            <a:xfrm>
              <a:off x="2068159" y="4507158"/>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cxnSp>
          <p:nvCxnSpPr>
            <p:cNvPr id="34" name="直線單箭頭接點 41">
              <a:extLst>
                <a:ext uri="{FF2B5EF4-FFF2-40B4-BE49-F238E27FC236}">
                  <a16:creationId xmlns:a16="http://schemas.microsoft.com/office/drawing/2014/main" id="{92E12714-5F18-E3D7-1DFA-6133454565B1}"/>
                </a:ext>
              </a:extLst>
            </p:cNvPr>
            <p:cNvCxnSpPr>
              <a:endCxn id="29" idx="1"/>
            </p:cNvCxnSpPr>
            <p:nvPr/>
          </p:nvCxnSpPr>
          <p:spPr>
            <a:xfrm>
              <a:off x="821197" y="4308654"/>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42">
              <a:extLst>
                <a:ext uri="{FF2B5EF4-FFF2-40B4-BE49-F238E27FC236}">
                  <a16:creationId xmlns:a16="http://schemas.microsoft.com/office/drawing/2014/main" id="{D8366035-5FCF-2685-C01B-2E7AB9FDD4E5}"/>
                </a:ext>
              </a:extLst>
            </p:cNvPr>
            <p:cNvCxnSpPr>
              <a:endCxn id="29" idx="7"/>
            </p:cNvCxnSpPr>
            <p:nvPr/>
          </p:nvCxnSpPr>
          <p:spPr>
            <a:xfrm flipH="1">
              <a:off x="1856045" y="4308654"/>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0106333-8A5B-41CE-F3C4-F4C95F7A1226}"/>
                </a:ext>
              </a:extLst>
            </p:cNvPr>
            <p:cNvSpPr/>
            <p:nvPr/>
          </p:nvSpPr>
          <p:spPr>
            <a:xfrm>
              <a:off x="625354" y="3953754"/>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37" name="矩形 36">
              <a:extLst>
                <a:ext uri="{FF2B5EF4-FFF2-40B4-BE49-F238E27FC236}">
                  <a16:creationId xmlns:a16="http://schemas.microsoft.com/office/drawing/2014/main" id="{076386B9-AB64-9CFD-8C35-7BDEE109D2A6}"/>
                </a:ext>
              </a:extLst>
            </p:cNvPr>
            <p:cNvSpPr/>
            <p:nvPr/>
          </p:nvSpPr>
          <p:spPr>
            <a:xfrm>
              <a:off x="2127581" y="3975526"/>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grpSp>
          <p:nvGrpSpPr>
            <p:cNvPr id="38" name="群組 61">
              <a:extLst>
                <a:ext uri="{FF2B5EF4-FFF2-40B4-BE49-F238E27FC236}">
                  <a16:creationId xmlns:a16="http://schemas.microsoft.com/office/drawing/2014/main" id="{0EBA8341-8252-0988-D006-D1E9D73395F6}"/>
                </a:ext>
              </a:extLst>
            </p:cNvPr>
            <p:cNvGrpSpPr/>
            <p:nvPr/>
          </p:nvGrpSpPr>
          <p:grpSpPr>
            <a:xfrm>
              <a:off x="2160376" y="4016851"/>
              <a:ext cx="365326" cy="367349"/>
              <a:chOff x="-1866900" y="1906630"/>
              <a:chExt cx="365326" cy="367349"/>
            </a:xfrm>
          </p:grpSpPr>
          <p:cxnSp>
            <p:nvCxnSpPr>
              <p:cNvPr id="39" name="直線接點 62">
                <a:extLst>
                  <a:ext uri="{FF2B5EF4-FFF2-40B4-BE49-F238E27FC236}">
                    <a16:creationId xmlns:a16="http://schemas.microsoft.com/office/drawing/2014/main" id="{0BC4711B-B51E-C712-7938-EC0C2F634D78}"/>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63">
                <a:extLst>
                  <a:ext uri="{FF2B5EF4-FFF2-40B4-BE49-F238E27FC236}">
                    <a16:creationId xmlns:a16="http://schemas.microsoft.com/office/drawing/2014/main" id="{8B5B2CBF-D6BD-4D56-FB33-F052FD333598}"/>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41" name="群組 93">
            <a:extLst>
              <a:ext uri="{FF2B5EF4-FFF2-40B4-BE49-F238E27FC236}">
                <a16:creationId xmlns:a16="http://schemas.microsoft.com/office/drawing/2014/main" id="{D4401FE1-41A0-B37D-73F9-B6AC848C88E4}"/>
              </a:ext>
            </a:extLst>
          </p:cNvPr>
          <p:cNvGrpSpPr/>
          <p:nvPr/>
        </p:nvGrpSpPr>
        <p:grpSpPr>
          <a:xfrm>
            <a:off x="4392476" y="4147946"/>
            <a:ext cx="2219144" cy="2112544"/>
            <a:chOff x="3116120" y="3966571"/>
            <a:chExt cx="2219144" cy="2112544"/>
          </a:xfrm>
        </p:grpSpPr>
        <p:sp>
          <p:nvSpPr>
            <p:cNvPr id="42" name="橢圓 43">
              <a:extLst>
                <a:ext uri="{FF2B5EF4-FFF2-40B4-BE49-F238E27FC236}">
                  <a16:creationId xmlns:a16="http://schemas.microsoft.com/office/drawing/2014/main" id="{201A4BD6-3517-FE4D-8FF8-B33E98C54354}"/>
                </a:ext>
              </a:extLst>
            </p:cNvPr>
            <p:cNvSpPr/>
            <p:nvPr/>
          </p:nvSpPr>
          <p:spPr>
            <a:xfrm>
              <a:off x="3895577" y="5015098"/>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3" name="直線接點 44">
              <a:extLst>
                <a:ext uri="{FF2B5EF4-FFF2-40B4-BE49-F238E27FC236}">
                  <a16:creationId xmlns:a16="http://schemas.microsoft.com/office/drawing/2014/main" id="{CC95EED5-D256-CCEB-1E1C-0A362C23C79C}"/>
                </a:ext>
              </a:extLst>
            </p:cNvPr>
            <p:cNvCxnSpPr/>
            <p:nvPr/>
          </p:nvCxnSpPr>
          <p:spPr>
            <a:xfrm flipV="1">
              <a:off x="4027625" y="5147146"/>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線單箭頭接點 45">
              <a:extLst>
                <a:ext uri="{FF2B5EF4-FFF2-40B4-BE49-F238E27FC236}">
                  <a16:creationId xmlns:a16="http://schemas.microsoft.com/office/drawing/2014/main" id="{AF3FD5DE-218A-27AF-838E-73188E2B29AB}"/>
                </a:ext>
              </a:extLst>
            </p:cNvPr>
            <p:cNvCxnSpPr/>
            <p:nvPr/>
          </p:nvCxnSpPr>
          <p:spPr>
            <a:xfrm>
              <a:off x="4240319" y="5671080"/>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字方塊 46">
              <a:extLst>
                <a:ext uri="{FF2B5EF4-FFF2-40B4-BE49-F238E27FC236}">
                  <a16:creationId xmlns:a16="http://schemas.microsoft.com/office/drawing/2014/main" id="{AEAC6639-24B7-D52B-AE82-13A715E78D5E}"/>
                </a:ext>
              </a:extLst>
            </p:cNvPr>
            <p:cNvSpPr txBox="1"/>
            <p:nvPr/>
          </p:nvSpPr>
          <p:spPr>
            <a:xfrm>
              <a:off x="3116120" y="4490632"/>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46" name="文字方塊 47">
              <a:extLst>
                <a:ext uri="{FF2B5EF4-FFF2-40B4-BE49-F238E27FC236}">
                  <a16:creationId xmlns:a16="http://schemas.microsoft.com/office/drawing/2014/main" id="{DCEEA67E-A09D-BCF7-EA85-98729FE463C0}"/>
                </a:ext>
              </a:extLst>
            </p:cNvPr>
            <p:cNvSpPr txBox="1"/>
            <p:nvPr/>
          </p:nvSpPr>
          <p:spPr>
            <a:xfrm>
              <a:off x="4667607" y="4507158"/>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cxnSp>
          <p:nvCxnSpPr>
            <p:cNvPr id="47" name="直線單箭頭接點 48">
              <a:extLst>
                <a:ext uri="{FF2B5EF4-FFF2-40B4-BE49-F238E27FC236}">
                  <a16:creationId xmlns:a16="http://schemas.microsoft.com/office/drawing/2014/main" id="{1D14F236-5FD1-5B34-B91B-29C4E37DBEEF}"/>
                </a:ext>
              </a:extLst>
            </p:cNvPr>
            <p:cNvCxnSpPr>
              <a:endCxn id="42" idx="1"/>
            </p:cNvCxnSpPr>
            <p:nvPr/>
          </p:nvCxnSpPr>
          <p:spPr>
            <a:xfrm>
              <a:off x="3420645" y="4308654"/>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9">
              <a:extLst>
                <a:ext uri="{FF2B5EF4-FFF2-40B4-BE49-F238E27FC236}">
                  <a16:creationId xmlns:a16="http://schemas.microsoft.com/office/drawing/2014/main" id="{35933173-BC61-2FD1-B929-20CA230F880C}"/>
                </a:ext>
              </a:extLst>
            </p:cNvPr>
            <p:cNvCxnSpPr>
              <a:endCxn id="42" idx="7"/>
            </p:cNvCxnSpPr>
            <p:nvPr/>
          </p:nvCxnSpPr>
          <p:spPr>
            <a:xfrm flipH="1">
              <a:off x="4455493" y="4308654"/>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05579CC7-6797-D5AC-D2E9-8197ED5A23E1}"/>
                </a:ext>
              </a:extLst>
            </p:cNvPr>
            <p:cNvSpPr/>
            <p:nvPr/>
          </p:nvSpPr>
          <p:spPr>
            <a:xfrm>
              <a:off x="3249189" y="3966571"/>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50" name="矩形 49">
              <a:extLst>
                <a:ext uri="{FF2B5EF4-FFF2-40B4-BE49-F238E27FC236}">
                  <a16:creationId xmlns:a16="http://schemas.microsoft.com/office/drawing/2014/main" id="{4FC05DE8-EC54-D306-460E-A038AC1B6E7D}"/>
                </a:ext>
              </a:extLst>
            </p:cNvPr>
            <p:cNvSpPr/>
            <p:nvPr/>
          </p:nvSpPr>
          <p:spPr>
            <a:xfrm>
              <a:off x="4751416" y="3988343"/>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grpSp>
          <p:nvGrpSpPr>
            <p:cNvPr id="51" name="群組 64">
              <a:extLst>
                <a:ext uri="{FF2B5EF4-FFF2-40B4-BE49-F238E27FC236}">
                  <a16:creationId xmlns:a16="http://schemas.microsoft.com/office/drawing/2014/main" id="{A6947D65-92FF-937F-513B-1176CC0AB16D}"/>
                </a:ext>
              </a:extLst>
            </p:cNvPr>
            <p:cNvGrpSpPr/>
            <p:nvPr/>
          </p:nvGrpSpPr>
          <p:grpSpPr>
            <a:xfrm>
              <a:off x="3287458" y="4011452"/>
              <a:ext cx="365326" cy="367349"/>
              <a:chOff x="-1866900" y="1906630"/>
              <a:chExt cx="365326" cy="367349"/>
            </a:xfrm>
          </p:grpSpPr>
          <p:cxnSp>
            <p:nvCxnSpPr>
              <p:cNvPr id="55" name="直線接點 65">
                <a:extLst>
                  <a:ext uri="{FF2B5EF4-FFF2-40B4-BE49-F238E27FC236}">
                    <a16:creationId xmlns:a16="http://schemas.microsoft.com/office/drawing/2014/main" id="{F833CC91-9352-8DC3-F021-1AB57DF8A6FD}"/>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接點 66">
                <a:extLst>
                  <a:ext uri="{FF2B5EF4-FFF2-40B4-BE49-F238E27FC236}">
                    <a16:creationId xmlns:a16="http://schemas.microsoft.com/office/drawing/2014/main" id="{CE10953D-1469-54C5-070A-26F15B31E92C}"/>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2" name="群組 67">
              <a:extLst>
                <a:ext uri="{FF2B5EF4-FFF2-40B4-BE49-F238E27FC236}">
                  <a16:creationId xmlns:a16="http://schemas.microsoft.com/office/drawing/2014/main" id="{7E31D45F-1662-5702-5E27-AA27600A409B}"/>
                </a:ext>
              </a:extLst>
            </p:cNvPr>
            <p:cNvGrpSpPr/>
            <p:nvPr/>
          </p:nvGrpSpPr>
          <p:grpSpPr>
            <a:xfrm>
              <a:off x="4829126" y="4065141"/>
              <a:ext cx="365326" cy="367349"/>
              <a:chOff x="-1866900" y="1906630"/>
              <a:chExt cx="365326" cy="367349"/>
            </a:xfrm>
          </p:grpSpPr>
          <p:cxnSp>
            <p:nvCxnSpPr>
              <p:cNvPr id="53" name="直線接點 68">
                <a:extLst>
                  <a:ext uri="{FF2B5EF4-FFF2-40B4-BE49-F238E27FC236}">
                    <a16:creationId xmlns:a16="http://schemas.microsoft.com/office/drawing/2014/main" id="{D55469CC-D435-F32F-8F2C-0D5BE07A89E5}"/>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線接點 69">
                <a:extLst>
                  <a:ext uri="{FF2B5EF4-FFF2-40B4-BE49-F238E27FC236}">
                    <a16:creationId xmlns:a16="http://schemas.microsoft.com/office/drawing/2014/main" id="{BFFDD1BB-5587-8BB1-B85B-6DE09AE28AD3}"/>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57" name="文字方塊 70">
            <a:extLst>
              <a:ext uri="{FF2B5EF4-FFF2-40B4-BE49-F238E27FC236}">
                <a16:creationId xmlns:a16="http://schemas.microsoft.com/office/drawing/2014/main" id="{0507456C-79B3-85BE-95EB-67F224C6224B}"/>
              </a:ext>
            </a:extLst>
          </p:cNvPr>
          <p:cNvSpPr txBox="1"/>
          <p:nvPr/>
        </p:nvSpPr>
        <p:spPr>
          <a:xfrm>
            <a:off x="1793028" y="3412413"/>
            <a:ext cx="2248397" cy="461665"/>
          </a:xfrm>
          <a:prstGeom prst="rect">
            <a:avLst/>
          </a:prstGeom>
          <a:noFill/>
        </p:spPr>
        <p:txBody>
          <a:bodyPr wrap="square" rtlCol="0">
            <a:spAutoFit/>
          </a:bodyPr>
          <a:lstStyle/>
          <a:p>
            <a:pPr algn="ctr"/>
            <a:r>
              <a:rPr lang="en-US" altLang="zh-TW" sz="2400" dirty="0"/>
              <a:t>z=w</a:t>
            </a:r>
            <a:r>
              <a:rPr lang="en-US" altLang="zh-TW" sz="2400" baseline="-25000" dirty="0"/>
              <a:t>1</a:t>
            </a:r>
            <a:r>
              <a:rPr lang="en-US" altLang="zh-TW" sz="2400" dirty="0"/>
              <a:t>x</a:t>
            </a:r>
            <a:r>
              <a:rPr lang="en-US" altLang="zh-TW" sz="2400" baseline="-25000" dirty="0"/>
              <a:t>1</a:t>
            </a:r>
            <a:r>
              <a:rPr lang="en-US" altLang="zh-TW" sz="2400" dirty="0"/>
              <a:t>+w</a:t>
            </a:r>
            <a:r>
              <a:rPr lang="en-US" altLang="zh-TW" sz="2400" baseline="-25000" dirty="0"/>
              <a:t>2</a:t>
            </a:r>
            <a:r>
              <a:rPr lang="en-US" altLang="zh-TW" sz="2400" dirty="0"/>
              <a:t>x</a:t>
            </a:r>
            <a:r>
              <a:rPr lang="en-US" altLang="zh-TW" sz="2400" baseline="-25000" dirty="0"/>
              <a:t>2</a:t>
            </a:r>
            <a:endParaRPr lang="zh-TW" altLang="en-US" sz="2400" baseline="-25000" dirty="0"/>
          </a:p>
        </p:txBody>
      </p:sp>
      <p:sp>
        <p:nvSpPr>
          <p:cNvPr id="58" name="文字方塊 71">
            <a:extLst>
              <a:ext uri="{FF2B5EF4-FFF2-40B4-BE49-F238E27FC236}">
                <a16:creationId xmlns:a16="http://schemas.microsoft.com/office/drawing/2014/main" id="{4356290B-9E85-5E16-E66C-9BA060D2C0AD}"/>
              </a:ext>
            </a:extLst>
          </p:cNvPr>
          <p:cNvSpPr txBox="1"/>
          <p:nvPr/>
        </p:nvSpPr>
        <p:spPr>
          <a:xfrm>
            <a:off x="4363223" y="3414740"/>
            <a:ext cx="2248397" cy="461665"/>
          </a:xfrm>
          <a:prstGeom prst="rect">
            <a:avLst/>
          </a:prstGeom>
          <a:noFill/>
        </p:spPr>
        <p:txBody>
          <a:bodyPr wrap="square" rtlCol="0">
            <a:spAutoFit/>
          </a:bodyPr>
          <a:lstStyle/>
          <a:p>
            <a:pPr algn="ctr"/>
            <a:r>
              <a:rPr lang="en-US" altLang="zh-TW" sz="2400" dirty="0"/>
              <a:t>z=w</a:t>
            </a:r>
            <a:r>
              <a:rPr lang="en-US" altLang="zh-TW" sz="2400" baseline="-25000" dirty="0"/>
              <a:t>2</a:t>
            </a:r>
            <a:r>
              <a:rPr lang="en-US" altLang="zh-TW" sz="2400" dirty="0"/>
              <a:t>x</a:t>
            </a:r>
            <a:r>
              <a:rPr lang="en-US" altLang="zh-TW" sz="2400" baseline="-25000" dirty="0"/>
              <a:t>2</a:t>
            </a:r>
            <a:endParaRPr lang="zh-TW" altLang="en-US" sz="2400" baseline="-25000" dirty="0"/>
          </a:p>
        </p:txBody>
      </p:sp>
      <p:sp>
        <p:nvSpPr>
          <p:cNvPr id="59" name="文字方塊 72">
            <a:extLst>
              <a:ext uri="{FF2B5EF4-FFF2-40B4-BE49-F238E27FC236}">
                <a16:creationId xmlns:a16="http://schemas.microsoft.com/office/drawing/2014/main" id="{43892F11-E536-7CE6-CD47-D66F95C69F5D}"/>
              </a:ext>
            </a:extLst>
          </p:cNvPr>
          <p:cNvSpPr txBox="1"/>
          <p:nvPr/>
        </p:nvSpPr>
        <p:spPr>
          <a:xfrm>
            <a:off x="1776277" y="6225234"/>
            <a:ext cx="2248397" cy="461665"/>
          </a:xfrm>
          <a:prstGeom prst="rect">
            <a:avLst/>
          </a:prstGeom>
          <a:noFill/>
        </p:spPr>
        <p:txBody>
          <a:bodyPr wrap="square" rtlCol="0">
            <a:spAutoFit/>
          </a:bodyPr>
          <a:lstStyle/>
          <a:p>
            <a:pPr algn="ctr"/>
            <a:r>
              <a:rPr lang="en-US" altLang="zh-TW" sz="2400" dirty="0"/>
              <a:t>z=w</a:t>
            </a:r>
            <a:r>
              <a:rPr lang="en-US" altLang="zh-TW" sz="2400" baseline="-25000" dirty="0"/>
              <a:t>1</a:t>
            </a:r>
            <a:r>
              <a:rPr lang="en-US" altLang="zh-TW" sz="2400" dirty="0"/>
              <a:t>x</a:t>
            </a:r>
            <a:r>
              <a:rPr lang="en-US" altLang="zh-TW" sz="2400" baseline="-25000" dirty="0"/>
              <a:t>1</a:t>
            </a:r>
            <a:endParaRPr lang="zh-TW" altLang="en-US" sz="2400" baseline="-25000" dirty="0"/>
          </a:p>
        </p:txBody>
      </p:sp>
      <p:sp>
        <p:nvSpPr>
          <p:cNvPr id="60" name="文字方塊 73">
            <a:extLst>
              <a:ext uri="{FF2B5EF4-FFF2-40B4-BE49-F238E27FC236}">
                <a16:creationId xmlns:a16="http://schemas.microsoft.com/office/drawing/2014/main" id="{58C1D9AE-44BA-8228-9F85-2ACEE7D2D41D}"/>
              </a:ext>
            </a:extLst>
          </p:cNvPr>
          <p:cNvSpPr txBox="1"/>
          <p:nvPr/>
        </p:nvSpPr>
        <p:spPr>
          <a:xfrm>
            <a:off x="4392476" y="6264991"/>
            <a:ext cx="2248397" cy="461665"/>
          </a:xfrm>
          <a:prstGeom prst="rect">
            <a:avLst/>
          </a:prstGeom>
          <a:noFill/>
        </p:spPr>
        <p:txBody>
          <a:bodyPr wrap="square" rtlCol="0">
            <a:spAutoFit/>
          </a:bodyPr>
          <a:lstStyle/>
          <a:p>
            <a:pPr algn="ctr"/>
            <a:r>
              <a:rPr lang="en-US" altLang="zh-TW" sz="2400" dirty="0"/>
              <a:t>z=0</a:t>
            </a:r>
            <a:endParaRPr lang="zh-TW" altLang="en-US" sz="2400" baseline="-25000" dirty="0"/>
          </a:p>
        </p:txBody>
      </p:sp>
      <p:sp>
        <p:nvSpPr>
          <p:cNvPr id="61" name="橢圓 74">
            <a:extLst>
              <a:ext uri="{FF2B5EF4-FFF2-40B4-BE49-F238E27FC236}">
                <a16:creationId xmlns:a16="http://schemas.microsoft.com/office/drawing/2014/main" id="{F4A7643D-AB37-67E5-54BD-4EBDCF8E7AE0}"/>
              </a:ext>
            </a:extLst>
          </p:cNvPr>
          <p:cNvSpPr/>
          <p:nvPr/>
        </p:nvSpPr>
        <p:spPr>
          <a:xfrm>
            <a:off x="8261521" y="5060413"/>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2" name="直線接點 75">
            <a:extLst>
              <a:ext uri="{FF2B5EF4-FFF2-40B4-BE49-F238E27FC236}">
                <a16:creationId xmlns:a16="http://schemas.microsoft.com/office/drawing/2014/main" id="{6070470A-C32E-822B-28C9-BEBED7FA2ABB}"/>
              </a:ext>
            </a:extLst>
          </p:cNvPr>
          <p:cNvCxnSpPr/>
          <p:nvPr/>
        </p:nvCxnSpPr>
        <p:spPr>
          <a:xfrm flipV="1">
            <a:off x="8393569" y="5192461"/>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線單箭頭接點 76">
            <a:extLst>
              <a:ext uri="{FF2B5EF4-FFF2-40B4-BE49-F238E27FC236}">
                <a16:creationId xmlns:a16="http://schemas.microsoft.com/office/drawing/2014/main" id="{396FB9A0-0A6F-97CB-9D3D-B5622D0650F7}"/>
              </a:ext>
            </a:extLst>
          </p:cNvPr>
          <p:cNvCxnSpPr/>
          <p:nvPr/>
        </p:nvCxnSpPr>
        <p:spPr>
          <a:xfrm>
            <a:off x="8606263" y="5716395"/>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63">
            <a:extLst>
              <a:ext uri="{FF2B5EF4-FFF2-40B4-BE49-F238E27FC236}">
                <a16:creationId xmlns:a16="http://schemas.microsoft.com/office/drawing/2014/main" id="{643375AD-5CB1-8E29-D7DD-199142B791A6}"/>
              </a:ext>
            </a:extLst>
          </p:cNvPr>
          <p:cNvSpPr/>
          <p:nvPr/>
        </p:nvSpPr>
        <p:spPr>
          <a:xfrm>
            <a:off x="7564836" y="3882197"/>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65" name="矩形 64">
            <a:extLst>
              <a:ext uri="{FF2B5EF4-FFF2-40B4-BE49-F238E27FC236}">
                <a16:creationId xmlns:a16="http://schemas.microsoft.com/office/drawing/2014/main" id="{39A3F9D8-98BF-185A-6154-8BEA0986184D}"/>
              </a:ext>
            </a:extLst>
          </p:cNvPr>
          <p:cNvSpPr/>
          <p:nvPr/>
        </p:nvSpPr>
        <p:spPr>
          <a:xfrm>
            <a:off x="9067063" y="3903969"/>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sp>
        <p:nvSpPr>
          <p:cNvPr id="66" name="文字方塊 79">
            <a:extLst>
              <a:ext uri="{FF2B5EF4-FFF2-40B4-BE49-F238E27FC236}">
                <a16:creationId xmlns:a16="http://schemas.microsoft.com/office/drawing/2014/main" id="{D0F5864D-88ED-2195-ED0E-8BB7F522F502}"/>
              </a:ext>
            </a:extLst>
          </p:cNvPr>
          <p:cNvSpPr txBox="1"/>
          <p:nvPr/>
        </p:nvSpPr>
        <p:spPr>
          <a:xfrm>
            <a:off x="7482064" y="4535947"/>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67" name="文字方塊 80">
            <a:extLst>
              <a:ext uri="{FF2B5EF4-FFF2-40B4-BE49-F238E27FC236}">
                <a16:creationId xmlns:a16="http://schemas.microsoft.com/office/drawing/2014/main" id="{0CE4311E-88B6-7895-0084-78F365622B43}"/>
              </a:ext>
            </a:extLst>
          </p:cNvPr>
          <p:cNvSpPr txBox="1"/>
          <p:nvPr/>
        </p:nvSpPr>
        <p:spPr>
          <a:xfrm>
            <a:off x="9273827" y="4572351"/>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cxnSp>
        <p:nvCxnSpPr>
          <p:cNvPr id="68" name="直線單箭頭接點 82">
            <a:extLst>
              <a:ext uri="{FF2B5EF4-FFF2-40B4-BE49-F238E27FC236}">
                <a16:creationId xmlns:a16="http://schemas.microsoft.com/office/drawing/2014/main" id="{779F0AA7-CFC6-6CA5-ED77-132475AC4392}"/>
              </a:ext>
            </a:extLst>
          </p:cNvPr>
          <p:cNvCxnSpPr>
            <a:endCxn id="61" idx="1"/>
          </p:cNvCxnSpPr>
          <p:nvPr/>
        </p:nvCxnSpPr>
        <p:spPr>
          <a:xfrm>
            <a:off x="7786589" y="4353969"/>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83">
            <a:extLst>
              <a:ext uri="{FF2B5EF4-FFF2-40B4-BE49-F238E27FC236}">
                <a16:creationId xmlns:a16="http://schemas.microsoft.com/office/drawing/2014/main" id="{85CB02FB-5DDD-A878-C132-8F82B9338AF0}"/>
              </a:ext>
            </a:extLst>
          </p:cNvPr>
          <p:cNvCxnSpPr>
            <a:endCxn id="61" idx="7"/>
          </p:cNvCxnSpPr>
          <p:nvPr/>
        </p:nvCxnSpPr>
        <p:spPr>
          <a:xfrm flipH="1">
            <a:off x="8821437" y="4353969"/>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文字方塊 84">
                <a:extLst>
                  <a:ext uri="{FF2B5EF4-FFF2-40B4-BE49-F238E27FC236}">
                    <a16:creationId xmlns:a16="http://schemas.microsoft.com/office/drawing/2014/main" id="{0A56FB02-67AD-6464-5F43-A219D33EC963}"/>
                  </a:ext>
                </a:extLst>
              </p:cNvPr>
              <p:cNvSpPr txBox="1"/>
              <p:nvPr/>
            </p:nvSpPr>
            <p:spPr>
              <a:xfrm>
                <a:off x="7401926" y="4415848"/>
                <a:ext cx="238848"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1</m:t>
                          </m:r>
                        </m:num>
                        <m:den>
                          <m:r>
                            <a:rPr lang="en-US" altLang="zh-TW" sz="2400" b="0" i="1" smtClean="0">
                              <a:solidFill>
                                <a:srgbClr val="FF0000"/>
                              </a:solidFill>
                              <a:latin typeface="Cambria Math" panose="02040503050406030204" pitchFamily="18" charset="0"/>
                            </a:rPr>
                            <m:t>2</m:t>
                          </m:r>
                        </m:den>
                      </m:f>
                    </m:oMath>
                  </m:oMathPara>
                </a14:m>
                <a:endParaRPr lang="zh-TW" altLang="en-US" sz="2400" dirty="0">
                  <a:solidFill>
                    <a:srgbClr val="FF0000"/>
                  </a:solidFill>
                </a:endParaRPr>
              </a:p>
            </p:txBody>
          </p:sp>
        </mc:Choice>
        <mc:Fallback xmlns="">
          <p:sp>
            <p:nvSpPr>
              <p:cNvPr id="70" name="文字方塊 84">
                <a:extLst>
                  <a:ext uri="{FF2B5EF4-FFF2-40B4-BE49-F238E27FC236}">
                    <a16:creationId xmlns:a16="http://schemas.microsoft.com/office/drawing/2014/main" id="{0A56FB02-67AD-6464-5F43-A219D33EC963}"/>
                  </a:ext>
                </a:extLst>
              </p:cNvPr>
              <p:cNvSpPr txBox="1">
                <a:spLocks noRot="1" noChangeAspect="1" noMove="1" noResize="1" noEditPoints="1" noAdjustHandles="1" noChangeArrowheads="1" noChangeShapeType="1" noTextEdit="1"/>
              </p:cNvSpPr>
              <p:nvPr/>
            </p:nvSpPr>
            <p:spPr>
              <a:xfrm>
                <a:off x="7401926" y="4415848"/>
                <a:ext cx="238848" cy="69147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字方塊 85">
                <a:extLst>
                  <a:ext uri="{FF2B5EF4-FFF2-40B4-BE49-F238E27FC236}">
                    <a16:creationId xmlns:a16="http://schemas.microsoft.com/office/drawing/2014/main" id="{A00C9CE0-1DEF-40BC-E9FA-1927C0CE10FC}"/>
                  </a:ext>
                </a:extLst>
              </p:cNvPr>
              <p:cNvSpPr txBox="1"/>
              <p:nvPr/>
            </p:nvSpPr>
            <p:spPr>
              <a:xfrm>
                <a:off x="9182261" y="4457447"/>
                <a:ext cx="238848"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1</m:t>
                          </m:r>
                        </m:num>
                        <m:den>
                          <m:r>
                            <a:rPr lang="en-US" altLang="zh-TW" sz="2400" b="0" i="1" smtClean="0">
                              <a:solidFill>
                                <a:srgbClr val="FF0000"/>
                              </a:solidFill>
                              <a:latin typeface="Cambria Math" panose="02040503050406030204" pitchFamily="18" charset="0"/>
                            </a:rPr>
                            <m:t>2</m:t>
                          </m:r>
                        </m:den>
                      </m:f>
                    </m:oMath>
                  </m:oMathPara>
                </a14:m>
                <a:endParaRPr lang="zh-TW" altLang="en-US" sz="2400" dirty="0">
                  <a:solidFill>
                    <a:srgbClr val="FF0000"/>
                  </a:solidFill>
                </a:endParaRPr>
              </a:p>
            </p:txBody>
          </p:sp>
        </mc:Choice>
        <mc:Fallback xmlns="">
          <p:sp>
            <p:nvSpPr>
              <p:cNvPr id="71" name="文字方塊 85">
                <a:extLst>
                  <a:ext uri="{FF2B5EF4-FFF2-40B4-BE49-F238E27FC236}">
                    <a16:creationId xmlns:a16="http://schemas.microsoft.com/office/drawing/2014/main" id="{A00C9CE0-1DEF-40BC-E9FA-1927C0CE10FC}"/>
                  </a:ext>
                </a:extLst>
              </p:cNvPr>
              <p:cNvSpPr txBox="1">
                <a:spLocks noRot="1" noChangeAspect="1" noMove="1" noResize="1" noEditPoints="1" noAdjustHandles="1" noChangeArrowheads="1" noChangeShapeType="1" noTextEdit="1"/>
              </p:cNvSpPr>
              <p:nvPr/>
            </p:nvSpPr>
            <p:spPr>
              <a:xfrm>
                <a:off x="9182261" y="4457447"/>
                <a:ext cx="238848" cy="691471"/>
              </a:xfrm>
              <a:prstGeom prst="rect">
                <a:avLst/>
              </a:prstGeom>
              <a:blipFill>
                <a:blip r:embed="rId3"/>
                <a:stretch>
                  <a:fillRect/>
                </a:stretch>
              </a:blipFill>
            </p:spPr>
            <p:txBody>
              <a:bodyPr/>
              <a:lstStyle/>
              <a:p>
                <a:r>
                  <a:rPr lang="zh-CN" altLang="en-US">
                    <a:noFill/>
                  </a:rPr>
                  <a:t> </a:t>
                </a:r>
              </a:p>
            </p:txBody>
          </p:sp>
        </mc:Fallback>
      </mc:AlternateContent>
      <p:grpSp>
        <p:nvGrpSpPr>
          <p:cNvPr id="72" name="群組 89">
            <a:extLst>
              <a:ext uri="{FF2B5EF4-FFF2-40B4-BE49-F238E27FC236}">
                <a16:creationId xmlns:a16="http://schemas.microsoft.com/office/drawing/2014/main" id="{D1D12F9C-8A19-2650-F87C-6D4616650D71}"/>
              </a:ext>
            </a:extLst>
          </p:cNvPr>
          <p:cNvGrpSpPr/>
          <p:nvPr/>
        </p:nvGrpSpPr>
        <p:grpSpPr>
          <a:xfrm>
            <a:off x="7373197" y="882433"/>
            <a:ext cx="2432630" cy="2873769"/>
            <a:chOff x="6096841" y="288909"/>
            <a:chExt cx="2432630" cy="2873769"/>
          </a:xfrm>
        </p:grpSpPr>
        <p:grpSp>
          <p:nvGrpSpPr>
            <p:cNvPr id="73" name="群組 86">
              <a:extLst>
                <a:ext uri="{FF2B5EF4-FFF2-40B4-BE49-F238E27FC236}">
                  <a16:creationId xmlns:a16="http://schemas.microsoft.com/office/drawing/2014/main" id="{522E94F5-CEAB-206B-1FD0-C315952E2502}"/>
                </a:ext>
              </a:extLst>
            </p:cNvPr>
            <p:cNvGrpSpPr/>
            <p:nvPr/>
          </p:nvGrpSpPr>
          <p:grpSpPr>
            <a:xfrm>
              <a:off x="6205708" y="468942"/>
              <a:ext cx="2248397" cy="2605113"/>
              <a:chOff x="6310492" y="287501"/>
              <a:chExt cx="2248397" cy="2605113"/>
            </a:xfrm>
          </p:grpSpPr>
          <p:sp>
            <p:nvSpPr>
              <p:cNvPr id="75" name="橢圓 5">
                <a:extLst>
                  <a:ext uri="{FF2B5EF4-FFF2-40B4-BE49-F238E27FC236}">
                    <a16:creationId xmlns:a16="http://schemas.microsoft.com/office/drawing/2014/main" id="{18976ED0-D708-FFEB-F17A-9A38AF53897D}"/>
                  </a:ext>
                </a:extLst>
              </p:cNvPr>
              <p:cNvSpPr/>
              <p:nvPr/>
            </p:nvSpPr>
            <p:spPr>
              <a:xfrm>
                <a:off x="7089949" y="1465717"/>
                <a:ext cx="655982" cy="65598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6" name="直線接點 9">
                <a:extLst>
                  <a:ext uri="{FF2B5EF4-FFF2-40B4-BE49-F238E27FC236}">
                    <a16:creationId xmlns:a16="http://schemas.microsoft.com/office/drawing/2014/main" id="{9F3B8E3D-E34C-28CB-4A8E-5CD25D32F610}"/>
                  </a:ext>
                </a:extLst>
              </p:cNvPr>
              <p:cNvCxnSpPr/>
              <p:nvPr/>
            </p:nvCxnSpPr>
            <p:spPr>
              <a:xfrm flipV="1">
                <a:off x="7221997" y="1597765"/>
                <a:ext cx="391886" cy="3918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直線單箭頭接點 11">
                <a:extLst>
                  <a:ext uri="{FF2B5EF4-FFF2-40B4-BE49-F238E27FC236}">
                    <a16:creationId xmlns:a16="http://schemas.microsoft.com/office/drawing/2014/main" id="{92E88862-8F7E-AD5C-A8FF-303753101708}"/>
                  </a:ext>
                </a:extLst>
              </p:cNvPr>
              <p:cNvCxnSpPr/>
              <p:nvPr/>
            </p:nvCxnSpPr>
            <p:spPr>
              <a:xfrm>
                <a:off x="7434691" y="2121699"/>
                <a:ext cx="0" cy="4080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92811B74-E818-EB39-34A6-C43FCDE3E993}"/>
                  </a:ext>
                </a:extLst>
              </p:cNvPr>
              <p:cNvSpPr/>
              <p:nvPr/>
            </p:nvSpPr>
            <p:spPr>
              <a:xfrm>
                <a:off x="6393264" y="287501"/>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1</a:t>
                </a:r>
                <a:endParaRPr lang="zh-TW" altLang="en-US" sz="2400" baseline="-25000" dirty="0"/>
              </a:p>
            </p:txBody>
          </p:sp>
          <p:sp>
            <p:nvSpPr>
              <p:cNvPr id="79" name="矩形 78">
                <a:extLst>
                  <a:ext uri="{FF2B5EF4-FFF2-40B4-BE49-F238E27FC236}">
                    <a16:creationId xmlns:a16="http://schemas.microsoft.com/office/drawing/2014/main" id="{A247BC6A-0CA1-1058-0BCA-539FB110A80F}"/>
                  </a:ext>
                </a:extLst>
              </p:cNvPr>
              <p:cNvSpPr/>
              <p:nvPr/>
            </p:nvSpPr>
            <p:spPr>
              <a:xfrm>
                <a:off x="7895491" y="309273"/>
                <a:ext cx="450000" cy="45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2400" dirty="0"/>
                  <a:t>x</a:t>
                </a:r>
                <a:r>
                  <a:rPr lang="en-US" altLang="zh-TW" sz="2400" baseline="-25000" dirty="0"/>
                  <a:t>2</a:t>
                </a:r>
                <a:endParaRPr lang="zh-TW" altLang="en-US" sz="2400" baseline="-25000" dirty="0"/>
              </a:p>
            </p:txBody>
          </p:sp>
          <p:sp>
            <p:nvSpPr>
              <p:cNvPr id="80" name="文字方塊 14">
                <a:extLst>
                  <a:ext uri="{FF2B5EF4-FFF2-40B4-BE49-F238E27FC236}">
                    <a16:creationId xmlns:a16="http://schemas.microsoft.com/office/drawing/2014/main" id="{87E896C0-A7E5-E385-E6F0-DC091D610FBB}"/>
                  </a:ext>
                </a:extLst>
              </p:cNvPr>
              <p:cNvSpPr txBox="1"/>
              <p:nvPr/>
            </p:nvSpPr>
            <p:spPr>
              <a:xfrm>
                <a:off x="6310492" y="941251"/>
                <a:ext cx="667657"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81" name="文字方塊 15">
                <a:extLst>
                  <a:ext uri="{FF2B5EF4-FFF2-40B4-BE49-F238E27FC236}">
                    <a16:creationId xmlns:a16="http://schemas.microsoft.com/office/drawing/2014/main" id="{0003950D-F0F5-80A2-5013-4DFA7180B159}"/>
                  </a:ext>
                </a:extLst>
              </p:cNvPr>
              <p:cNvSpPr txBox="1"/>
              <p:nvPr/>
            </p:nvSpPr>
            <p:spPr>
              <a:xfrm>
                <a:off x="7861979" y="957777"/>
                <a:ext cx="667657"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sp>
            <p:nvSpPr>
              <p:cNvPr id="82" name="文字方塊 16">
                <a:extLst>
                  <a:ext uri="{FF2B5EF4-FFF2-40B4-BE49-F238E27FC236}">
                    <a16:creationId xmlns:a16="http://schemas.microsoft.com/office/drawing/2014/main" id="{0A176F6F-F687-C8E5-A6FF-7E4833DB042B}"/>
                  </a:ext>
                </a:extLst>
              </p:cNvPr>
              <p:cNvSpPr txBox="1"/>
              <p:nvPr/>
            </p:nvSpPr>
            <p:spPr>
              <a:xfrm>
                <a:off x="6310492" y="2430949"/>
                <a:ext cx="2248397" cy="461665"/>
              </a:xfrm>
              <a:prstGeom prst="rect">
                <a:avLst/>
              </a:prstGeom>
              <a:noFill/>
            </p:spPr>
            <p:txBody>
              <a:bodyPr wrap="square" rtlCol="0">
                <a:spAutoFit/>
              </a:bodyPr>
              <a:lstStyle/>
              <a:p>
                <a:pPr algn="ctr"/>
                <a:r>
                  <a:rPr lang="en-US" altLang="zh-TW" sz="2400" dirty="0"/>
                  <a:t>z=w</a:t>
                </a:r>
                <a:r>
                  <a:rPr lang="en-US" altLang="zh-TW" sz="2400" baseline="-25000" dirty="0"/>
                  <a:t>1</a:t>
                </a:r>
                <a:r>
                  <a:rPr lang="en-US" altLang="zh-TW" sz="2400" dirty="0"/>
                  <a:t>x</a:t>
                </a:r>
                <a:r>
                  <a:rPr lang="en-US" altLang="zh-TW" sz="2400" baseline="-25000" dirty="0"/>
                  <a:t>1</a:t>
                </a:r>
                <a:r>
                  <a:rPr lang="en-US" altLang="zh-TW" sz="2400" dirty="0"/>
                  <a:t>+w</a:t>
                </a:r>
                <a:r>
                  <a:rPr lang="en-US" altLang="zh-TW" sz="2400" baseline="-25000" dirty="0"/>
                  <a:t>2</a:t>
                </a:r>
                <a:r>
                  <a:rPr lang="en-US" altLang="zh-TW" sz="2400" dirty="0"/>
                  <a:t>x</a:t>
                </a:r>
                <a:r>
                  <a:rPr lang="en-US" altLang="zh-TW" sz="2400" baseline="-25000" dirty="0"/>
                  <a:t>2</a:t>
                </a:r>
                <a:endParaRPr lang="zh-TW" altLang="en-US" sz="2400" baseline="-25000" dirty="0"/>
              </a:p>
            </p:txBody>
          </p:sp>
          <p:cxnSp>
            <p:nvCxnSpPr>
              <p:cNvPr id="83" name="直線單箭頭接點 18">
                <a:extLst>
                  <a:ext uri="{FF2B5EF4-FFF2-40B4-BE49-F238E27FC236}">
                    <a16:creationId xmlns:a16="http://schemas.microsoft.com/office/drawing/2014/main" id="{06E5B28F-2D13-F8DE-E75E-F06312524669}"/>
                  </a:ext>
                </a:extLst>
              </p:cNvPr>
              <p:cNvCxnSpPr>
                <a:endCxn id="75" idx="1"/>
              </p:cNvCxnSpPr>
              <p:nvPr/>
            </p:nvCxnSpPr>
            <p:spPr>
              <a:xfrm>
                <a:off x="6615017" y="759273"/>
                <a:ext cx="570998"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20">
                <a:extLst>
                  <a:ext uri="{FF2B5EF4-FFF2-40B4-BE49-F238E27FC236}">
                    <a16:creationId xmlns:a16="http://schemas.microsoft.com/office/drawing/2014/main" id="{9E4AE617-DCDA-BC57-932F-80092FD39B2A}"/>
                  </a:ext>
                </a:extLst>
              </p:cNvPr>
              <p:cNvCxnSpPr>
                <a:endCxn id="75" idx="7"/>
              </p:cNvCxnSpPr>
              <p:nvPr/>
            </p:nvCxnSpPr>
            <p:spPr>
              <a:xfrm flipH="1">
                <a:off x="7649865" y="759273"/>
                <a:ext cx="459544" cy="8025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矩形 73">
              <a:extLst>
                <a:ext uri="{FF2B5EF4-FFF2-40B4-BE49-F238E27FC236}">
                  <a16:creationId xmlns:a16="http://schemas.microsoft.com/office/drawing/2014/main" id="{6BB3ED0D-6647-BA94-1759-8CAD463B8490}"/>
                </a:ext>
              </a:extLst>
            </p:cNvPr>
            <p:cNvSpPr/>
            <p:nvPr/>
          </p:nvSpPr>
          <p:spPr>
            <a:xfrm>
              <a:off x="6096841" y="288909"/>
              <a:ext cx="2432630" cy="2873769"/>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85" name="文字方塊 88">
                <a:extLst>
                  <a:ext uri="{FF2B5EF4-FFF2-40B4-BE49-F238E27FC236}">
                    <a16:creationId xmlns:a16="http://schemas.microsoft.com/office/drawing/2014/main" id="{91F6561C-1DD2-1E3C-9A82-0C57F4EFB211}"/>
                  </a:ext>
                </a:extLst>
              </p:cNvPr>
              <p:cNvSpPr txBox="1"/>
              <p:nvPr/>
            </p:nvSpPr>
            <p:spPr>
              <a:xfrm>
                <a:off x="7176078" y="5968384"/>
                <a:ext cx="2743956"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f>
                        <m:fPr>
                          <m:ctrlPr>
                            <a:rPr lang="en-US" altLang="zh-TW" sz="2400" b="0" i="1" smtClean="0">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1</m:t>
                          </m:r>
                        </m:num>
                        <m:den>
                          <m:r>
                            <a:rPr lang="en-US" altLang="zh-TW" sz="2400" b="0" i="1" smtClean="0">
                              <a:solidFill>
                                <a:srgbClr val="FF0000"/>
                              </a:solidFill>
                              <a:latin typeface="Cambria Math" panose="02040503050406030204" pitchFamily="18" charset="0"/>
                            </a:rPr>
                            <m:t>2</m:t>
                          </m:r>
                        </m:den>
                      </m:f>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1</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f>
                        <m:fPr>
                          <m:ctrlPr>
                            <a:rPr lang="en-US" altLang="zh-TW" sz="2400" i="1" smtClean="0">
                              <a:solidFill>
                                <a:srgbClr val="FF0000"/>
                              </a:solidFill>
                              <a:latin typeface="Cambria Math" panose="02040503050406030204" pitchFamily="18" charset="0"/>
                            </a:rPr>
                          </m:ctrlPr>
                        </m:fPr>
                        <m:num>
                          <m:r>
                            <a:rPr lang="en-US" altLang="zh-TW" sz="2400" i="1">
                              <a:solidFill>
                                <a:srgbClr val="FF0000"/>
                              </a:solidFill>
                              <a:latin typeface="Cambria Math" panose="02040503050406030204" pitchFamily="18" charset="0"/>
                            </a:rPr>
                            <m:t>1</m:t>
                          </m:r>
                        </m:num>
                        <m:den>
                          <m:r>
                            <a:rPr lang="en-US" altLang="zh-TW" sz="2400" i="1">
                              <a:solidFill>
                                <a:srgbClr val="FF0000"/>
                              </a:solidFill>
                              <a:latin typeface="Cambria Math" panose="02040503050406030204" pitchFamily="18" charset="0"/>
                            </a:rPr>
                            <m:t>2</m:t>
                          </m:r>
                        </m:den>
                      </m:f>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b="0" i="1" smtClean="0">
                              <a:latin typeface="Cambria Math" panose="02040503050406030204" pitchFamily="18" charset="0"/>
                            </a:rPr>
                            <m:t>2</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85" name="文字方塊 88">
                <a:extLst>
                  <a:ext uri="{FF2B5EF4-FFF2-40B4-BE49-F238E27FC236}">
                    <a16:creationId xmlns:a16="http://schemas.microsoft.com/office/drawing/2014/main" id="{91F6561C-1DD2-1E3C-9A82-0C57F4EFB211}"/>
                  </a:ext>
                </a:extLst>
              </p:cNvPr>
              <p:cNvSpPr txBox="1">
                <a:spLocks noRot="1" noChangeAspect="1" noMove="1" noResize="1" noEditPoints="1" noAdjustHandles="1" noChangeArrowheads="1" noChangeShapeType="1" noTextEdit="1"/>
              </p:cNvSpPr>
              <p:nvPr/>
            </p:nvSpPr>
            <p:spPr>
              <a:xfrm>
                <a:off x="7176078" y="5968384"/>
                <a:ext cx="2743956" cy="691471"/>
              </a:xfrm>
              <a:prstGeom prst="rect">
                <a:avLst/>
              </a:prstGeom>
              <a:blipFill>
                <a:blip r:embed="rId4"/>
                <a:stretch>
                  <a:fillRect/>
                </a:stretch>
              </a:blipFill>
            </p:spPr>
            <p:txBody>
              <a:bodyPr/>
              <a:lstStyle/>
              <a:p>
                <a:r>
                  <a:rPr lang="zh-CN" altLang="en-US">
                    <a:noFill/>
                  </a:rPr>
                  <a:t> </a:t>
                </a:r>
              </a:p>
            </p:txBody>
          </p:sp>
        </mc:Fallback>
      </mc:AlternateContent>
      <p:grpSp>
        <p:nvGrpSpPr>
          <p:cNvPr id="86" name="组合 85">
            <a:extLst>
              <a:ext uri="{FF2B5EF4-FFF2-40B4-BE49-F238E27FC236}">
                <a16:creationId xmlns:a16="http://schemas.microsoft.com/office/drawing/2014/main" id="{7F8C6684-0DE4-BA52-BA3C-1739DCDF0FA1}"/>
              </a:ext>
            </a:extLst>
          </p:cNvPr>
          <p:cNvGrpSpPr/>
          <p:nvPr/>
        </p:nvGrpSpPr>
        <p:grpSpPr>
          <a:xfrm>
            <a:off x="0" y="131344"/>
            <a:ext cx="5056639" cy="1058822"/>
            <a:chOff x="0" y="260648"/>
            <a:chExt cx="4492569" cy="1058822"/>
          </a:xfrm>
        </p:grpSpPr>
        <p:sp>
          <p:nvSpPr>
            <p:cNvPr id="87" name="矩形 86">
              <a:extLst>
                <a:ext uri="{FF2B5EF4-FFF2-40B4-BE49-F238E27FC236}">
                  <a16:creationId xmlns:a16="http://schemas.microsoft.com/office/drawing/2014/main" id="{0F6EA348-0EFE-646F-C9E7-DD877DBAB823}"/>
                </a:ext>
              </a:extLst>
            </p:cNvPr>
            <p:cNvSpPr/>
            <p:nvPr/>
          </p:nvSpPr>
          <p:spPr>
            <a:xfrm>
              <a:off x="0" y="374221"/>
              <a:ext cx="551384" cy="792088"/>
            </a:xfrm>
            <a:prstGeom prst="rect">
              <a:avLst/>
            </a:prstGeom>
            <a:solidFill>
              <a:srgbClr val="961318"/>
            </a:solidFill>
            <a:ln w="25400" cap="flat" cmpd="sng" algn="ctr">
              <a:solidFill>
                <a:srgbClr val="961318"/>
              </a:solidFill>
              <a:prstDash val="solid"/>
            </a:ln>
            <a:effectLst/>
          </p:spPr>
          <p:txBody>
            <a:bodyPr rtlCol="0" anchor="ctr"/>
            <a:lstStyle/>
            <a:p>
              <a:pPr algn="ctr">
                <a:defRPr/>
              </a:pPr>
              <a:endParaRPr lang="zh-CN" altLang="en-US" kern="0" dirty="0">
                <a:solidFill>
                  <a:prstClr val="white"/>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88" name="组合 87">
              <a:extLst>
                <a:ext uri="{FF2B5EF4-FFF2-40B4-BE49-F238E27FC236}">
                  <a16:creationId xmlns:a16="http://schemas.microsoft.com/office/drawing/2014/main" id="{1024F1ED-5018-9FED-CDE7-F75A00D3B1F9}"/>
                </a:ext>
              </a:extLst>
            </p:cNvPr>
            <p:cNvGrpSpPr/>
            <p:nvPr/>
          </p:nvGrpSpPr>
          <p:grpSpPr>
            <a:xfrm>
              <a:off x="695400" y="260648"/>
              <a:ext cx="3797169" cy="1058822"/>
              <a:chOff x="623392" y="310880"/>
              <a:chExt cx="3797169" cy="1058822"/>
            </a:xfrm>
          </p:grpSpPr>
          <p:sp>
            <p:nvSpPr>
              <p:cNvPr id="89" name="文本框 88">
                <a:extLst>
                  <a:ext uri="{FF2B5EF4-FFF2-40B4-BE49-F238E27FC236}">
                    <a16:creationId xmlns:a16="http://schemas.microsoft.com/office/drawing/2014/main" id="{053668BA-4158-8CC8-C151-50CA7A23180F}"/>
                  </a:ext>
                </a:extLst>
              </p:cNvPr>
              <p:cNvSpPr txBox="1"/>
              <p:nvPr/>
            </p:nvSpPr>
            <p:spPr>
              <a:xfrm>
                <a:off x="623392" y="310880"/>
                <a:ext cx="3797169" cy="584775"/>
              </a:xfrm>
              <a:prstGeom prst="rect">
                <a:avLst/>
              </a:prstGeom>
              <a:noFill/>
            </p:spPr>
            <p:txBody>
              <a:bodyPr wrap="none" rtlCol="0">
                <a:spAutoFit/>
              </a:bodyPr>
              <a:lstStyle/>
              <a:p>
                <a:pPr>
                  <a:defRPr/>
                </a:pPr>
                <a:r>
                  <a:rPr lang="en-US" altLang="zh-CN"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Dropout-</a:t>
                </a:r>
                <a:r>
                  <a:rPr lang="zh-CN" altLang="en-US" sz="3200" b="1" kern="0" dirty="0">
                    <a:solidFill>
                      <a:srgbClr val="8C1515"/>
                    </a:solidFill>
                    <a:latin typeface="Times New Roman" panose="02020603050405020304" pitchFamily="18" charset="0"/>
                    <a:ea typeface="黑体" panose="02010609060101010101" pitchFamily="49" charset="-122"/>
                    <a:cs typeface="Times New Roman" panose="02020603050405020304" pitchFamily="18" charset="0"/>
                  </a:rPr>
                  <a:t>直觉上的原因</a:t>
                </a:r>
              </a:p>
            </p:txBody>
          </p:sp>
          <p:cxnSp>
            <p:nvCxnSpPr>
              <p:cNvPr id="90" name="直接连接符 89">
                <a:extLst>
                  <a:ext uri="{FF2B5EF4-FFF2-40B4-BE49-F238E27FC236}">
                    <a16:creationId xmlns:a16="http://schemas.microsoft.com/office/drawing/2014/main" id="{977DAA1A-FE21-F0EF-FEB8-C2636DFA343E}"/>
                  </a:ext>
                </a:extLst>
              </p:cNvPr>
              <p:cNvCxnSpPr/>
              <p:nvPr/>
            </p:nvCxnSpPr>
            <p:spPr>
              <a:xfrm>
                <a:off x="623392" y="989439"/>
                <a:ext cx="2880320" cy="0"/>
              </a:xfrm>
              <a:prstGeom prst="line">
                <a:avLst/>
              </a:prstGeom>
              <a:noFill/>
              <a:ln w="28575" cap="flat" cmpd="sng" algn="ctr">
                <a:gradFill flip="none" rotWithShape="1">
                  <a:gsLst>
                    <a:gs pos="0">
                      <a:srgbClr val="961318"/>
                    </a:gs>
                    <a:gs pos="81000">
                      <a:srgbClr val="961318">
                        <a:alpha val="20000"/>
                      </a:srgbClr>
                    </a:gs>
                    <a:gs pos="100000">
                      <a:srgbClr val="961318">
                        <a:alpha val="0"/>
                      </a:srgbClr>
                    </a:gs>
                  </a:gsLst>
                  <a:lin ang="0" scaled="1"/>
                  <a:tileRect/>
                </a:gradFill>
                <a:prstDash val="solid"/>
              </a:ln>
              <a:effectLst/>
            </p:spPr>
          </p:cxnSp>
          <p:sp>
            <p:nvSpPr>
              <p:cNvPr id="91" name="文本框 90">
                <a:extLst>
                  <a:ext uri="{FF2B5EF4-FFF2-40B4-BE49-F238E27FC236}">
                    <a16:creationId xmlns:a16="http://schemas.microsoft.com/office/drawing/2014/main" id="{4F44BB76-23D3-BD8F-1837-4ABBDC9D086E}"/>
                  </a:ext>
                </a:extLst>
              </p:cNvPr>
              <p:cNvSpPr txBox="1"/>
              <p:nvPr/>
            </p:nvSpPr>
            <p:spPr>
              <a:xfrm>
                <a:off x="668362" y="1061925"/>
                <a:ext cx="3627301" cy="307777"/>
              </a:xfrm>
              <a:prstGeom prst="rect">
                <a:avLst/>
              </a:prstGeom>
              <a:noFill/>
            </p:spPr>
            <p:txBody>
              <a:bodyPr wrap="square" rtlCol="0">
                <a:spAutoFit/>
              </a:bodyPr>
              <a:lstStyle/>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ADD YOUR TITLE HERE ADD YOUR TITLE HERE </a:t>
                </a:r>
              </a:p>
              <a:p>
                <a:pPr algn="dist">
                  <a:defRPr/>
                </a:pPr>
                <a:r>
                  <a:rPr lang="en-US" altLang="zh-CN" sz="700" kern="0" spc="3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 </a:t>
                </a:r>
              </a:p>
            </p:txBody>
          </p:sp>
        </p:grpSp>
      </p:grpSp>
    </p:spTree>
    <p:extLst>
      <p:ext uri="{BB962C8B-B14F-4D97-AF65-F5344CB8AC3E}">
        <p14:creationId xmlns:p14="http://schemas.microsoft.com/office/powerpoint/2010/main" val="362451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animBg="1"/>
      <p:bldP spid="64" grpId="0" animBg="1"/>
      <p:bldP spid="65" grpId="0" animBg="1"/>
      <p:bldP spid="66" grpId="0"/>
      <p:bldP spid="67" grpId="0"/>
      <p:bldP spid="70" grpId="0"/>
      <p:bldP spid="71" grpId="0"/>
      <p:bldP spid="8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C42A959-7B08-7071-8B6B-9EF34827C98F}"/>
              </a:ext>
            </a:extLst>
          </p:cNvPr>
          <p:cNvSpPr/>
          <p:nvPr/>
        </p:nvSpPr>
        <p:spPr>
          <a:xfrm>
            <a:off x="0" y="139700"/>
            <a:ext cx="6261100" cy="2413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083501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ff52c55-2bce-48f7-8149-6c9b3e425d82"/>
  <p:tag name="COMMONDATA" val="eyJoZGlkIjoiZDk3OGIwOWUzZDQzMTYzNzEyZWFmZjBjYmIxOTViYz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35,&quot;width&quot;:326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2654</TotalTime>
  <Words>4309</Words>
  <Application>Microsoft Office PowerPoint</Application>
  <PresentationFormat>宽屏</PresentationFormat>
  <Paragraphs>1055</Paragraphs>
  <Slides>76</Slides>
  <Notes>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76</vt:i4>
      </vt:variant>
    </vt:vector>
  </HeadingPairs>
  <TitlesOfParts>
    <vt:vector size="96" baseType="lpstr">
      <vt:lpstr>等线</vt:lpstr>
      <vt:lpstr>等线 Light</vt:lpstr>
      <vt:lpstr>黑体</vt:lpstr>
      <vt:lpstr>华文楷体</vt:lpstr>
      <vt:lpstr>华文行楷</vt:lpstr>
      <vt:lpstr>楷体</vt:lpstr>
      <vt:lpstr>思源宋体 CN Heavy</vt:lpstr>
      <vt:lpstr>思源宋体 Heavy</vt:lpstr>
      <vt:lpstr>微软雅黑</vt:lpstr>
      <vt:lpstr>Arial</vt:lpstr>
      <vt:lpstr>Arial Black</vt:lpstr>
      <vt:lpstr>Calibri</vt:lpstr>
      <vt:lpstr>Calibri Light</vt:lpstr>
      <vt:lpstr>Cambria Math</vt:lpstr>
      <vt:lpstr>MT Extra</vt:lpstr>
      <vt:lpstr>Symbol</vt:lpstr>
      <vt:lpstr>Times New Roman</vt:lpstr>
      <vt:lpstr>Wingdings</vt:lpstr>
      <vt:lpstr>Wingdings 3</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参数 𝜃 =   𝑤1, 𝑤2, ⋯ , 𝑏1, 𝑏2, ⋯</vt:lpstr>
      <vt:lpstr> 参数 𝜃 =   𝑤1, 𝑤2, ⋯ , 𝑏1, 𝑏2, ⋯</vt:lpstr>
      <vt:lpstr> 参数 𝜃 =   𝑤1, 𝑤2, ⋯ , 𝑏1, 𝑏2, ⋯</vt:lpstr>
      <vt:lpstr>PowerPoint 演示文稿</vt:lpstr>
      <vt:lpstr>PowerPoint 演示文稿</vt:lpstr>
      <vt:lpstr>PowerPoint 演示文稿</vt:lpstr>
      <vt:lpstr>PowerPoint 演示文稿</vt:lpstr>
      <vt:lpstr>PowerPoint 演示文稿</vt:lpstr>
      <vt:lpstr>当你在玩帝国时代… 你不可能看到整个地图.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admin</cp:lastModifiedBy>
  <cp:revision>128</cp:revision>
  <dcterms:created xsi:type="dcterms:W3CDTF">2020-08-06T07:05:00Z</dcterms:created>
  <dcterms:modified xsi:type="dcterms:W3CDTF">2026-01-17T08:19:30Z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8557B291DCD046499CC6025D2BF59E78_13</vt:lpwstr>
  </property>
  <property fmtid="{D5CDD505-2E9C-101B-9397-08002B2CF9AE}" pid="3" name="KSOProductBuildVer">
    <vt:lpwstr>2052-11.1.0.14309</vt:lpwstr>
  </property>
</Properties>
</file>